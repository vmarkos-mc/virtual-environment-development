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0" r:id="rId1"/>
    <p:sldMasterId id="2147483722" r:id="rId2"/>
    <p:sldMasterId id="2147483734" r:id="rId3"/>
    <p:sldMasterId id="2147483746" r:id="rId4"/>
  </p:sldMasterIdLst>
  <p:notesMasterIdLst>
    <p:notesMasterId r:id="rId33"/>
  </p:notesMasterIdLst>
  <p:sldIdLst>
    <p:sldId id="256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0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BEC"/>
    <a:srgbClr val="ED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91DCA-F992-447A-84A5-43567EFDD919}" v="166" dt="2025-01-27T12:33:01.597"/>
    <p1510:client id="{9EC6025C-DBC3-4340-9BB3-345037C0AA96}" v="130" dt="2025-01-27T14:26:38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Merritt" userId="b92c223c-8880-48c6-9b0c-d25ee1bca468" providerId="ADAL" clId="{E57BCC0E-BE94-49A5-BBEF-42D710319DE2}"/>
    <pc:docChg chg="undo custSel modSld">
      <pc:chgData name="Patrick Merritt" userId="b92c223c-8880-48c6-9b0c-d25ee1bca468" providerId="ADAL" clId="{E57BCC0E-BE94-49A5-BBEF-42D710319DE2}" dt="2024-02-21T13:14:06.802" v="113" actId="20577"/>
      <pc:docMkLst>
        <pc:docMk/>
      </pc:docMkLst>
      <pc:sldChg chg="modSp mod">
        <pc:chgData name="Patrick Merritt" userId="b92c223c-8880-48c6-9b0c-d25ee1bca468" providerId="ADAL" clId="{E57BCC0E-BE94-49A5-BBEF-42D710319DE2}" dt="2024-02-21T13:14:06.802" v="113" actId="20577"/>
        <pc:sldMkLst>
          <pc:docMk/>
          <pc:sldMk cId="4144405205" sldId="258"/>
        </pc:sldMkLst>
      </pc:sldChg>
    </pc:docChg>
  </pc:docChgLst>
  <pc:docChgLst>
    <pc:chgData name="Patrick Merritt" userId="b92c223c-8880-48c6-9b0c-d25ee1bca468" providerId="ADAL" clId="{EA25DEEF-83DC-4AC9-9C49-21531ACC9187}"/>
    <pc:docChg chg="modSld">
      <pc:chgData name="Patrick Merritt" userId="b92c223c-8880-48c6-9b0c-d25ee1bca468" providerId="ADAL" clId="{EA25DEEF-83DC-4AC9-9C49-21531ACC9187}" dt="2024-03-20T13:23:15.161" v="48" actId="20577"/>
      <pc:docMkLst>
        <pc:docMk/>
      </pc:docMkLst>
      <pc:sldChg chg="modSp mod">
        <pc:chgData name="Patrick Merritt" userId="b92c223c-8880-48c6-9b0c-d25ee1bca468" providerId="ADAL" clId="{EA25DEEF-83DC-4AC9-9C49-21531ACC9187}" dt="2024-03-20T13:22:48.472" v="8" actId="20577"/>
        <pc:sldMkLst>
          <pc:docMk/>
          <pc:sldMk cId="2691156661" sldId="259"/>
        </pc:sldMkLst>
      </pc:sldChg>
      <pc:sldChg chg="modSp mod">
        <pc:chgData name="Patrick Merritt" userId="b92c223c-8880-48c6-9b0c-d25ee1bca468" providerId="ADAL" clId="{EA25DEEF-83DC-4AC9-9C49-21531ACC9187}" dt="2024-03-20T13:22:58.324" v="21" actId="20577"/>
        <pc:sldMkLst>
          <pc:docMk/>
          <pc:sldMk cId="354987656" sldId="260"/>
        </pc:sldMkLst>
      </pc:sldChg>
      <pc:sldChg chg="modSp mod">
        <pc:chgData name="Patrick Merritt" userId="b92c223c-8880-48c6-9b0c-d25ee1bca468" providerId="ADAL" clId="{EA25DEEF-83DC-4AC9-9C49-21531ACC9187}" dt="2024-03-20T13:23:05.794" v="31" actId="20577"/>
        <pc:sldMkLst>
          <pc:docMk/>
          <pc:sldMk cId="2561642139" sldId="261"/>
        </pc:sldMkLst>
      </pc:sldChg>
      <pc:sldChg chg="modSp mod">
        <pc:chgData name="Patrick Merritt" userId="b92c223c-8880-48c6-9b0c-d25ee1bca468" providerId="ADAL" clId="{EA25DEEF-83DC-4AC9-9C49-21531ACC9187}" dt="2024-03-20T13:23:15.161" v="48" actId="20577"/>
        <pc:sldMkLst>
          <pc:docMk/>
          <pc:sldMk cId="3458636469" sldId="262"/>
        </pc:sldMkLst>
      </pc:sldChg>
    </pc:docChg>
  </pc:docChgLst>
  <pc:docChgLst>
    <pc:chgData name="Patrick Merritt" userId="b92c223c-8880-48c6-9b0c-d25ee1bca468" providerId="ADAL" clId="{DC770E9A-1F59-49FA-ADC7-B13DBCBACBF6}"/>
    <pc:docChg chg="custSel modSld">
      <pc:chgData name="Patrick Merritt" userId="b92c223c-8880-48c6-9b0c-d25ee1bca468" providerId="ADAL" clId="{DC770E9A-1F59-49FA-ADC7-B13DBCBACBF6}" dt="2024-03-11T16:49:07.977" v="28" actId="313"/>
      <pc:docMkLst>
        <pc:docMk/>
      </pc:docMkLst>
      <pc:sldChg chg="modSp mod">
        <pc:chgData name="Patrick Merritt" userId="b92c223c-8880-48c6-9b0c-d25ee1bca468" providerId="ADAL" clId="{DC770E9A-1F59-49FA-ADC7-B13DBCBACBF6}" dt="2024-03-11T16:49:07.977" v="28" actId="313"/>
        <pc:sldMkLst>
          <pc:docMk/>
          <pc:sldMk cId="4144405205" sldId="258"/>
        </pc:sldMkLst>
      </pc:sldChg>
    </pc:docChg>
  </pc:docChgLst>
  <pc:docChgLst>
    <pc:chgData name="Patrick Merritt" userId="b92c223c-8880-48c6-9b0c-d25ee1bca468" providerId="ADAL" clId="{9EC6025C-DBC3-4340-9BB3-345037C0AA96}"/>
    <pc:docChg chg="undo custSel addSld delSld modSld sldOrd">
      <pc:chgData name="Patrick Merritt" userId="b92c223c-8880-48c6-9b0c-d25ee1bca468" providerId="ADAL" clId="{9EC6025C-DBC3-4340-9BB3-345037C0AA96}" dt="2025-01-27T14:26:38.201" v="8671" actId="14100"/>
      <pc:docMkLst>
        <pc:docMk/>
      </pc:docMkLst>
      <pc:sldChg chg="modSp mod">
        <pc:chgData name="Patrick Merritt" userId="b92c223c-8880-48c6-9b0c-d25ee1bca468" providerId="ADAL" clId="{9EC6025C-DBC3-4340-9BB3-345037C0AA96}" dt="2025-01-27T12:38:14.973" v="17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9EC6025C-DBC3-4340-9BB3-345037C0AA96}" dt="2025-01-27T12:38:14.973" v="17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addSp modSp new del mod">
        <pc:chgData name="Patrick Merritt" userId="b92c223c-8880-48c6-9b0c-d25ee1bca468" providerId="ADAL" clId="{9EC6025C-DBC3-4340-9BB3-345037C0AA96}" dt="2025-01-27T13:06:35.596" v="490" actId="47"/>
        <pc:sldMkLst>
          <pc:docMk/>
          <pc:sldMk cId="3034391924" sldId="258"/>
        </pc:sldMkLst>
        <pc:spChg chg="mod">
          <ac:chgData name="Patrick Merritt" userId="b92c223c-8880-48c6-9b0c-d25ee1bca468" providerId="ADAL" clId="{9EC6025C-DBC3-4340-9BB3-345037C0AA96}" dt="2025-01-27T12:38:31.414" v="50" actId="313"/>
          <ac:spMkLst>
            <pc:docMk/>
            <pc:sldMk cId="3034391924" sldId="258"/>
            <ac:spMk id="2" creationId="{AFCD6D1A-19F4-305A-BE05-243BB0B40EFB}"/>
          </ac:spMkLst>
        </pc:spChg>
        <pc:spChg chg="mod">
          <ac:chgData name="Patrick Merritt" userId="b92c223c-8880-48c6-9b0c-d25ee1bca468" providerId="ADAL" clId="{9EC6025C-DBC3-4340-9BB3-345037C0AA96}" dt="2025-01-27T13:04:04.089" v="318" actId="114"/>
          <ac:spMkLst>
            <pc:docMk/>
            <pc:sldMk cId="3034391924" sldId="258"/>
            <ac:spMk id="3" creationId="{C5A7C154-8357-1DA4-DCE7-9C7C96FCBB7A}"/>
          </ac:spMkLst>
        </pc:spChg>
        <pc:spChg chg="add mod">
          <ac:chgData name="Patrick Merritt" userId="b92c223c-8880-48c6-9b0c-d25ee1bca468" providerId="ADAL" clId="{9EC6025C-DBC3-4340-9BB3-345037C0AA96}" dt="2025-01-27T12:59:41.200" v="189" actId="20577"/>
          <ac:spMkLst>
            <pc:docMk/>
            <pc:sldMk cId="3034391924" sldId="258"/>
            <ac:spMk id="4" creationId="{7E9381FB-F3E5-8790-134F-02793E8B4916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942130963" sldId="258"/>
        </pc:sldMkLst>
      </pc:sldChg>
      <pc:sldChg chg="modSp new del mod">
        <pc:chgData name="Patrick Merritt" userId="b92c223c-8880-48c6-9b0c-d25ee1bca468" providerId="ADAL" clId="{9EC6025C-DBC3-4340-9BB3-345037C0AA96}" dt="2025-01-27T13:21:20.806" v="1363" actId="47"/>
        <pc:sldMkLst>
          <pc:docMk/>
          <pc:sldMk cId="2707913703" sldId="259"/>
        </pc:sldMkLst>
        <pc:spChg chg="mod">
          <ac:chgData name="Patrick Merritt" userId="b92c223c-8880-48c6-9b0c-d25ee1bca468" providerId="ADAL" clId="{9EC6025C-DBC3-4340-9BB3-345037C0AA96}" dt="2025-01-27T12:47:07.229" v="83" actId="20577"/>
          <ac:spMkLst>
            <pc:docMk/>
            <pc:sldMk cId="2707913703" sldId="259"/>
            <ac:spMk id="2" creationId="{96726EED-2F5C-E61A-6BE2-BB3D49E36924}"/>
          </ac:spMkLst>
        </pc:spChg>
        <pc:spChg chg="mod">
          <ac:chgData name="Patrick Merritt" userId="b92c223c-8880-48c6-9b0c-d25ee1bca468" providerId="ADAL" clId="{9EC6025C-DBC3-4340-9BB3-345037C0AA96}" dt="2025-01-27T13:18:38.654" v="898" actId="20577"/>
          <ac:spMkLst>
            <pc:docMk/>
            <pc:sldMk cId="2707913703" sldId="259"/>
            <ac:spMk id="3" creationId="{AB149078-071D-E0E2-7959-BA66F580928B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246275381" sldId="259"/>
        </pc:sldMkLst>
      </pc:sldChg>
      <pc:sldChg chg="modSp add mod">
        <pc:chgData name="Patrick Merritt" userId="b92c223c-8880-48c6-9b0c-d25ee1bca468" providerId="ADAL" clId="{9EC6025C-DBC3-4340-9BB3-345037C0AA96}" dt="2025-01-27T13:06:31.678" v="489" actId="21"/>
        <pc:sldMkLst>
          <pc:docMk/>
          <pc:sldMk cId="69867400" sldId="260"/>
        </pc:sldMkLst>
        <pc:spChg chg="mod">
          <ac:chgData name="Patrick Merritt" userId="b92c223c-8880-48c6-9b0c-d25ee1bca468" providerId="ADAL" clId="{9EC6025C-DBC3-4340-9BB3-345037C0AA96}" dt="2025-01-27T13:06:31.678" v="489" actId="21"/>
          <ac:spMkLst>
            <pc:docMk/>
            <pc:sldMk cId="69867400" sldId="260"/>
            <ac:spMk id="3" creationId="{11F751A6-428F-D583-06DB-F1CD7060FD52}"/>
          </ac:spMkLst>
        </pc:spChg>
        <pc:spChg chg="mod">
          <ac:chgData name="Patrick Merritt" userId="b92c223c-8880-48c6-9b0c-d25ee1bca468" providerId="ADAL" clId="{9EC6025C-DBC3-4340-9BB3-345037C0AA96}" dt="2025-01-27T13:04:19.665" v="323" actId="1076"/>
          <ac:spMkLst>
            <pc:docMk/>
            <pc:sldMk cId="69867400" sldId="260"/>
            <ac:spMk id="4" creationId="{77D2A8B9-107C-FD14-9CAE-B3DE1D840C82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052866020" sldId="260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099431077" sldId="261"/>
        </pc:sldMkLst>
      </pc:sldChg>
      <pc:sldChg chg="modSp add mod">
        <pc:chgData name="Patrick Merritt" userId="b92c223c-8880-48c6-9b0c-d25ee1bca468" providerId="ADAL" clId="{9EC6025C-DBC3-4340-9BB3-345037C0AA96}" dt="2025-01-27T13:08:01.495" v="691" actId="20577"/>
        <pc:sldMkLst>
          <pc:docMk/>
          <pc:sldMk cId="4135616166" sldId="261"/>
        </pc:sldMkLst>
        <pc:spChg chg="mod">
          <ac:chgData name="Patrick Merritt" userId="b92c223c-8880-48c6-9b0c-d25ee1bca468" providerId="ADAL" clId="{9EC6025C-DBC3-4340-9BB3-345037C0AA96}" dt="2025-01-27T13:08:01.495" v="691" actId="20577"/>
          <ac:spMkLst>
            <pc:docMk/>
            <pc:sldMk cId="4135616166" sldId="261"/>
            <ac:spMk id="3" creationId="{33845FEF-9BFB-461D-630A-2F4072C8432D}"/>
          </ac:spMkLst>
        </pc:spChg>
      </pc:sldChg>
      <pc:sldChg chg="modSp new mod">
        <pc:chgData name="Patrick Merritt" userId="b92c223c-8880-48c6-9b0c-d25ee1bca468" providerId="ADAL" clId="{9EC6025C-DBC3-4340-9BB3-345037C0AA96}" dt="2025-01-27T13:13:56.660" v="874" actId="20577"/>
        <pc:sldMkLst>
          <pc:docMk/>
          <pc:sldMk cId="2163067767" sldId="262"/>
        </pc:sldMkLst>
        <pc:spChg chg="mod">
          <ac:chgData name="Patrick Merritt" userId="b92c223c-8880-48c6-9b0c-d25ee1bca468" providerId="ADAL" clId="{9EC6025C-DBC3-4340-9BB3-345037C0AA96}" dt="2025-01-27T13:08:17.094" v="722" actId="20577"/>
          <ac:spMkLst>
            <pc:docMk/>
            <pc:sldMk cId="2163067767" sldId="262"/>
            <ac:spMk id="2" creationId="{4A586F3E-4F67-7504-EEE9-4531855F76E6}"/>
          </ac:spMkLst>
        </pc:spChg>
        <pc:spChg chg="mod">
          <ac:chgData name="Patrick Merritt" userId="b92c223c-8880-48c6-9b0c-d25ee1bca468" providerId="ADAL" clId="{9EC6025C-DBC3-4340-9BB3-345037C0AA96}" dt="2025-01-27T13:13:56.660" v="874" actId="20577"/>
          <ac:spMkLst>
            <pc:docMk/>
            <pc:sldMk cId="2163067767" sldId="262"/>
            <ac:spMk id="3" creationId="{BAF7790A-EC09-ED07-E3D2-D11D5703E004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620003289" sldId="262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883699411" sldId="263"/>
        </pc:sldMkLst>
      </pc:sldChg>
      <pc:sldChg chg="addSp delSp modSp add mod modClrScheme chgLayout">
        <pc:chgData name="Patrick Merritt" userId="b92c223c-8880-48c6-9b0c-d25ee1bca468" providerId="ADAL" clId="{9EC6025C-DBC3-4340-9BB3-345037C0AA96}" dt="2025-01-27T13:18:28.096" v="896"/>
        <pc:sldMkLst>
          <pc:docMk/>
          <pc:sldMk cId="3158584317" sldId="263"/>
        </pc:sldMkLst>
        <pc:spChg chg="del mod ord">
          <ac:chgData name="Patrick Merritt" userId="b92c223c-8880-48c6-9b0c-d25ee1bca468" providerId="ADAL" clId="{9EC6025C-DBC3-4340-9BB3-345037C0AA96}" dt="2025-01-27T13:14:04.410" v="877" actId="478"/>
          <ac:spMkLst>
            <pc:docMk/>
            <pc:sldMk cId="3158584317" sldId="263"/>
            <ac:spMk id="2" creationId="{DA580B66-4670-1B80-FE13-0799A95FD3AD}"/>
          </ac:spMkLst>
        </pc:spChg>
        <pc:spChg chg="del mod ord">
          <ac:chgData name="Patrick Merritt" userId="b92c223c-8880-48c6-9b0c-d25ee1bca468" providerId="ADAL" clId="{9EC6025C-DBC3-4340-9BB3-345037C0AA96}" dt="2025-01-27T13:14:05.305" v="878" actId="478"/>
          <ac:spMkLst>
            <pc:docMk/>
            <pc:sldMk cId="3158584317" sldId="263"/>
            <ac:spMk id="3" creationId="{FE856328-EFDC-A7FF-3FAB-2D69E6DAA346}"/>
          </ac:spMkLst>
        </pc:spChg>
        <pc:picChg chg="add del mod">
          <ac:chgData name="Patrick Merritt" userId="b92c223c-8880-48c6-9b0c-d25ee1bca468" providerId="ADAL" clId="{9EC6025C-DBC3-4340-9BB3-345037C0AA96}" dt="2025-01-27T13:17:51.219" v="892" actId="478"/>
          <ac:picMkLst>
            <pc:docMk/>
            <pc:sldMk cId="3158584317" sldId="263"/>
            <ac:picMk id="1026" creationId="{89F351B3-C679-AE05-E8E0-1022BD5C687D}"/>
          </ac:picMkLst>
        </pc:picChg>
        <pc:picChg chg="add">
          <ac:chgData name="Patrick Merritt" userId="b92c223c-8880-48c6-9b0c-d25ee1bca468" providerId="ADAL" clId="{9EC6025C-DBC3-4340-9BB3-345037C0AA96}" dt="2025-01-27T13:16:56.931" v="881"/>
          <ac:picMkLst>
            <pc:docMk/>
            <pc:sldMk cId="3158584317" sldId="263"/>
            <ac:picMk id="1028" creationId="{FECE0F76-A3BA-CC5F-EA1C-A9C753AC3441}"/>
          </ac:picMkLst>
        </pc:picChg>
        <pc:picChg chg="add del mod">
          <ac:chgData name="Patrick Merritt" userId="b92c223c-8880-48c6-9b0c-d25ee1bca468" providerId="ADAL" clId="{9EC6025C-DBC3-4340-9BB3-345037C0AA96}" dt="2025-01-27T13:17:49.949" v="891" actId="478"/>
          <ac:picMkLst>
            <pc:docMk/>
            <pc:sldMk cId="3158584317" sldId="263"/>
            <ac:picMk id="1030" creationId="{CA57DC10-D5A6-E070-0704-70A10F5A1464}"/>
          </ac:picMkLst>
        </pc:picChg>
        <pc:picChg chg="add del">
          <ac:chgData name="Patrick Merritt" userId="b92c223c-8880-48c6-9b0c-d25ee1bca468" providerId="ADAL" clId="{9EC6025C-DBC3-4340-9BB3-345037C0AA96}" dt="2025-01-27T13:18:26.084" v="895" actId="478"/>
          <ac:picMkLst>
            <pc:docMk/>
            <pc:sldMk cId="3158584317" sldId="263"/>
            <ac:picMk id="1032" creationId="{BB8AD98B-D9C1-3913-42FC-E1D3372E5ECC}"/>
          </ac:picMkLst>
        </pc:picChg>
        <pc:picChg chg="add">
          <ac:chgData name="Patrick Merritt" userId="b92c223c-8880-48c6-9b0c-d25ee1bca468" providerId="ADAL" clId="{9EC6025C-DBC3-4340-9BB3-345037C0AA96}" dt="2025-01-27T13:18:28.096" v="896"/>
          <ac:picMkLst>
            <pc:docMk/>
            <pc:sldMk cId="3158584317" sldId="263"/>
            <ac:picMk id="1034" creationId="{6FFBA691-AC7B-A65B-D62B-E5E62118FF52}"/>
          </ac:picMkLst>
        </pc:picChg>
      </pc:sldChg>
      <pc:sldChg chg="add">
        <pc:chgData name="Patrick Merritt" userId="b92c223c-8880-48c6-9b0c-d25ee1bca468" providerId="ADAL" clId="{9EC6025C-DBC3-4340-9BB3-345037C0AA96}" dt="2025-01-27T13:18:23.770" v="894" actId="2890"/>
        <pc:sldMkLst>
          <pc:docMk/>
          <pc:sldMk cId="1087311099" sldId="264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568033327" sldId="264"/>
        </pc:sldMkLst>
      </pc:sldChg>
      <pc:sldChg chg="addSp modSp new mod modClrScheme chgLayout">
        <pc:chgData name="Patrick Merritt" userId="b92c223c-8880-48c6-9b0c-d25ee1bca468" providerId="ADAL" clId="{9EC6025C-DBC3-4340-9BB3-345037C0AA96}" dt="2025-01-27T13:21:17.688" v="1362" actId="20577"/>
        <pc:sldMkLst>
          <pc:docMk/>
          <pc:sldMk cId="1551670601" sldId="265"/>
        </pc:sldMkLst>
        <pc:spChg chg="add mod">
          <ac:chgData name="Patrick Merritt" userId="b92c223c-8880-48c6-9b0c-d25ee1bca468" providerId="ADAL" clId="{9EC6025C-DBC3-4340-9BB3-345037C0AA96}" dt="2025-01-27T13:19:00.336" v="949" actId="20577"/>
          <ac:spMkLst>
            <pc:docMk/>
            <pc:sldMk cId="1551670601" sldId="265"/>
            <ac:spMk id="2" creationId="{CF78B49E-E112-1AD2-0FEF-F2FC31C52B11}"/>
          </ac:spMkLst>
        </pc:spChg>
        <pc:spChg chg="add mod">
          <ac:chgData name="Patrick Merritt" userId="b92c223c-8880-48c6-9b0c-d25ee1bca468" providerId="ADAL" clId="{9EC6025C-DBC3-4340-9BB3-345037C0AA96}" dt="2025-01-27T13:21:17.688" v="1362" actId="20577"/>
          <ac:spMkLst>
            <pc:docMk/>
            <pc:sldMk cId="1551670601" sldId="265"/>
            <ac:spMk id="3" creationId="{9CFDA14D-2688-5FE2-1CC8-68EF9AF91494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444725190" sldId="265"/>
        </pc:sldMkLst>
      </pc:sldChg>
      <pc:sldChg chg="modSp new mod">
        <pc:chgData name="Patrick Merritt" userId="b92c223c-8880-48c6-9b0c-d25ee1bca468" providerId="ADAL" clId="{9EC6025C-DBC3-4340-9BB3-345037C0AA96}" dt="2025-01-27T13:26:30.154" v="2021" actId="15"/>
        <pc:sldMkLst>
          <pc:docMk/>
          <pc:sldMk cId="3838236168" sldId="266"/>
        </pc:sldMkLst>
        <pc:spChg chg="mod">
          <ac:chgData name="Patrick Merritt" userId="b92c223c-8880-48c6-9b0c-d25ee1bca468" providerId="ADAL" clId="{9EC6025C-DBC3-4340-9BB3-345037C0AA96}" dt="2025-01-27T13:23:00.086" v="1391" actId="5793"/>
          <ac:spMkLst>
            <pc:docMk/>
            <pc:sldMk cId="3838236168" sldId="266"/>
            <ac:spMk id="2" creationId="{1D1B796F-64D8-EB8E-D21C-9299C9515BA3}"/>
          </ac:spMkLst>
        </pc:spChg>
        <pc:spChg chg="mod">
          <ac:chgData name="Patrick Merritt" userId="b92c223c-8880-48c6-9b0c-d25ee1bca468" providerId="ADAL" clId="{9EC6025C-DBC3-4340-9BB3-345037C0AA96}" dt="2025-01-27T13:26:30.154" v="2021" actId="15"/>
          <ac:spMkLst>
            <pc:docMk/>
            <pc:sldMk cId="3838236168" sldId="266"/>
            <ac:spMk id="3" creationId="{42922B77-CD86-3CC7-547A-CBE6F5C83A47}"/>
          </ac:spMkLst>
        </pc:spChg>
      </pc:sldChg>
      <pc:sldChg chg="modSp new mod">
        <pc:chgData name="Patrick Merritt" userId="b92c223c-8880-48c6-9b0c-d25ee1bca468" providerId="ADAL" clId="{9EC6025C-DBC3-4340-9BB3-345037C0AA96}" dt="2025-01-27T13:31:42.098" v="2773" actId="20577"/>
        <pc:sldMkLst>
          <pc:docMk/>
          <pc:sldMk cId="1953280103" sldId="267"/>
        </pc:sldMkLst>
        <pc:spChg chg="mod">
          <ac:chgData name="Patrick Merritt" userId="b92c223c-8880-48c6-9b0c-d25ee1bca468" providerId="ADAL" clId="{9EC6025C-DBC3-4340-9BB3-345037C0AA96}" dt="2025-01-27T13:26:47.652" v="2035" actId="20577"/>
          <ac:spMkLst>
            <pc:docMk/>
            <pc:sldMk cId="1953280103" sldId="267"/>
            <ac:spMk id="2" creationId="{8E57B390-4891-F702-7452-7C2332BAD438}"/>
          </ac:spMkLst>
        </pc:spChg>
        <pc:spChg chg="mod">
          <ac:chgData name="Patrick Merritt" userId="b92c223c-8880-48c6-9b0c-d25ee1bca468" providerId="ADAL" clId="{9EC6025C-DBC3-4340-9BB3-345037C0AA96}" dt="2025-01-27T13:31:42.098" v="2773" actId="20577"/>
          <ac:spMkLst>
            <pc:docMk/>
            <pc:sldMk cId="1953280103" sldId="267"/>
            <ac:spMk id="3" creationId="{4953816C-86DC-57E8-5286-0E519C917417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659483220" sldId="267"/>
        </pc:sldMkLst>
      </pc:sldChg>
      <pc:sldChg chg="modSp new mod">
        <pc:chgData name="Patrick Merritt" userId="b92c223c-8880-48c6-9b0c-d25ee1bca468" providerId="ADAL" clId="{9EC6025C-DBC3-4340-9BB3-345037C0AA96}" dt="2025-01-27T13:33:54.646" v="3121" actId="5793"/>
        <pc:sldMkLst>
          <pc:docMk/>
          <pc:sldMk cId="2213513820" sldId="268"/>
        </pc:sldMkLst>
        <pc:spChg chg="mod">
          <ac:chgData name="Patrick Merritt" userId="b92c223c-8880-48c6-9b0c-d25ee1bca468" providerId="ADAL" clId="{9EC6025C-DBC3-4340-9BB3-345037C0AA96}" dt="2025-01-27T13:31:31.915" v="2761" actId="20577"/>
          <ac:spMkLst>
            <pc:docMk/>
            <pc:sldMk cId="2213513820" sldId="268"/>
            <ac:spMk id="2" creationId="{FCAD6B46-B635-202E-069B-BD251E3DDE03}"/>
          </ac:spMkLst>
        </pc:spChg>
        <pc:spChg chg="mod">
          <ac:chgData name="Patrick Merritt" userId="b92c223c-8880-48c6-9b0c-d25ee1bca468" providerId="ADAL" clId="{9EC6025C-DBC3-4340-9BB3-345037C0AA96}" dt="2025-01-27T13:33:54.646" v="3121" actId="5793"/>
          <ac:spMkLst>
            <pc:docMk/>
            <pc:sldMk cId="2213513820" sldId="268"/>
            <ac:spMk id="3" creationId="{940B91A1-A06C-B799-FF08-58B91698B9B5}"/>
          </ac:spMkLst>
        </pc:spChg>
      </pc:sldChg>
      <pc:sldChg chg="modSp new mod">
        <pc:chgData name="Patrick Merritt" userId="b92c223c-8880-48c6-9b0c-d25ee1bca468" providerId="ADAL" clId="{9EC6025C-DBC3-4340-9BB3-345037C0AA96}" dt="2025-01-27T13:37:55.622" v="3661" actId="313"/>
        <pc:sldMkLst>
          <pc:docMk/>
          <pc:sldMk cId="20861319" sldId="269"/>
        </pc:sldMkLst>
        <pc:spChg chg="mod">
          <ac:chgData name="Patrick Merritt" userId="b92c223c-8880-48c6-9b0c-d25ee1bca468" providerId="ADAL" clId="{9EC6025C-DBC3-4340-9BB3-345037C0AA96}" dt="2025-01-27T13:34:23.116" v="3143" actId="20577"/>
          <ac:spMkLst>
            <pc:docMk/>
            <pc:sldMk cId="20861319" sldId="269"/>
            <ac:spMk id="2" creationId="{F58282B0-F5B1-C9E1-C90E-837818C66E5C}"/>
          </ac:spMkLst>
        </pc:spChg>
        <pc:spChg chg="mod">
          <ac:chgData name="Patrick Merritt" userId="b92c223c-8880-48c6-9b0c-d25ee1bca468" providerId="ADAL" clId="{9EC6025C-DBC3-4340-9BB3-345037C0AA96}" dt="2025-01-27T13:37:55.622" v="3661" actId="313"/>
          <ac:spMkLst>
            <pc:docMk/>
            <pc:sldMk cId="20861319" sldId="269"/>
            <ac:spMk id="3" creationId="{32992FA1-1149-8171-E980-17F8E76FBC52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444926760" sldId="269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88816435" sldId="270"/>
        </pc:sldMkLst>
      </pc:sldChg>
      <pc:sldChg chg="modSp new mod">
        <pc:chgData name="Patrick Merritt" userId="b92c223c-8880-48c6-9b0c-d25ee1bca468" providerId="ADAL" clId="{9EC6025C-DBC3-4340-9BB3-345037C0AA96}" dt="2025-01-27T13:41:38.584" v="4138" actId="20577"/>
        <pc:sldMkLst>
          <pc:docMk/>
          <pc:sldMk cId="2337754607" sldId="270"/>
        </pc:sldMkLst>
        <pc:spChg chg="mod">
          <ac:chgData name="Patrick Merritt" userId="b92c223c-8880-48c6-9b0c-d25ee1bca468" providerId="ADAL" clId="{9EC6025C-DBC3-4340-9BB3-345037C0AA96}" dt="2025-01-27T13:38:06.529" v="3672" actId="20577"/>
          <ac:spMkLst>
            <pc:docMk/>
            <pc:sldMk cId="2337754607" sldId="270"/>
            <ac:spMk id="2" creationId="{C51DB754-A5BF-AC6E-6F51-629E5896155F}"/>
          </ac:spMkLst>
        </pc:spChg>
        <pc:spChg chg="mod">
          <ac:chgData name="Patrick Merritt" userId="b92c223c-8880-48c6-9b0c-d25ee1bca468" providerId="ADAL" clId="{9EC6025C-DBC3-4340-9BB3-345037C0AA96}" dt="2025-01-27T13:41:38.584" v="4138" actId="20577"/>
          <ac:spMkLst>
            <pc:docMk/>
            <pc:sldMk cId="2337754607" sldId="270"/>
            <ac:spMk id="3" creationId="{E3CD5948-1A28-0A0C-FFA8-6E869E40B31E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535120630" sldId="271"/>
        </pc:sldMkLst>
      </pc:sldChg>
      <pc:sldChg chg="modSp new mod">
        <pc:chgData name="Patrick Merritt" userId="b92c223c-8880-48c6-9b0c-d25ee1bca468" providerId="ADAL" clId="{9EC6025C-DBC3-4340-9BB3-345037C0AA96}" dt="2025-01-27T13:48:34.022" v="5007" actId="20577"/>
        <pc:sldMkLst>
          <pc:docMk/>
          <pc:sldMk cId="2776732755" sldId="271"/>
        </pc:sldMkLst>
        <pc:spChg chg="mod">
          <ac:chgData name="Patrick Merritt" userId="b92c223c-8880-48c6-9b0c-d25ee1bca468" providerId="ADAL" clId="{9EC6025C-DBC3-4340-9BB3-345037C0AA96}" dt="2025-01-27T13:42:54.393" v="4156" actId="20577"/>
          <ac:spMkLst>
            <pc:docMk/>
            <pc:sldMk cId="2776732755" sldId="271"/>
            <ac:spMk id="2" creationId="{F436A931-0961-26AF-DEC0-E77439FCA9C5}"/>
          </ac:spMkLst>
        </pc:spChg>
        <pc:spChg chg="mod">
          <ac:chgData name="Patrick Merritt" userId="b92c223c-8880-48c6-9b0c-d25ee1bca468" providerId="ADAL" clId="{9EC6025C-DBC3-4340-9BB3-345037C0AA96}" dt="2025-01-27T13:48:34.022" v="5007" actId="20577"/>
          <ac:spMkLst>
            <pc:docMk/>
            <pc:sldMk cId="2776732755" sldId="271"/>
            <ac:spMk id="3" creationId="{A89D469E-E047-B370-7FAE-F768DD58BC4F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81844088" sldId="272"/>
        </pc:sldMkLst>
      </pc:sldChg>
      <pc:sldChg chg="modSp new mod">
        <pc:chgData name="Patrick Merritt" userId="b92c223c-8880-48c6-9b0c-d25ee1bca468" providerId="ADAL" clId="{9EC6025C-DBC3-4340-9BB3-345037C0AA96}" dt="2025-01-27T13:48:01.995" v="4938" actId="20577"/>
        <pc:sldMkLst>
          <pc:docMk/>
          <pc:sldMk cId="4195600667" sldId="272"/>
        </pc:sldMkLst>
        <pc:spChg chg="mod">
          <ac:chgData name="Patrick Merritt" userId="b92c223c-8880-48c6-9b0c-d25ee1bca468" providerId="ADAL" clId="{9EC6025C-DBC3-4340-9BB3-345037C0AA96}" dt="2025-01-27T13:46:04.195" v="4562" actId="20577"/>
          <ac:spMkLst>
            <pc:docMk/>
            <pc:sldMk cId="4195600667" sldId="272"/>
            <ac:spMk id="2" creationId="{DBB16911-7591-2FA7-4454-2BFF7C43D045}"/>
          </ac:spMkLst>
        </pc:spChg>
        <pc:spChg chg="mod">
          <ac:chgData name="Patrick Merritt" userId="b92c223c-8880-48c6-9b0c-d25ee1bca468" providerId="ADAL" clId="{9EC6025C-DBC3-4340-9BB3-345037C0AA96}" dt="2025-01-27T13:48:01.995" v="4938" actId="20577"/>
          <ac:spMkLst>
            <pc:docMk/>
            <pc:sldMk cId="4195600667" sldId="272"/>
            <ac:spMk id="3" creationId="{4AF21421-443B-5AA1-759B-1C6954D34CC1}"/>
          </ac:spMkLst>
        </pc:spChg>
      </pc:sldChg>
      <pc:sldChg chg="modSp new mod">
        <pc:chgData name="Patrick Merritt" userId="b92c223c-8880-48c6-9b0c-d25ee1bca468" providerId="ADAL" clId="{9EC6025C-DBC3-4340-9BB3-345037C0AA96}" dt="2025-01-27T13:52:50.640" v="5670" actId="20577"/>
        <pc:sldMkLst>
          <pc:docMk/>
          <pc:sldMk cId="238610303" sldId="273"/>
        </pc:sldMkLst>
        <pc:spChg chg="mod">
          <ac:chgData name="Patrick Merritt" userId="b92c223c-8880-48c6-9b0c-d25ee1bca468" providerId="ADAL" clId="{9EC6025C-DBC3-4340-9BB3-345037C0AA96}" dt="2025-01-27T13:49:09.718" v="5038" actId="20577"/>
          <ac:spMkLst>
            <pc:docMk/>
            <pc:sldMk cId="238610303" sldId="273"/>
            <ac:spMk id="2" creationId="{6560F19D-8147-7438-D411-07DC230B53A2}"/>
          </ac:spMkLst>
        </pc:spChg>
        <pc:spChg chg="mod">
          <ac:chgData name="Patrick Merritt" userId="b92c223c-8880-48c6-9b0c-d25ee1bca468" providerId="ADAL" clId="{9EC6025C-DBC3-4340-9BB3-345037C0AA96}" dt="2025-01-27T13:52:50.640" v="5670" actId="20577"/>
          <ac:spMkLst>
            <pc:docMk/>
            <pc:sldMk cId="238610303" sldId="273"/>
            <ac:spMk id="3" creationId="{5516F47C-9D57-CF1F-F3E1-E3C137788387}"/>
          </ac:spMkLst>
        </pc:spChg>
      </pc:sldChg>
      <pc:sldChg chg="modSp new mod">
        <pc:chgData name="Patrick Merritt" userId="b92c223c-8880-48c6-9b0c-d25ee1bca468" providerId="ADAL" clId="{9EC6025C-DBC3-4340-9BB3-345037C0AA96}" dt="2025-01-27T13:56:05.155" v="6143" actId="20577"/>
        <pc:sldMkLst>
          <pc:docMk/>
          <pc:sldMk cId="1983103907" sldId="274"/>
        </pc:sldMkLst>
        <pc:spChg chg="mod">
          <ac:chgData name="Patrick Merritt" userId="b92c223c-8880-48c6-9b0c-d25ee1bca468" providerId="ADAL" clId="{9EC6025C-DBC3-4340-9BB3-345037C0AA96}" dt="2025-01-27T13:53:27.935" v="5676" actId="20577"/>
          <ac:spMkLst>
            <pc:docMk/>
            <pc:sldMk cId="1983103907" sldId="274"/>
            <ac:spMk id="2" creationId="{E65A88C3-E454-FA30-07DD-5AAD5358C319}"/>
          </ac:spMkLst>
        </pc:spChg>
        <pc:spChg chg="mod">
          <ac:chgData name="Patrick Merritt" userId="b92c223c-8880-48c6-9b0c-d25ee1bca468" providerId="ADAL" clId="{9EC6025C-DBC3-4340-9BB3-345037C0AA96}" dt="2025-01-27T13:56:05.155" v="6143" actId="20577"/>
          <ac:spMkLst>
            <pc:docMk/>
            <pc:sldMk cId="1983103907" sldId="274"/>
            <ac:spMk id="3" creationId="{410D1B06-7A0B-D556-5FD7-38557765D40E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734517647" sldId="274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98246920" sldId="275"/>
        </pc:sldMkLst>
      </pc:sldChg>
      <pc:sldChg chg="modSp new mod">
        <pc:chgData name="Patrick Merritt" userId="b92c223c-8880-48c6-9b0c-d25ee1bca468" providerId="ADAL" clId="{9EC6025C-DBC3-4340-9BB3-345037C0AA96}" dt="2025-01-27T13:59:52.259" v="6719" actId="20577"/>
        <pc:sldMkLst>
          <pc:docMk/>
          <pc:sldMk cId="3924396985" sldId="275"/>
        </pc:sldMkLst>
        <pc:spChg chg="mod">
          <ac:chgData name="Patrick Merritt" userId="b92c223c-8880-48c6-9b0c-d25ee1bca468" providerId="ADAL" clId="{9EC6025C-DBC3-4340-9BB3-345037C0AA96}" dt="2025-01-27T13:56:19.102" v="6151" actId="20577"/>
          <ac:spMkLst>
            <pc:docMk/>
            <pc:sldMk cId="3924396985" sldId="275"/>
            <ac:spMk id="2" creationId="{34A99748-5CB0-6265-5E3D-7F3A9521C094}"/>
          </ac:spMkLst>
        </pc:spChg>
        <pc:spChg chg="mod">
          <ac:chgData name="Patrick Merritt" userId="b92c223c-8880-48c6-9b0c-d25ee1bca468" providerId="ADAL" clId="{9EC6025C-DBC3-4340-9BB3-345037C0AA96}" dt="2025-01-27T13:59:52.259" v="6719" actId="20577"/>
          <ac:spMkLst>
            <pc:docMk/>
            <pc:sldMk cId="3924396985" sldId="275"/>
            <ac:spMk id="3" creationId="{582925A6-74B5-06AB-61A9-124BCCC991A4}"/>
          </ac:spMkLst>
        </pc:spChg>
      </pc:sldChg>
      <pc:sldChg chg="addSp delSp modSp new mod modClrScheme chgLayout">
        <pc:chgData name="Patrick Merritt" userId="b92c223c-8880-48c6-9b0c-d25ee1bca468" providerId="ADAL" clId="{9EC6025C-DBC3-4340-9BB3-345037C0AA96}" dt="2025-01-27T14:03:03.150" v="6751" actId="732"/>
        <pc:sldMkLst>
          <pc:docMk/>
          <pc:sldMk cId="1473613441" sldId="276"/>
        </pc:sldMkLst>
        <pc:spChg chg="del">
          <ac:chgData name="Patrick Merritt" userId="b92c223c-8880-48c6-9b0c-d25ee1bca468" providerId="ADAL" clId="{9EC6025C-DBC3-4340-9BB3-345037C0AA96}" dt="2025-01-27T14:00:15.076" v="6721" actId="6264"/>
          <ac:spMkLst>
            <pc:docMk/>
            <pc:sldMk cId="1473613441" sldId="276"/>
            <ac:spMk id="2" creationId="{D1B8DAD4-1AE3-93D4-9233-3975CAF87402}"/>
          </ac:spMkLst>
        </pc:spChg>
        <pc:spChg chg="del">
          <ac:chgData name="Patrick Merritt" userId="b92c223c-8880-48c6-9b0c-d25ee1bca468" providerId="ADAL" clId="{9EC6025C-DBC3-4340-9BB3-345037C0AA96}" dt="2025-01-27T14:00:15.076" v="6721" actId="6264"/>
          <ac:spMkLst>
            <pc:docMk/>
            <pc:sldMk cId="1473613441" sldId="276"/>
            <ac:spMk id="3" creationId="{778F9493-D14D-2405-48F4-7B126EB30204}"/>
          </ac:spMkLst>
        </pc:spChg>
        <pc:spChg chg="add del mod ord">
          <ac:chgData name="Patrick Merritt" userId="b92c223c-8880-48c6-9b0c-d25ee1bca468" providerId="ADAL" clId="{9EC6025C-DBC3-4340-9BB3-345037C0AA96}" dt="2025-01-27T14:00:16.758" v="6723" actId="700"/>
          <ac:spMkLst>
            <pc:docMk/>
            <pc:sldMk cId="1473613441" sldId="276"/>
            <ac:spMk id="4" creationId="{5E3CE2B6-CF74-3A0A-F2D9-9ED268D10903}"/>
          </ac:spMkLst>
        </pc:spChg>
        <pc:spChg chg="add del mod ord">
          <ac:chgData name="Patrick Merritt" userId="b92c223c-8880-48c6-9b0c-d25ee1bca468" providerId="ADAL" clId="{9EC6025C-DBC3-4340-9BB3-345037C0AA96}" dt="2025-01-27T14:00:16.758" v="6723" actId="700"/>
          <ac:spMkLst>
            <pc:docMk/>
            <pc:sldMk cId="1473613441" sldId="276"/>
            <ac:spMk id="5" creationId="{A31F51EE-9FBB-3138-A0F9-F9EB5B81181A}"/>
          </ac:spMkLst>
        </pc:spChg>
        <pc:picChg chg="add mod">
          <ac:chgData name="Patrick Merritt" userId="b92c223c-8880-48c6-9b0c-d25ee1bca468" providerId="ADAL" clId="{9EC6025C-DBC3-4340-9BB3-345037C0AA96}" dt="2025-01-27T14:03:03.150" v="6751" actId="732"/>
          <ac:picMkLst>
            <pc:docMk/>
            <pc:sldMk cId="1473613441" sldId="276"/>
            <ac:picMk id="2050" creationId="{550E4E68-0053-3499-8798-8F7C67DA6229}"/>
          </ac:picMkLst>
        </pc:picChg>
        <pc:picChg chg="add mod">
          <ac:chgData name="Patrick Merritt" userId="b92c223c-8880-48c6-9b0c-d25ee1bca468" providerId="ADAL" clId="{9EC6025C-DBC3-4340-9BB3-345037C0AA96}" dt="2025-01-27T14:00:56.471" v="6734" actId="1076"/>
          <ac:picMkLst>
            <pc:docMk/>
            <pc:sldMk cId="1473613441" sldId="276"/>
            <ac:picMk id="2052" creationId="{E4D506AE-5AD9-9B89-8C9E-092B40B43E69}"/>
          </ac:picMkLst>
        </pc:picChg>
        <pc:picChg chg="add del mod">
          <ac:chgData name="Patrick Merritt" userId="b92c223c-8880-48c6-9b0c-d25ee1bca468" providerId="ADAL" clId="{9EC6025C-DBC3-4340-9BB3-345037C0AA96}" dt="2025-01-27T14:01:21.923" v="6736" actId="478"/>
          <ac:picMkLst>
            <pc:docMk/>
            <pc:sldMk cId="1473613441" sldId="276"/>
            <ac:picMk id="2054" creationId="{C5648ED9-8E03-54B3-416E-ABA5CA3152E5}"/>
          </ac:picMkLst>
        </pc:picChg>
        <pc:picChg chg="add">
          <ac:chgData name="Patrick Merritt" userId="b92c223c-8880-48c6-9b0c-d25ee1bca468" providerId="ADAL" clId="{9EC6025C-DBC3-4340-9BB3-345037C0AA96}" dt="2025-01-27T14:01:48.472" v="6737"/>
          <ac:picMkLst>
            <pc:docMk/>
            <pc:sldMk cId="1473613441" sldId="276"/>
            <ac:picMk id="2056" creationId="{4D088DFC-26B3-4D3D-E7D5-77FA8BC10895}"/>
          </ac:picMkLst>
        </pc:picChg>
        <pc:picChg chg="add mod">
          <ac:chgData name="Patrick Merritt" userId="b92c223c-8880-48c6-9b0c-d25ee1bca468" providerId="ADAL" clId="{9EC6025C-DBC3-4340-9BB3-345037C0AA96}" dt="2025-01-27T14:02:56.231" v="6750" actId="1076"/>
          <ac:picMkLst>
            <pc:docMk/>
            <pc:sldMk cId="1473613441" sldId="276"/>
            <ac:picMk id="2058" creationId="{64982690-9DFF-8EAB-4F6E-C184E3981F91}"/>
          </ac:picMkLst>
        </pc:picChg>
        <pc:picChg chg="add mod">
          <ac:chgData name="Patrick Merritt" userId="b92c223c-8880-48c6-9b0c-d25ee1bca468" providerId="ADAL" clId="{9EC6025C-DBC3-4340-9BB3-345037C0AA96}" dt="2025-01-27T14:02:30.525" v="6743" actId="14100"/>
          <ac:picMkLst>
            <pc:docMk/>
            <pc:sldMk cId="1473613441" sldId="276"/>
            <ac:picMk id="2060" creationId="{C989D5F5-5288-5A97-B326-A460AE3F2325}"/>
          </ac:picMkLst>
        </pc:pic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026350826" sldId="276"/>
        </pc:sldMkLst>
      </pc:sldChg>
      <pc:sldChg chg="addSp delSp modSp new mod">
        <pc:chgData name="Patrick Merritt" userId="b92c223c-8880-48c6-9b0c-d25ee1bca468" providerId="ADAL" clId="{9EC6025C-DBC3-4340-9BB3-345037C0AA96}" dt="2025-01-27T14:05:19.710" v="6776" actId="1076"/>
        <pc:sldMkLst>
          <pc:docMk/>
          <pc:sldMk cId="344179166" sldId="277"/>
        </pc:sldMkLst>
        <pc:spChg chg="add del">
          <ac:chgData name="Patrick Merritt" userId="b92c223c-8880-48c6-9b0c-d25ee1bca468" providerId="ADAL" clId="{9EC6025C-DBC3-4340-9BB3-345037C0AA96}" dt="2025-01-27T14:03:41.485" v="6755" actId="22"/>
          <ac:spMkLst>
            <pc:docMk/>
            <pc:sldMk cId="344179166" sldId="277"/>
            <ac:spMk id="3" creationId="{8CF707DD-9446-D073-6ECD-FBAE4A8E16FB}"/>
          </ac:spMkLst>
        </pc:spChg>
        <pc:picChg chg="add">
          <ac:chgData name="Patrick Merritt" userId="b92c223c-8880-48c6-9b0c-d25ee1bca468" providerId="ADAL" clId="{9EC6025C-DBC3-4340-9BB3-345037C0AA96}" dt="2025-01-27T14:03:27.544" v="6753"/>
          <ac:picMkLst>
            <pc:docMk/>
            <pc:sldMk cId="344179166" sldId="277"/>
            <ac:picMk id="3074" creationId="{5FD19308-B322-6992-BAA6-76B9ACDDFBB9}"/>
          </ac:picMkLst>
        </pc:picChg>
        <pc:picChg chg="add mod">
          <ac:chgData name="Patrick Merritt" userId="b92c223c-8880-48c6-9b0c-d25ee1bca468" providerId="ADAL" clId="{9EC6025C-DBC3-4340-9BB3-345037C0AA96}" dt="2025-01-27T14:05:15.202" v="6775" actId="14100"/>
          <ac:picMkLst>
            <pc:docMk/>
            <pc:sldMk cId="344179166" sldId="277"/>
            <ac:picMk id="3076" creationId="{1125B0F9-4CCE-EEF2-E1B5-05B0D1A81B96}"/>
          </ac:picMkLst>
        </pc:picChg>
        <pc:picChg chg="add del mod">
          <ac:chgData name="Patrick Merritt" userId="b92c223c-8880-48c6-9b0c-d25ee1bca468" providerId="ADAL" clId="{9EC6025C-DBC3-4340-9BB3-345037C0AA96}" dt="2025-01-27T14:05:03.302" v="6772" actId="478"/>
          <ac:picMkLst>
            <pc:docMk/>
            <pc:sldMk cId="344179166" sldId="277"/>
            <ac:picMk id="3078" creationId="{04E54613-96D7-2773-AF5D-19CD6795496B}"/>
          </ac:picMkLst>
        </pc:picChg>
        <pc:picChg chg="add mod">
          <ac:chgData name="Patrick Merritt" userId="b92c223c-8880-48c6-9b0c-d25ee1bca468" providerId="ADAL" clId="{9EC6025C-DBC3-4340-9BB3-345037C0AA96}" dt="2025-01-27T14:04:19.942" v="6768" actId="14100"/>
          <ac:picMkLst>
            <pc:docMk/>
            <pc:sldMk cId="344179166" sldId="277"/>
            <ac:picMk id="3080" creationId="{3FEB21BE-50C8-26B9-1D6D-A59199422800}"/>
          </ac:picMkLst>
        </pc:picChg>
        <pc:picChg chg="add mod">
          <ac:chgData name="Patrick Merritt" userId="b92c223c-8880-48c6-9b0c-d25ee1bca468" providerId="ADAL" clId="{9EC6025C-DBC3-4340-9BB3-345037C0AA96}" dt="2025-01-27T14:05:19.710" v="6776" actId="1076"/>
          <ac:picMkLst>
            <pc:docMk/>
            <pc:sldMk cId="344179166" sldId="277"/>
            <ac:picMk id="3082" creationId="{408DB68F-F076-9AEB-0D62-4D195834B6BD}"/>
          </ac:picMkLst>
        </pc:picChg>
        <pc:picChg chg="add mod">
          <ac:chgData name="Patrick Merritt" userId="b92c223c-8880-48c6-9b0c-d25ee1bca468" providerId="ADAL" clId="{9EC6025C-DBC3-4340-9BB3-345037C0AA96}" dt="2025-01-27T14:05:11.140" v="6774" actId="1076"/>
          <ac:picMkLst>
            <pc:docMk/>
            <pc:sldMk cId="344179166" sldId="277"/>
            <ac:picMk id="3084" creationId="{3DD3BD7E-166C-9568-94BE-1E82264131C9}"/>
          </ac:picMkLst>
        </pc:pic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960160652" sldId="277"/>
        </pc:sldMkLst>
      </pc:sldChg>
      <pc:sldChg chg="addSp modSp new mod modClrScheme chgLayout">
        <pc:chgData name="Patrick Merritt" userId="b92c223c-8880-48c6-9b0c-d25ee1bca468" providerId="ADAL" clId="{9EC6025C-DBC3-4340-9BB3-345037C0AA96}" dt="2025-01-27T14:10:33.042" v="7265" actId="20577"/>
        <pc:sldMkLst>
          <pc:docMk/>
          <pc:sldMk cId="2665862159" sldId="278"/>
        </pc:sldMkLst>
        <pc:spChg chg="add mod">
          <ac:chgData name="Patrick Merritt" userId="b92c223c-8880-48c6-9b0c-d25ee1bca468" providerId="ADAL" clId="{9EC6025C-DBC3-4340-9BB3-345037C0AA96}" dt="2025-01-27T14:06:29.817" v="6866" actId="20577"/>
          <ac:spMkLst>
            <pc:docMk/>
            <pc:sldMk cId="2665862159" sldId="278"/>
            <ac:spMk id="2" creationId="{6242DE97-CC05-666F-E3A8-4B53E3342C18}"/>
          </ac:spMkLst>
        </pc:spChg>
        <pc:spChg chg="add mod">
          <ac:chgData name="Patrick Merritt" userId="b92c223c-8880-48c6-9b0c-d25ee1bca468" providerId="ADAL" clId="{9EC6025C-DBC3-4340-9BB3-345037C0AA96}" dt="2025-01-27T14:10:33.042" v="7265" actId="20577"/>
          <ac:spMkLst>
            <pc:docMk/>
            <pc:sldMk cId="2665862159" sldId="278"/>
            <ac:spMk id="3" creationId="{F0FE1388-2514-0380-8322-805421BF92BD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906953895" sldId="278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32710453" sldId="279"/>
        </pc:sldMkLst>
      </pc:sldChg>
      <pc:sldChg chg="addSp delSp modSp new">
        <pc:chgData name="Patrick Merritt" userId="b92c223c-8880-48c6-9b0c-d25ee1bca468" providerId="ADAL" clId="{9EC6025C-DBC3-4340-9BB3-345037C0AA96}" dt="2025-01-27T14:10:02.589" v="7257"/>
        <pc:sldMkLst>
          <pc:docMk/>
          <pc:sldMk cId="2823433187" sldId="279"/>
        </pc:sldMkLst>
        <pc:picChg chg="add del mod">
          <ac:chgData name="Patrick Merritt" userId="b92c223c-8880-48c6-9b0c-d25ee1bca468" providerId="ADAL" clId="{9EC6025C-DBC3-4340-9BB3-345037C0AA96}" dt="2025-01-27T14:09:54.663" v="7256" actId="478"/>
          <ac:picMkLst>
            <pc:docMk/>
            <pc:sldMk cId="2823433187" sldId="279"/>
            <ac:picMk id="4098" creationId="{08E5023E-EB81-2C35-99CC-400CA6DB11A7}"/>
          </ac:picMkLst>
        </pc:picChg>
        <pc:picChg chg="add">
          <ac:chgData name="Patrick Merritt" userId="b92c223c-8880-48c6-9b0c-d25ee1bca468" providerId="ADAL" clId="{9EC6025C-DBC3-4340-9BB3-345037C0AA96}" dt="2025-01-27T14:10:02.589" v="7257"/>
          <ac:picMkLst>
            <pc:docMk/>
            <pc:sldMk cId="2823433187" sldId="279"/>
            <ac:picMk id="4100" creationId="{435552B6-826E-4374-E5BD-0C99717C0C59}"/>
          </ac:picMkLst>
        </pc:pic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26024031" sldId="280"/>
        </pc:sldMkLst>
      </pc:sldChg>
      <pc:sldChg chg="addSp modSp new">
        <pc:chgData name="Patrick Merritt" userId="b92c223c-8880-48c6-9b0c-d25ee1bca468" providerId="ADAL" clId="{9EC6025C-DBC3-4340-9BB3-345037C0AA96}" dt="2025-01-27T14:11:18.052" v="7267" actId="27636"/>
        <pc:sldMkLst>
          <pc:docMk/>
          <pc:sldMk cId="2150877522" sldId="280"/>
        </pc:sldMkLst>
        <pc:picChg chg="add mod">
          <ac:chgData name="Patrick Merritt" userId="b92c223c-8880-48c6-9b0c-d25ee1bca468" providerId="ADAL" clId="{9EC6025C-DBC3-4340-9BB3-345037C0AA96}" dt="2025-01-27T14:11:18.052" v="7267" actId="27636"/>
          <ac:picMkLst>
            <pc:docMk/>
            <pc:sldMk cId="2150877522" sldId="280"/>
            <ac:picMk id="5122" creationId="{9A1A9FC0-6DD5-3FDA-64F5-8F17B902A709}"/>
          </ac:picMkLst>
        </pc:picChg>
      </pc:sldChg>
      <pc:sldChg chg="modSp new mod">
        <pc:chgData name="Patrick Merritt" userId="b92c223c-8880-48c6-9b0c-d25ee1bca468" providerId="ADAL" clId="{9EC6025C-DBC3-4340-9BB3-345037C0AA96}" dt="2025-01-27T14:19:54.199" v="8298" actId="313"/>
        <pc:sldMkLst>
          <pc:docMk/>
          <pc:sldMk cId="3039390461" sldId="281"/>
        </pc:sldMkLst>
        <pc:spChg chg="mod">
          <ac:chgData name="Patrick Merritt" userId="b92c223c-8880-48c6-9b0c-d25ee1bca468" providerId="ADAL" clId="{9EC6025C-DBC3-4340-9BB3-345037C0AA96}" dt="2025-01-27T14:11:51.002" v="7282" actId="20577"/>
          <ac:spMkLst>
            <pc:docMk/>
            <pc:sldMk cId="3039390461" sldId="281"/>
            <ac:spMk id="2" creationId="{A5A2DD18-E3CD-5D5E-18F2-ABC5E71FC042}"/>
          </ac:spMkLst>
        </pc:spChg>
        <pc:spChg chg="mod">
          <ac:chgData name="Patrick Merritt" userId="b92c223c-8880-48c6-9b0c-d25ee1bca468" providerId="ADAL" clId="{9EC6025C-DBC3-4340-9BB3-345037C0AA96}" dt="2025-01-27T14:19:54.199" v="8298" actId="313"/>
          <ac:spMkLst>
            <pc:docMk/>
            <pc:sldMk cId="3039390461" sldId="281"/>
            <ac:spMk id="3" creationId="{612108F9-31EB-AACA-330B-3F5687D2F51E}"/>
          </ac:spMkLst>
        </pc:spChg>
      </pc:sldChg>
      <pc:sldChg chg="new del">
        <pc:chgData name="Patrick Merritt" userId="b92c223c-8880-48c6-9b0c-d25ee1bca468" providerId="ADAL" clId="{9EC6025C-DBC3-4340-9BB3-345037C0AA96}" dt="2025-01-27T14:13:33.064" v="7540" actId="47"/>
        <pc:sldMkLst>
          <pc:docMk/>
          <pc:sldMk cId="1735274963" sldId="282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920123147" sldId="282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744573776" sldId="283"/>
        </pc:sldMkLst>
      </pc:sldChg>
      <pc:sldChg chg="modSp add mod">
        <pc:chgData name="Patrick Merritt" userId="b92c223c-8880-48c6-9b0c-d25ee1bca468" providerId="ADAL" clId="{9EC6025C-DBC3-4340-9BB3-345037C0AA96}" dt="2025-01-27T14:20:20.610" v="8356" actId="20577"/>
        <pc:sldMkLst>
          <pc:docMk/>
          <pc:sldMk cId="4042338702" sldId="283"/>
        </pc:sldMkLst>
        <pc:spChg chg="mod">
          <ac:chgData name="Patrick Merritt" userId="b92c223c-8880-48c6-9b0c-d25ee1bca468" providerId="ADAL" clId="{9EC6025C-DBC3-4340-9BB3-345037C0AA96}" dt="2025-01-27T14:14:33.893" v="7547" actId="20577"/>
          <ac:spMkLst>
            <pc:docMk/>
            <pc:sldMk cId="4042338702" sldId="283"/>
            <ac:spMk id="2" creationId="{C457525B-C57D-EB84-C010-3CAEC0AFB94E}"/>
          </ac:spMkLst>
        </pc:spChg>
        <pc:spChg chg="mod">
          <ac:chgData name="Patrick Merritt" userId="b92c223c-8880-48c6-9b0c-d25ee1bca468" providerId="ADAL" clId="{9EC6025C-DBC3-4340-9BB3-345037C0AA96}" dt="2025-01-27T14:20:20.610" v="8356" actId="20577"/>
          <ac:spMkLst>
            <pc:docMk/>
            <pc:sldMk cId="4042338702" sldId="283"/>
            <ac:spMk id="3" creationId="{DB01F12B-C6EE-AEA1-D458-90B90E9A3A02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331825426" sldId="284"/>
        </pc:sldMkLst>
      </pc:sldChg>
      <pc:sldChg chg="addSp delSp new mod modClrScheme chgLayout">
        <pc:chgData name="Patrick Merritt" userId="b92c223c-8880-48c6-9b0c-d25ee1bca468" providerId="ADAL" clId="{9EC6025C-DBC3-4340-9BB3-345037C0AA96}" dt="2025-01-27T14:18:00.478" v="7981"/>
        <pc:sldMkLst>
          <pc:docMk/>
          <pc:sldMk cId="3658221199" sldId="284"/>
        </pc:sldMkLst>
        <pc:spChg chg="del">
          <ac:chgData name="Patrick Merritt" userId="b92c223c-8880-48c6-9b0c-d25ee1bca468" providerId="ADAL" clId="{9EC6025C-DBC3-4340-9BB3-345037C0AA96}" dt="2025-01-27T14:17:35.181" v="7978" actId="700"/>
          <ac:spMkLst>
            <pc:docMk/>
            <pc:sldMk cId="3658221199" sldId="284"/>
            <ac:spMk id="2" creationId="{702BD90E-824E-50C5-8BD5-723023475B62}"/>
          </ac:spMkLst>
        </pc:spChg>
        <pc:spChg chg="del">
          <ac:chgData name="Patrick Merritt" userId="b92c223c-8880-48c6-9b0c-d25ee1bca468" providerId="ADAL" clId="{9EC6025C-DBC3-4340-9BB3-345037C0AA96}" dt="2025-01-27T14:17:35.181" v="7978" actId="700"/>
          <ac:spMkLst>
            <pc:docMk/>
            <pc:sldMk cId="3658221199" sldId="284"/>
            <ac:spMk id="3" creationId="{5E0B44EF-7C64-CD4D-250B-9A6290D50AC2}"/>
          </ac:spMkLst>
        </pc:spChg>
        <pc:spChg chg="add">
          <ac:chgData name="Patrick Merritt" userId="b92c223c-8880-48c6-9b0c-d25ee1bca468" providerId="ADAL" clId="{9EC6025C-DBC3-4340-9BB3-345037C0AA96}" dt="2025-01-27T14:17:36.299" v="7979"/>
          <ac:spMkLst>
            <pc:docMk/>
            <pc:sldMk cId="3658221199" sldId="284"/>
            <ac:spMk id="4" creationId="{9BC13429-2DB2-9439-9942-DC2EC5DCC8B8}"/>
          </ac:spMkLst>
        </pc:spChg>
        <pc:picChg chg="add">
          <ac:chgData name="Patrick Merritt" userId="b92c223c-8880-48c6-9b0c-d25ee1bca468" providerId="ADAL" clId="{9EC6025C-DBC3-4340-9BB3-345037C0AA96}" dt="2025-01-27T14:17:45.387" v="7980"/>
          <ac:picMkLst>
            <pc:docMk/>
            <pc:sldMk cId="3658221199" sldId="284"/>
            <ac:picMk id="6148" creationId="{065E6830-B98F-CF62-2B33-6AC2D0F93F12}"/>
          </ac:picMkLst>
        </pc:picChg>
        <pc:picChg chg="add">
          <ac:chgData name="Patrick Merritt" userId="b92c223c-8880-48c6-9b0c-d25ee1bca468" providerId="ADAL" clId="{9EC6025C-DBC3-4340-9BB3-345037C0AA96}" dt="2025-01-27T14:18:00.478" v="7981"/>
          <ac:picMkLst>
            <pc:docMk/>
            <pc:sldMk cId="3658221199" sldId="284"/>
            <ac:picMk id="6150" creationId="{879B9AE9-4F86-9161-DE94-94AD347980B3}"/>
          </ac:picMkLst>
        </pc:picChg>
      </pc:sldChg>
      <pc:sldChg chg="modSp add mod ord">
        <pc:chgData name="Patrick Merritt" userId="b92c223c-8880-48c6-9b0c-d25ee1bca468" providerId="ADAL" clId="{9EC6025C-DBC3-4340-9BB3-345037C0AA96}" dt="2025-01-27T14:21:47.915" v="8628" actId="20577"/>
        <pc:sldMkLst>
          <pc:docMk/>
          <pc:sldMk cId="412883725" sldId="285"/>
        </pc:sldMkLst>
        <pc:spChg chg="mod">
          <ac:chgData name="Patrick Merritt" userId="b92c223c-8880-48c6-9b0c-d25ee1bca468" providerId="ADAL" clId="{9EC6025C-DBC3-4340-9BB3-345037C0AA96}" dt="2025-01-27T14:21:47.915" v="8628" actId="20577"/>
          <ac:spMkLst>
            <pc:docMk/>
            <pc:sldMk cId="412883725" sldId="285"/>
            <ac:spMk id="3" creationId="{9131248C-B470-E759-F9E9-8ED9B9F69B33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372618601" sldId="285"/>
        </pc:sldMkLst>
      </pc:sldChg>
      <pc:sldChg chg="new del">
        <pc:chgData name="Patrick Merritt" userId="b92c223c-8880-48c6-9b0c-d25ee1bca468" providerId="ADAL" clId="{9EC6025C-DBC3-4340-9BB3-345037C0AA96}" dt="2025-01-27T14:18:19.016" v="7984" actId="47"/>
        <pc:sldMkLst>
          <pc:docMk/>
          <pc:sldMk cId="3824332676" sldId="285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635401253" sldId="286"/>
        </pc:sldMkLst>
      </pc:sldChg>
      <pc:sldChg chg="addSp delSp modSp new mod modClrScheme chgLayout">
        <pc:chgData name="Patrick Merritt" userId="b92c223c-8880-48c6-9b0c-d25ee1bca468" providerId="ADAL" clId="{9EC6025C-DBC3-4340-9BB3-345037C0AA96}" dt="2025-01-27T14:26:38.201" v="8671" actId="14100"/>
        <pc:sldMkLst>
          <pc:docMk/>
          <pc:sldMk cId="3121156654" sldId="286"/>
        </pc:sldMkLst>
        <pc:spChg chg="del">
          <ac:chgData name="Patrick Merritt" userId="b92c223c-8880-48c6-9b0c-d25ee1bca468" providerId="ADAL" clId="{9EC6025C-DBC3-4340-9BB3-345037C0AA96}" dt="2025-01-27T14:22:27.268" v="8630" actId="700"/>
          <ac:spMkLst>
            <pc:docMk/>
            <pc:sldMk cId="3121156654" sldId="286"/>
            <ac:spMk id="2" creationId="{AC8BB714-6334-9176-035D-2284473932B5}"/>
          </ac:spMkLst>
        </pc:spChg>
        <pc:spChg chg="del">
          <ac:chgData name="Patrick Merritt" userId="b92c223c-8880-48c6-9b0c-d25ee1bca468" providerId="ADAL" clId="{9EC6025C-DBC3-4340-9BB3-345037C0AA96}" dt="2025-01-27T14:22:27.268" v="8630" actId="700"/>
          <ac:spMkLst>
            <pc:docMk/>
            <pc:sldMk cId="3121156654" sldId="286"/>
            <ac:spMk id="3" creationId="{959D2831-46F9-2D6B-AF9A-4E381816E6CB}"/>
          </ac:spMkLst>
        </pc:spChg>
        <pc:spChg chg="add">
          <ac:chgData name="Patrick Merritt" userId="b92c223c-8880-48c6-9b0c-d25ee1bca468" providerId="ADAL" clId="{9EC6025C-DBC3-4340-9BB3-345037C0AA96}" dt="2025-01-27T14:23:46.434" v="8644"/>
          <ac:spMkLst>
            <pc:docMk/>
            <pc:sldMk cId="3121156654" sldId="286"/>
            <ac:spMk id="4" creationId="{0C1EA070-4747-C880-BF8D-8258F4EA3C49}"/>
          </ac:spMkLst>
        </pc:spChg>
        <pc:picChg chg="add mod">
          <ac:chgData name="Patrick Merritt" userId="b92c223c-8880-48c6-9b0c-d25ee1bca468" providerId="ADAL" clId="{9EC6025C-DBC3-4340-9BB3-345037C0AA96}" dt="2025-01-27T14:24:28.980" v="8651" actId="167"/>
          <ac:picMkLst>
            <pc:docMk/>
            <pc:sldMk cId="3121156654" sldId="286"/>
            <ac:picMk id="7170" creationId="{73F00EEA-AF95-6911-3653-E547E7DA01D6}"/>
          </ac:picMkLst>
        </pc:picChg>
        <pc:picChg chg="add mod">
          <ac:chgData name="Patrick Merritt" userId="b92c223c-8880-48c6-9b0c-d25ee1bca468" providerId="ADAL" clId="{9EC6025C-DBC3-4340-9BB3-345037C0AA96}" dt="2025-01-27T14:22:43.666" v="8635" actId="1076"/>
          <ac:picMkLst>
            <pc:docMk/>
            <pc:sldMk cId="3121156654" sldId="286"/>
            <ac:picMk id="7172" creationId="{CC26DDB6-728D-2746-B56E-FC919A93234D}"/>
          </ac:picMkLst>
        </pc:picChg>
        <pc:picChg chg="add mod">
          <ac:chgData name="Patrick Merritt" userId="b92c223c-8880-48c6-9b0c-d25ee1bca468" providerId="ADAL" clId="{9EC6025C-DBC3-4340-9BB3-345037C0AA96}" dt="2025-01-27T14:25:42.448" v="8661" actId="1076"/>
          <ac:picMkLst>
            <pc:docMk/>
            <pc:sldMk cId="3121156654" sldId="286"/>
            <ac:picMk id="7174" creationId="{A311258B-CD8B-0DA8-ECE4-EE3FB190114E}"/>
          </ac:picMkLst>
        </pc:picChg>
        <pc:picChg chg="add mod">
          <ac:chgData name="Patrick Merritt" userId="b92c223c-8880-48c6-9b0c-d25ee1bca468" providerId="ADAL" clId="{9EC6025C-DBC3-4340-9BB3-345037C0AA96}" dt="2025-01-27T14:24:18.826" v="8649" actId="1076"/>
          <ac:picMkLst>
            <pc:docMk/>
            <pc:sldMk cId="3121156654" sldId="286"/>
            <ac:picMk id="7178" creationId="{F6B16760-729C-919E-118F-F066C68B4651}"/>
          </ac:picMkLst>
        </pc:picChg>
        <pc:picChg chg="add mod">
          <ac:chgData name="Patrick Merritt" userId="b92c223c-8880-48c6-9b0c-d25ee1bca468" providerId="ADAL" clId="{9EC6025C-DBC3-4340-9BB3-345037C0AA96}" dt="2025-01-27T14:25:12.361" v="8657" actId="732"/>
          <ac:picMkLst>
            <pc:docMk/>
            <pc:sldMk cId="3121156654" sldId="286"/>
            <ac:picMk id="7180" creationId="{38CF4B87-08A8-8BE3-F2EC-F3D8FFE2FA3D}"/>
          </ac:picMkLst>
        </pc:picChg>
        <pc:picChg chg="add mod">
          <ac:chgData name="Patrick Merritt" userId="b92c223c-8880-48c6-9b0c-d25ee1bca468" providerId="ADAL" clId="{9EC6025C-DBC3-4340-9BB3-345037C0AA96}" dt="2025-01-27T14:25:57.886" v="8664" actId="1076"/>
          <ac:picMkLst>
            <pc:docMk/>
            <pc:sldMk cId="3121156654" sldId="286"/>
            <ac:picMk id="7182" creationId="{6CA0CC74-485A-9931-B54C-5594624BC25F}"/>
          </ac:picMkLst>
        </pc:picChg>
        <pc:picChg chg="add mod">
          <ac:chgData name="Patrick Merritt" userId="b92c223c-8880-48c6-9b0c-d25ee1bca468" providerId="ADAL" clId="{9EC6025C-DBC3-4340-9BB3-345037C0AA96}" dt="2025-01-27T14:26:38.201" v="8671" actId="14100"/>
          <ac:picMkLst>
            <pc:docMk/>
            <pc:sldMk cId="3121156654" sldId="286"/>
            <ac:picMk id="7184" creationId="{B4096A70-B2ED-CC2F-FD64-CF13E6D5EF9C}"/>
          </ac:picMkLst>
        </pc:picChg>
      </pc:sldChg>
      <pc:sldChg chg="add del">
        <pc:chgData name="Patrick Merritt" userId="b92c223c-8880-48c6-9b0c-d25ee1bca468" providerId="ADAL" clId="{9EC6025C-DBC3-4340-9BB3-345037C0AA96}" dt="2025-01-27T14:18:20.492" v="7985" actId="47"/>
        <pc:sldMkLst>
          <pc:docMk/>
          <pc:sldMk cId="3509398961" sldId="286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920878835" sldId="287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73161060" sldId="288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468238212" sldId="289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377103348" sldId="290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766890018" sldId="291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963094468" sldId="292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187744746" sldId="293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4035291229" sldId="294"/>
        </pc:sldMkLst>
      </pc:sldChg>
    </pc:docChg>
  </pc:docChgLst>
  <pc:docChgLst>
    <pc:chgData name="Patrick Merritt" userId="b92c223c-8880-48c6-9b0c-d25ee1bca468" providerId="ADAL" clId="{FDBC693F-FF16-4E41-B116-6BAB1C8CD3B5}"/>
    <pc:docChg chg="undo custSel addSld delSld modSld">
      <pc:chgData name="Patrick Merritt" userId="b92c223c-8880-48c6-9b0c-d25ee1bca468" providerId="ADAL" clId="{FDBC693F-FF16-4E41-B116-6BAB1C8CD3B5}" dt="2024-09-13T19:04:23.554" v="7484" actId="20577"/>
      <pc:docMkLst>
        <pc:docMk/>
      </pc:docMkLst>
      <pc:sldChg chg="modSp mod">
        <pc:chgData name="Patrick Merritt" userId="b92c223c-8880-48c6-9b0c-d25ee1bca468" providerId="ADAL" clId="{FDBC693F-FF16-4E41-B116-6BAB1C8CD3B5}" dt="2024-09-13T17:52:37.855" v="83" actId="27636"/>
        <pc:sldMkLst>
          <pc:docMk/>
          <pc:sldMk cId="357346659" sldId="256"/>
        </pc:sldMkLst>
      </pc:sldChg>
      <pc:sldChg chg="modSp new mod">
        <pc:chgData name="Patrick Merritt" userId="b92c223c-8880-48c6-9b0c-d25ee1bca468" providerId="ADAL" clId="{FDBC693F-FF16-4E41-B116-6BAB1C8CD3B5}" dt="2024-09-13T17:52:41.862" v="92" actId="20577"/>
        <pc:sldMkLst>
          <pc:docMk/>
          <pc:sldMk cId="580719803" sldId="257"/>
        </pc:sldMkLst>
      </pc:sldChg>
      <pc:sldChg chg="modSp new del mod">
        <pc:chgData name="Patrick Merritt" userId="b92c223c-8880-48c6-9b0c-d25ee1bca468" providerId="ADAL" clId="{FDBC693F-FF16-4E41-B116-6BAB1C8CD3B5}" dt="2024-09-13T17:53:39.762" v="118" actId="47"/>
        <pc:sldMkLst>
          <pc:docMk/>
          <pc:sldMk cId="1483480773" sldId="258"/>
        </pc:sldMkLst>
      </pc:sldChg>
      <pc:sldChg chg="add">
        <pc:chgData name="Patrick Merritt" userId="b92c223c-8880-48c6-9b0c-d25ee1bca468" providerId="ADAL" clId="{FDBC693F-FF16-4E41-B116-6BAB1C8CD3B5}" dt="2024-09-13T17:53:38.316" v="117"/>
        <pc:sldMkLst>
          <pc:docMk/>
          <pc:sldMk cId="3586922221" sldId="259"/>
        </pc:sldMkLst>
      </pc:sldChg>
      <pc:sldChg chg="add">
        <pc:chgData name="Patrick Merritt" userId="b92c223c-8880-48c6-9b0c-d25ee1bca468" providerId="ADAL" clId="{FDBC693F-FF16-4E41-B116-6BAB1C8CD3B5}" dt="2024-09-13T17:53:38.316" v="117"/>
        <pc:sldMkLst>
          <pc:docMk/>
          <pc:sldMk cId="3373073726" sldId="260"/>
        </pc:sldMkLst>
      </pc:sldChg>
      <pc:sldChg chg="modSp new mod">
        <pc:chgData name="Patrick Merritt" userId="b92c223c-8880-48c6-9b0c-d25ee1bca468" providerId="ADAL" clId="{FDBC693F-FF16-4E41-B116-6BAB1C8CD3B5}" dt="2024-09-13T17:55:04.157" v="320" actId="20577"/>
        <pc:sldMkLst>
          <pc:docMk/>
          <pc:sldMk cId="320753352" sldId="261"/>
        </pc:sldMkLst>
      </pc:sldChg>
      <pc:sldChg chg="modSp new mod">
        <pc:chgData name="Patrick Merritt" userId="b92c223c-8880-48c6-9b0c-d25ee1bca468" providerId="ADAL" clId="{FDBC693F-FF16-4E41-B116-6BAB1C8CD3B5}" dt="2024-09-13T17:56:34.582" v="594" actId="20577"/>
        <pc:sldMkLst>
          <pc:docMk/>
          <pc:sldMk cId="1532601156" sldId="262"/>
        </pc:sldMkLst>
      </pc:sldChg>
      <pc:sldChg chg="addSp delSp modSp new mod modClrScheme chgLayout">
        <pc:chgData name="Patrick Merritt" userId="b92c223c-8880-48c6-9b0c-d25ee1bca468" providerId="ADAL" clId="{FDBC693F-FF16-4E41-B116-6BAB1C8CD3B5}" dt="2024-09-13T18:00:46.153" v="915" actId="20577"/>
        <pc:sldMkLst>
          <pc:docMk/>
          <pc:sldMk cId="2424145639" sldId="263"/>
        </pc:sldMkLst>
      </pc:sldChg>
      <pc:sldChg chg="addSp delSp modSp new mod modAnim">
        <pc:chgData name="Patrick Merritt" userId="b92c223c-8880-48c6-9b0c-d25ee1bca468" providerId="ADAL" clId="{FDBC693F-FF16-4E41-B116-6BAB1C8CD3B5}" dt="2024-09-13T18:02:36.466" v="998"/>
        <pc:sldMkLst>
          <pc:docMk/>
          <pc:sldMk cId="3298046255" sldId="264"/>
        </pc:sldMkLst>
      </pc:sldChg>
      <pc:sldChg chg="modSp new mod">
        <pc:chgData name="Patrick Merritt" userId="b92c223c-8880-48c6-9b0c-d25ee1bca468" providerId="ADAL" clId="{FDBC693F-FF16-4E41-B116-6BAB1C8CD3B5}" dt="2024-09-13T18:07:19.964" v="1421" actId="20577"/>
        <pc:sldMkLst>
          <pc:docMk/>
          <pc:sldMk cId="1403949790" sldId="265"/>
        </pc:sldMkLst>
      </pc:sldChg>
      <pc:sldChg chg="modSp new mod">
        <pc:chgData name="Patrick Merritt" userId="b92c223c-8880-48c6-9b0c-d25ee1bca468" providerId="ADAL" clId="{FDBC693F-FF16-4E41-B116-6BAB1C8CD3B5}" dt="2024-09-13T18:10:54.168" v="1723" actId="20577"/>
        <pc:sldMkLst>
          <pc:docMk/>
          <pc:sldMk cId="2089680596" sldId="266"/>
        </pc:sldMkLst>
      </pc:sldChg>
      <pc:sldChg chg="new del">
        <pc:chgData name="Patrick Merritt" userId="b92c223c-8880-48c6-9b0c-d25ee1bca468" providerId="ADAL" clId="{FDBC693F-FF16-4E41-B116-6BAB1C8CD3B5}" dt="2024-09-13T18:11:22.053" v="1726" actId="47"/>
        <pc:sldMkLst>
          <pc:docMk/>
          <pc:sldMk cId="136046185" sldId="267"/>
        </pc:sldMkLst>
      </pc:sldChg>
      <pc:sldChg chg="addSp delSp modSp new mod modClrScheme chgLayout">
        <pc:chgData name="Patrick Merritt" userId="b92c223c-8880-48c6-9b0c-d25ee1bca468" providerId="ADAL" clId="{FDBC693F-FF16-4E41-B116-6BAB1C8CD3B5}" dt="2024-09-13T18:18:23.340" v="2682" actId="20577"/>
        <pc:sldMkLst>
          <pc:docMk/>
          <pc:sldMk cId="3564575342" sldId="268"/>
        </pc:sldMkLst>
      </pc:sldChg>
      <pc:sldChg chg="addSp delSp modSp new mod modClrScheme chgLayout">
        <pc:chgData name="Patrick Merritt" userId="b92c223c-8880-48c6-9b0c-d25ee1bca468" providerId="ADAL" clId="{FDBC693F-FF16-4E41-B116-6BAB1C8CD3B5}" dt="2024-09-13T18:13:44.949" v="2162" actId="313"/>
        <pc:sldMkLst>
          <pc:docMk/>
          <pc:sldMk cId="3477603024" sldId="269"/>
        </pc:sldMkLst>
      </pc:sldChg>
      <pc:sldChg chg="modSp new mod">
        <pc:chgData name="Patrick Merritt" userId="b92c223c-8880-48c6-9b0c-d25ee1bca468" providerId="ADAL" clId="{FDBC693F-FF16-4E41-B116-6BAB1C8CD3B5}" dt="2024-09-13T18:22:03.504" v="2830" actId="20577"/>
        <pc:sldMkLst>
          <pc:docMk/>
          <pc:sldMk cId="223871137" sldId="270"/>
        </pc:sldMkLst>
      </pc:sldChg>
      <pc:sldChg chg="modSp new mod">
        <pc:chgData name="Patrick Merritt" userId="b92c223c-8880-48c6-9b0c-d25ee1bca468" providerId="ADAL" clId="{FDBC693F-FF16-4E41-B116-6BAB1C8CD3B5}" dt="2024-09-13T18:16:55.151" v="2577" actId="20577"/>
        <pc:sldMkLst>
          <pc:docMk/>
          <pc:sldMk cId="466035241" sldId="271"/>
        </pc:sldMkLst>
      </pc:sldChg>
      <pc:sldChg chg="modSp new mod">
        <pc:chgData name="Patrick Merritt" userId="b92c223c-8880-48c6-9b0c-d25ee1bca468" providerId="ADAL" clId="{FDBC693F-FF16-4E41-B116-6BAB1C8CD3B5}" dt="2024-09-13T18:17:36.349" v="2614" actId="20577"/>
        <pc:sldMkLst>
          <pc:docMk/>
          <pc:sldMk cId="328884344" sldId="272"/>
        </pc:sldMkLst>
      </pc:sldChg>
      <pc:sldChg chg="modSp new mod">
        <pc:chgData name="Patrick Merritt" userId="b92c223c-8880-48c6-9b0c-d25ee1bca468" providerId="ADAL" clId="{FDBC693F-FF16-4E41-B116-6BAB1C8CD3B5}" dt="2024-09-13T18:18:06.331" v="2663" actId="20577"/>
        <pc:sldMkLst>
          <pc:docMk/>
          <pc:sldMk cId="2635590118" sldId="273"/>
        </pc:sldMkLst>
      </pc:sldChg>
      <pc:sldChg chg="modSp new mod">
        <pc:chgData name="Patrick Merritt" userId="b92c223c-8880-48c6-9b0c-d25ee1bca468" providerId="ADAL" clId="{FDBC693F-FF16-4E41-B116-6BAB1C8CD3B5}" dt="2024-09-13T18:26:02.302" v="3434" actId="313"/>
        <pc:sldMkLst>
          <pc:docMk/>
          <pc:sldMk cId="2661336123" sldId="274"/>
        </pc:sldMkLst>
      </pc:sldChg>
      <pc:sldChg chg="modSp new mod">
        <pc:chgData name="Patrick Merritt" userId="b92c223c-8880-48c6-9b0c-d25ee1bca468" providerId="ADAL" clId="{FDBC693F-FF16-4E41-B116-6BAB1C8CD3B5}" dt="2024-09-13T18:51:52.257" v="5596" actId="27636"/>
        <pc:sldMkLst>
          <pc:docMk/>
          <pc:sldMk cId="4163960834" sldId="275"/>
        </pc:sldMkLst>
      </pc:sldChg>
      <pc:sldChg chg="modSp new mod">
        <pc:chgData name="Patrick Merritt" userId="b92c223c-8880-48c6-9b0c-d25ee1bca468" providerId="ADAL" clId="{FDBC693F-FF16-4E41-B116-6BAB1C8CD3B5}" dt="2024-09-13T18:45:28.002" v="4654" actId="20577"/>
        <pc:sldMkLst>
          <pc:docMk/>
          <pc:sldMk cId="2448776104" sldId="276"/>
        </pc:sldMkLst>
      </pc:sldChg>
      <pc:sldChg chg="addSp delSp modSp new mod setBg">
        <pc:chgData name="Patrick Merritt" userId="b92c223c-8880-48c6-9b0c-d25ee1bca468" providerId="ADAL" clId="{FDBC693F-FF16-4E41-B116-6BAB1C8CD3B5}" dt="2024-09-13T18:45:11.393" v="4623" actId="20577"/>
        <pc:sldMkLst>
          <pc:docMk/>
          <pc:sldMk cId="2410400711" sldId="277"/>
        </pc:sldMkLst>
      </pc:sldChg>
      <pc:sldChg chg="modSp new mod">
        <pc:chgData name="Patrick Merritt" userId="b92c223c-8880-48c6-9b0c-d25ee1bca468" providerId="ADAL" clId="{FDBC693F-FF16-4E41-B116-6BAB1C8CD3B5}" dt="2024-09-13T18:47:40.881" v="4996" actId="20577"/>
        <pc:sldMkLst>
          <pc:docMk/>
          <pc:sldMk cId="2038093615" sldId="278"/>
        </pc:sldMkLst>
      </pc:sldChg>
      <pc:sldChg chg="modSp new mod">
        <pc:chgData name="Patrick Merritt" userId="b92c223c-8880-48c6-9b0c-d25ee1bca468" providerId="ADAL" clId="{FDBC693F-FF16-4E41-B116-6BAB1C8CD3B5}" dt="2024-09-13T18:51:29.313" v="5593" actId="20577"/>
        <pc:sldMkLst>
          <pc:docMk/>
          <pc:sldMk cId="2122404840" sldId="279"/>
        </pc:sldMkLst>
      </pc:sldChg>
      <pc:sldChg chg="modSp new mod">
        <pc:chgData name="Patrick Merritt" userId="b92c223c-8880-48c6-9b0c-d25ee1bca468" providerId="ADAL" clId="{FDBC693F-FF16-4E41-B116-6BAB1C8CD3B5}" dt="2024-09-13T18:54:12.533" v="5832" actId="5793"/>
        <pc:sldMkLst>
          <pc:docMk/>
          <pc:sldMk cId="3065457481" sldId="280"/>
        </pc:sldMkLst>
      </pc:sldChg>
      <pc:sldChg chg="modSp add mod">
        <pc:chgData name="Patrick Merritt" userId="b92c223c-8880-48c6-9b0c-d25ee1bca468" providerId="ADAL" clId="{FDBC693F-FF16-4E41-B116-6BAB1C8CD3B5}" dt="2024-09-13T18:54:09.301" v="5830" actId="5793"/>
        <pc:sldMkLst>
          <pc:docMk/>
          <pc:sldMk cId="952005992" sldId="281"/>
        </pc:sldMkLst>
      </pc:sldChg>
      <pc:sldChg chg="modSp new mod">
        <pc:chgData name="Patrick Merritt" userId="b92c223c-8880-48c6-9b0c-d25ee1bca468" providerId="ADAL" clId="{FDBC693F-FF16-4E41-B116-6BAB1C8CD3B5}" dt="2024-09-13T18:59:54.099" v="6759" actId="20577"/>
        <pc:sldMkLst>
          <pc:docMk/>
          <pc:sldMk cId="1106483303" sldId="282"/>
        </pc:sldMkLst>
      </pc:sldChg>
      <pc:sldChg chg="modSp add mod">
        <pc:chgData name="Patrick Merritt" userId="b92c223c-8880-48c6-9b0c-d25ee1bca468" providerId="ADAL" clId="{FDBC693F-FF16-4E41-B116-6BAB1C8CD3B5}" dt="2024-09-13T18:54:04.711" v="5828" actId="5793"/>
        <pc:sldMkLst>
          <pc:docMk/>
          <pc:sldMk cId="368503682" sldId="283"/>
        </pc:sldMkLst>
      </pc:sldChg>
      <pc:sldChg chg="modSp new mod">
        <pc:chgData name="Patrick Merritt" userId="b92c223c-8880-48c6-9b0c-d25ee1bca468" providerId="ADAL" clId="{FDBC693F-FF16-4E41-B116-6BAB1C8CD3B5}" dt="2024-09-13T19:00:36.582" v="6872" actId="20577"/>
        <pc:sldMkLst>
          <pc:docMk/>
          <pc:sldMk cId="3496431183" sldId="284"/>
        </pc:sldMkLst>
      </pc:sldChg>
      <pc:sldChg chg="addSp delSp modSp new mod chgLayout">
        <pc:chgData name="Patrick Merritt" userId="b92c223c-8880-48c6-9b0c-d25ee1bca468" providerId="ADAL" clId="{FDBC693F-FF16-4E41-B116-6BAB1C8CD3B5}" dt="2024-09-13T19:03:11.709" v="7257" actId="20577"/>
        <pc:sldMkLst>
          <pc:docMk/>
          <pc:sldMk cId="3310120066" sldId="285"/>
        </pc:sldMkLst>
      </pc:sldChg>
      <pc:sldChg chg="modSp new mod">
        <pc:chgData name="Patrick Merritt" userId="b92c223c-8880-48c6-9b0c-d25ee1bca468" providerId="ADAL" clId="{FDBC693F-FF16-4E41-B116-6BAB1C8CD3B5}" dt="2024-09-13T19:04:23.554" v="7484" actId="20577"/>
        <pc:sldMkLst>
          <pc:docMk/>
          <pc:sldMk cId="9190372" sldId="286"/>
        </pc:sldMkLst>
      </pc:sldChg>
    </pc:docChg>
  </pc:docChgLst>
  <pc:docChgLst>
    <pc:chgData name="Patrick Merritt" userId="b92c223c-8880-48c6-9b0c-d25ee1bca468" providerId="ADAL" clId="{F20C7CCD-F387-4FDD-B084-D7B6D2439E2F}"/>
    <pc:docChg chg="undo custSel addSld delSld modSld">
      <pc:chgData name="Patrick Merritt" userId="b92c223c-8880-48c6-9b0c-d25ee1bca468" providerId="ADAL" clId="{F20C7CCD-F387-4FDD-B084-D7B6D2439E2F}" dt="2024-09-26T11:22:03.513" v="9122" actId="20577"/>
      <pc:docMkLst>
        <pc:docMk/>
      </pc:docMkLst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6242323" sldId="258"/>
        </pc:sldMkLst>
      </pc:sldChg>
      <pc:sldChg chg="addSp delSp modSp new mod modClrScheme chgLayout">
        <pc:chgData name="Patrick Merritt" userId="b92c223c-8880-48c6-9b0c-d25ee1bca468" providerId="ADAL" clId="{F20C7CCD-F387-4FDD-B084-D7B6D2439E2F}" dt="2024-09-26T08:52:32.179" v="34" actId="20577"/>
        <pc:sldMkLst>
          <pc:docMk/>
          <pc:sldMk cId="1398592841" sldId="258"/>
        </pc:sldMkLst>
      </pc:sldChg>
      <pc:sldChg chg="addSp delSp modSp new mod modClrScheme chgLayout">
        <pc:chgData name="Patrick Merritt" userId="b92c223c-8880-48c6-9b0c-d25ee1bca468" providerId="ADAL" clId="{F20C7CCD-F387-4FDD-B084-D7B6D2439E2F}" dt="2024-09-26T08:56:19.779" v="68" actId="14100"/>
        <pc:sldMkLst>
          <pc:docMk/>
          <pc:sldMk cId="1309040141" sldId="25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648245939" sldId="25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88867105" sldId="260"/>
        </pc:sldMkLst>
      </pc:sldChg>
      <pc:sldChg chg="addSp modSp add mod">
        <pc:chgData name="Patrick Merritt" userId="b92c223c-8880-48c6-9b0c-d25ee1bca468" providerId="ADAL" clId="{F20C7CCD-F387-4FDD-B084-D7B6D2439E2F}" dt="2024-09-26T08:58:42.369" v="84" actId="15"/>
        <pc:sldMkLst>
          <pc:docMk/>
          <pc:sldMk cId="2445809562" sldId="260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60157542" sldId="261"/>
        </pc:sldMkLst>
      </pc:sldChg>
      <pc:sldChg chg="addSp delSp modSp new mod modClrScheme modAnim chgLayout">
        <pc:chgData name="Patrick Merritt" userId="b92c223c-8880-48c6-9b0c-d25ee1bca468" providerId="ADAL" clId="{F20C7CCD-F387-4FDD-B084-D7B6D2439E2F}" dt="2024-09-26T09:09:24.441" v="647" actId="15"/>
        <pc:sldMkLst>
          <pc:docMk/>
          <pc:sldMk cId="2657044425" sldId="261"/>
        </pc:sldMkLst>
      </pc:sldChg>
      <pc:sldChg chg="modSp new mod">
        <pc:chgData name="Patrick Merritt" userId="b92c223c-8880-48c6-9b0c-d25ee1bca468" providerId="ADAL" clId="{F20C7CCD-F387-4FDD-B084-D7B6D2439E2F}" dt="2024-09-26T09:12:46.486" v="1051" actId="20577"/>
        <pc:sldMkLst>
          <pc:docMk/>
          <pc:sldMk cId="67644557" sldId="262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089327717" sldId="262"/>
        </pc:sldMkLst>
      </pc:sldChg>
      <pc:sldChg chg="modSp new mod">
        <pc:chgData name="Patrick Merritt" userId="b92c223c-8880-48c6-9b0c-d25ee1bca468" providerId="ADAL" clId="{F20C7CCD-F387-4FDD-B084-D7B6D2439E2F}" dt="2024-09-26T09:17:42.994" v="1728" actId="33524"/>
        <pc:sldMkLst>
          <pc:docMk/>
          <pc:sldMk cId="3184832772" sldId="263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018784516" sldId="263"/>
        </pc:sldMkLst>
      </pc:sldChg>
      <pc:sldChg chg="modSp new mod">
        <pc:chgData name="Patrick Merritt" userId="b92c223c-8880-48c6-9b0c-d25ee1bca468" providerId="ADAL" clId="{F20C7CCD-F387-4FDD-B084-D7B6D2439E2F}" dt="2024-09-26T09:22:07.084" v="2359" actId="20577"/>
        <pc:sldMkLst>
          <pc:docMk/>
          <pc:sldMk cId="1160263561" sldId="264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446147249" sldId="264"/>
        </pc:sldMkLst>
      </pc:sldChg>
      <pc:sldChg chg="modSp new mod">
        <pc:chgData name="Patrick Merritt" userId="b92c223c-8880-48c6-9b0c-d25ee1bca468" providerId="ADAL" clId="{F20C7CCD-F387-4FDD-B084-D7B6D2439E2F}" dt="2024-09-26T09:24:58.273" v="2780" actId="20577"/>
        <pc:sldMkLst>
          <pc:docMk/>
          <pc:sldMk cId="1460791423" sldId="265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857973167" sldId="265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16306400" sldId="266"/>
        </pc:sldMkLst>
      </pc:sldChg>
      <pc:sldChg chg="modSp new mod">
        <pc:chgData name="Patrick Merritt" userId="b92c223c-8880-48c6-9b0c-d25ee1bca468" providerId="ADAL" clId="{F20C7CCD-F387-4FDD-B084-D7B6D2439E2F}" dt="2024-09-26T09:34:56.335" v="3073" actId="20577"/>
        <pc:sldMkLst>
          <pc:docMk/>
          <pc:sldMk cId="457442609" sldId="266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812103937" sldId="267"/>
        </pc:sldMkLst>
      </pc:sldChg>
      <pc:sldChg chg="modSp new mod">
        <pc:chgData name="Patrick Merritt" userId="b92c223c-8880-48c6-9b0c-d25ee1bca468" providerId="ADAL" clId="{F20C7CCD-F387-4FDD-B084-D7B6D2439E2F}" dt="2024-09-26T09:38:44.554" v="3586" actId="20577"/>
        <pc:sldMkLst>
          <pc:docMk/>
          <pc:sldMk cId="4261240213" sldId="267"/>
        </pc:sldMkLst>
      </pc:sldChg>
      <pc:sldChg chg="modSp new mod">
        <pc:chgData name="Patrick Merritt" userId="b92c223c-8880-48c6-9b0c-d25ee1bca468" providerId="ADAL" clId="{F20C7CCD-F387-4FDD-B084-D7B6D2439E2F}" dt="2024-09-26T09:45:23.100" v="4290" actId="5793"/>
        <pc:sldMkLst>
          <pc:docMk/>
          <pc:sldMk cId="1756813002" sldId="268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230562751" sldId="268"/>
        </pc:sldMkLst>
      </pc:sldChg>
      <pc:sldChg chg="addSp delSp modSp new del mod modClrScheme modAnim chgLayout">
        <pc:chgData name="Patrick Merritt" userId="b92c223c-8880-48c6-9b0c-d25ee1bca468" providerId="ADAL" clId="{F20C7CCD-F387-4FDD-B084-D7B6D2439E2F}" dt="2024-09-26T09:52:03.527" v="4336" actId="47"/>
        <pc:sldMkLst>
          <pc:docMk/>
          <pc:sldMk cId="14368617" sldId="26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644957450" sldId="269"/>
        </pc:sldMkLst>
      </pc:sldChg>
      <pc:sldChg chg="addSp modSp new mod modClrScheme chgLayout">
        <pc:chgData name="Patrick Merritt" userId="b92c223c-8880-48c6-9b0c-d25ee1bca468" providerId="ADAL" clId="{F20C7CCD-F387-4FDD-B084-D7B6D2439E2F}" dt="2024-09-26T10:06:02.450" v="4806" actId="20577"/>
        <pc:sldMkLst>
          <pc:docMk/>
          <pc:sldMk cId="539388752" sldId="270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490433693" sldId="270"/>
        </pc:sldMkLst>
      </pc:sldChg>
      <pc:sldChg chg="addSp delSp modSp new mod modClrScheme delAnim modAnim chgLayout">
        <pc:chgData name="Patrick Merritt" userId="b92c223c-8880-48c6-9b0c-d25ee1bca468" providerId="ADAL" clId="{F20C7CCD-F387-4FDD-B084-D7B6D2439E2F}" dt="2024-09-26T10:02:19.426" v="4761"/>
        <pc:sldMkLst>
          <pc:docMk/>
          <pc:sldMk cId="201316364" sldId="271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518663768" sldId="271"/>
        </pc:sldMkLst>
      </pc:sldChg>
      <pc:sldChg chg="addSp delSp modSp new mod modAnim">
        <pc:chgData name="Patrick Merritt" userId="b92c223c-8880-48c6-9b0c-d25ee1bca468" providerId="ADAL" clId="{F20C7CCD-F387-4FDD-B084-D7B6D2439E2F}" dt="2024-09-26T10:04:23.409" v="4765"/>
        <pc:sldMkLst>
          <pc:docMk/>
          <pc:sldMk cId="3712171492" sldId="272"/>
        </pc:sldMkLst>
      </pc:sldChg>
      <pc:sldChg chg="addSp delSp modSp new mod modClrScheme modAnim chgLayout">
        <pc:chgData name="Patrick Merritt" userId="b92c223c-8880-48c6-9b0c-d25ee1bca468" providerId="ADAL" clId="{F20C7CCD-F387-4FDD-B084-D7B6D2439E2F}" dt="2024-09-26T10:45:33.240" v="4811"/>
        <pc:sldMkLst>
          <pc:docMk/>
          <pc:sldMk cId="437497965" sldId="273"/>
        </pc:sldMkLst>
      </pc:sldChg>
      <pc:sldChg chg="addSp modSp new mod modClrScheme chgLayout">
        <pc:chgData name="Patrick Merritt" userId="b92c223c-8880-48c6-9b0c-d25ee1bca468" providerId="ADAL" clId="{F20C7CCD-F387-4FDD-B084-D7B6D2439E2F}" dt="2024-09-26T10:52:54.713" v="5059" actId="20577"/>
        <pc:sldMkLst>
          <pc:docMk/>
          <pc:sldMk cId="1156965970" sldId="274"/>
        </pc:sldMkLst>
      </pc:sldChg>
      <pc:sldChg chg="modSp new mod">
        <pc:chgData name="Patrick Merritt" userId="b92c223c-8880-48c6-9b0c-d25ee1bca468" providerId="ADAL" clId="{F20C7CCD-F387-4FDD-B084-D7B6D2439E2F}" dt="2024-09-26T10:58:05.060" v="5825" actId="20577"/>
        <pc:sldMkLst>
          <pc:docMk/>
          <pc:sldMk cId="3225259746" sldId="275"/>
        </pc:sldMkLst>
      </pc:sldChg>
      <pc:sldChg chg="addSp modSp new mod modClrScheme chgLayout">
        <pc:chgData name="Patrick Merritt" userId="b92c223c-8880-48c6-9b0c-d25ee1bca468" providerId="ADAL" clId="{F20C7CCD-F387-4FDD-B084-D7B6D2439E2F}" dt="2024-09-26T11:03:11.419" v="6167" actId="20577"/>
        <pc:sldMkLst>
          <pc:docMk/>
          <pc:sldMk cId="681636710" sldId="276"/>
        </pc:sldMkLst>
      </pc:sldChg>
      <pc:sldChg chg="modSp new mod">
        <pc:chgData name="Patrick Merritt" userId="b92c223c-8880-48c6-9b0c-d25ee1bca468" providerId="ADAL" clId="{F20C7CCD-F387-4FDD-B084-D7B6D2439E2F}" dt="2024-09-26T11:05:49.067" v="6504" actId="20577"/>
        <pc:sldMkLst>
          <pc:docMk/>
          <pc:sldMk cId="3746882016" sldId="277"/>
        </pc:sldMkLst>
      </pc:sldChg>
      <pc:sldChg chg="modSp new mod">
        <pc:chgData name="Patrick Merritt" userId="b92c223c-8880-48c6-9b0c-d25ee1bca468" providerId="ADAL" clId="{F20C7CCD-F387-4FDD-B084-D7B6D2439E2F}" dt="2024-09-26T11:07:42.323" v="6731" actId="20577"/>
        <pc:sldMkLst>
          <pc:docMk/>
          <pc:sldMk cId="4167471716" sldId="278"/>
        </pc:sldMkLst>
      </pc:sldChg>
      <pc:sldChg chg="modSp new mod">
        <pc:chgData name="Patrick Merritt" userId="b92c223c-8880-48c6-9b0c-d25ee1bca468" providerId="ADAL" clId="{F20C7CCD-F387-4FDD-B084-D7B6D2439E2F}" dt="2024-09-26T11:09:24.377" v="7038" actId="20577"/>
        <pc:sldMkLst>
          <pc:docMk/>
          <pc:sldMk cId="816486468" sldId="279"/>
        </pc:sldMkLst>
      </pc:sldChg>
      <pc:sldChg chg="modSp new mod">
        <pc:chgData name="Patrick Merritt" userId="b92c223c-8880-48c6-9b0c-d25ee1bca468" providerId="ADAL" clId="{F20C7CCD-F387-4FDD-B084-D7B6D2439E2F}" dt="2024-09-26T11:11:31.024" v="7330" actId="20577"/>
        <pc:sldMkLst>
          <pc:docMk/>
          <pc:sldMk cId="3162056694" sldId="280"/>
        </pc:sldMkLst>
      </pc:sldChg>
      <pc:sldChg chg="modSp new mod">
        <pc:chgData name="Patrick Merritt" userId="b92c223c-8880-48c6-9b0c-d25ee1bca468" providerId="ADAL" clId="{F20C7CCD-F387-4FDD-B084-D7B6D2439E2F}" dt="2024-09-26T11:12:54.778" v="7575" actId="20577"/>
        <pc:sldMkLst>
          <pc:docMk/>
          <pc:sldMk cId="2330940955" sldId="281"/>
        </pc:sldMkLst>
      </pc:sldChg>
      <pc:sldChg chg="modSp new mod">
        <pc:chgData name="Patrick Merritt" userId="b92c223c-8880-48c6-9b0c-d25ee1bca468" providerId="ADAL" clId="{F20C7CCD-F387-4FDD-B084-D7B6D2439E2F}" dt="2024-09-26T11:14:38.218" v="7956" actId="20577"/>
        <pc:sldMkLst>
          <pc:docMk/>
          <pc:sldMk cId="2190977619" sldId="282"/>
        </pc:sldMkLst>
      </pc:sldChg>
      <pc:sldChg chg="modSp new mod">
        <pc:chgData name="Patrick Merritt" userId="b92c223c-8880-48c6-9b0c-d25ee1bca468" providerId="ADAL" clId="{F20C7CCD-F387-4FDD-B084-D7B6D2439E2F}" dt="2024-09-26T11:17:24.337" v="8369" actId="33524"/>
        <pc:sldMkLst>
          <pc:docMk/>
          <pc:sldMk cId="115782311" sldId="283"/>
        </pc:sldMkLst>
      </pc:sldChg>
      <pc:sldChg chg="modSp new mod">
        <pc:chgData name="Patrick Merritt" userId="b92c223c-8880-48c6-9b0c-d25ee1bca468" providerId="ADAL" clId="{F20C7CCD-F387-4FDD-B084-D7B6D2439E2F}" dt="2024-09-26T11:18:43.138" v="8623" actId="20577"/>
        <pc:sldMkLst>
          <pc:docMk/>
          <pc:sldMk cId="1699937664" sldId="284"/>
        </pc:sldMkLst>
      </pc:sldChg>
      <pc:sldChg chg="modSp new mod">
        <pc:chgData name="Patrick Merritt" userId="b92c223c-8880-48c6-9b0c-d25ee1bca468" providerId="ADAL" clId="{F20C7CCD-F387-4FDD-B084-D7B6D2439E2F}" dt="2024-09-26T11:20:45.545" v="8924" actId="20577"/>
        <pc:sldMkLst>
          <pc:docMk/>
          <pc:sldMk cId="288533857" sldId="285"/>
        </pc:sldMkLst>
      </pc:sldChg>
      <pc:sldChg chg="modSp new mod">
        <pc:chgData name="Patrick Merritt" userId="b92c223c-8880-48c6-9b0c-d25ee1bca468" providerId="ADAL" clId="{F20C7CCD-F387-4FDD-B084-D7B6D2439E2F}" dt="2024-09-26T11:22:03.513" v="9122" actId="20577"/>
        <pc:sldMkLst>
          <pc:docMk/>
          <pc:sldMk cId="2387649602" sldId="286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307113388" sldId="324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662487895" sldId="325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955289497" sldId="326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707838747" sldId="327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724421886" sldId="328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709438690" sldId="32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422887737" sldId="330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422338787" sldId="331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927313181" sldId="332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575478432" sldId="333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787939706" sldId="334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875669439" sldId="335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651853090" sldId="336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731809977" sldId="337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564796546" sldId="338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105099718" sldId="33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065160579" sldId="340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113094226" sldId="341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979081947" sldId="342"/>
        </pc:sldMkLst>
      </pc:sldChg>
    </pc:docChg>
  </pc:docChgLst>
  <pc:docChgLst>
    <pc:chgData name="Patrick Merritt" userId="b92c223c-8880-48c6-9b0c-d25ee1bca468" providerId="ADAL" clId="{2867F41B-BDCC-4786-B7C9-EB43B10B8C4E}"/>
    <pc:docChg chg="undo custSel addSld delSld modSld sldOrd">
      <pc:chgData name="Patrick Merritt" userId="b92c223c-8880-48c6-9b0c-d25ee1bca468" providerId="ADAL" clId="{2867F41B-BDCC-4786-B7C9-EB43B10B8C4E}" dt="2024-10-03T12:23:48.010" v="6657" actId="47"/>
      <pc:docMkLst>
        <pc:docMk/>
      </pc:docMkLst>
      <pc:sldChg chg="modSp mod">
        <pc:chgData name="Patrick Merritt" userId="b92c223c-8880-48c6-9b0c-d25ee1bca468" providerId="ADAL" clId="{2867F41B-BDCC-4786-B7C9-EB43B10B8C4E}" dt="2024-10-03T09:02:28" v="26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2867F41B-BDCC-4786-B7C9-EB43B10B8C4E}" dt="2024-10-03T09:02:56.938" v="107" actId="20577"/>
        <pc:sldMkLst>
          <pc:docMk/>
          <pc:sldMk cId="1398592841" sldId="258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309040141" sldId="259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09:06:14.244" v="416" actId="20577"/>
        <pc:sldMkLst>
          <pc:docMk/>
          <pc:sldMk cId="3069208015" sldId="259"/>
        </pc:sldMkLst>
      </pc:sldChg>
      <pc:sldChg chg="modSp new mod ord">
        <pc:chgData name="Patrick Merritt" userId="b92c223c-8880-48c6-9b0c-d25ee1bca468" providerId="ADAL" clId="{2867F41B-BDCC-4786-B7C9-EB43B10B8C4E}" dt="2024-10-03T09:14:00.981" v="960"/>
        <pc:sldMkLst>
          <pc:docMk/>
          <pc:sldMk cId="466479415" sldId="26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445809562" sldId="26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657044425" sldId="261"/>
        </pc:sldMkLst>
      </pc:sldChg>
      <pc:sldChg chg="modSp new mod">
        <pc:chgData name="Patrick Merritt" userId="b92c223c-8880-48c6-9b0c-d25ee1bca468" providerId="ADAL" clId="{2867F41B-BDCC-4786-B7C9-EB43B10B8C4E}" dt="2024-10-03T09:13:55.258" v="958" actId="20577"/>
        <pc:sldMkLst>
          <pc:docMk/>
          <pc:sldMk cId="3170495832" sldId="261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67644557" sldId="262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09:21:45.445" v="1285" actId="1076"/>
        <pc:sldMkLst>
          <pc:docMk/>
          <pc:sldMk cId="2369821580" sldId="262"/>
        </pc:sldMkLst>
      </pc:sldChg>
      <pc:sldChg chg="addSp delSp modSp new mod">
        <pc:chgData name="Patrick Merritt" userId="b92c223c-8880-48c6-9b0c-d25ee1bca468" providerId="ADAL" clId="{2867F41B-BDCC-4786-B7C9-EB43B10B8C4E}" dt="2024-10-03T09:29:14.103" v="1454" actId="1076"/>
        <pc:sldMkLst>
          <pc:docMk/>
          <pc:sldMk cId="738292188" sldId="263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184832772" sldId="263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160263561" sldId="264"/>
        </pc:sldMkLst>
      </pc:sldChg>
      <pc:sldChg chg="addSp delSp modSp new mod">
        <pc:chgData name="Patrick Merritt" userId="b92c223c-8880-48c6-9b0c-d25ee1bca468" providerId="ADAL" clId="{2867F41B-BDCC-4786-B7C9-EB43B10B8C4E}" dt="2024-10-03T09:34:31.623" v="1602"/>
        <pc:sldMkLst>
          <pc:docMk/>
          <pc:sldMk cId="2424071913" sldId="264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460791423" sldId="265"/>
        </pc:sldMkLst>
      </pc:sldChg>
      <pc:sldChg chg="addSp modSp new mod">
        <pc:chgData name="Patrick Merritt" userId="b92c223c-8880-48c6-9b0c-d25ee1bca468" providerId="ADAL" clId="{2867F41B-BDCC-4786-B7C9-EB43B10B8C4E}" dt="2024-10-03T09:55:01.641" v="1946" actId="20577"/>
        <pc:sldMkLst>
          <pc:docMk/>
          <pc:sldMk cId="2239329461" sldId="265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457442609" sldId="266"/>
        </pc:sldMkLst>
      </pc:sldChg>
      <pc:sldChg chg="addSp delSp modSp new mod">
        <pc:chgData name="Patrick Merritt" userId="b92c223c-8880-48c6-9b0c-d25ee1bca468" providerId="ADAL" clId="{2867F41B-BDCC-4786-B7C9-EB43B10B8C4E}" dt="2024-10-03T10:00:14.975" v="2201" actId="20577"/>
        <pc:sldMkLst>
          <pc:docMk/>
          <pc:sldMk cId="3733965366" sldId="266"/>
        </pc:sldMkLst>
      </pc:sldChg>
      <pc:sldChg chg="modSp new del mod">
        <pc:chgData name="Patrick Merritt" userId="b92c223c-8880-48c6-9b0c-d25ee1bca468" providerId="ADAL" clId="{2867F41B-BDCC-4786-B7C9-EB43B10B8C4E}" dt="2024-10-03T10:02:08.420" v="2210" actId="47"/>
        <pc:sldMkLst>
          <pc:docMk/>
          <pc:sldMk cId="428031534" sldId="267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0:09:12.186" v="2351" actId="20577"/>
        <pc:sldMkLst>
          <pc:docMk/>
          <pc:sldMk cId="2950226605" sldId="267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4261240213" sldId="267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756813002" sldId="268"/>
        </pc:sldMkLst>
      </pc:sldChg>
      <pc:sldChg chg="modSp new mod">
        <pc:chgData name="Patrick Merritt" userId="b92c223c-8880-48c6-9b0c-d25ee1bca468" providerId="ADAL" clId="{2867F41B-BDCC-4786-B7C9-EB43B10B8C4E}" dt="2024-10-03T10:14:41.075" v="2880" actId="20577"/>
        <pc:sldMkLst>
          <pc:docMk/>
          <pc:sldMk cId="3857240944" sldId="268"/>
        </pc:sldMkLst>
      </pc:sldChg>
      <pc:sldChg chg="modSp new mod">
        <pc:chgData name="Patrick Merritt" userId="b92c223c-8880-48c6-9b0c-d25ee1bca468" providerId="ADAL" clId="{2867F41B-BDCC-4786-B7C9-EB43B10B8C4E}" dt="2024-10-03T10:32:52.315" v="3081" actId="20577"/>
        <pc:sldMkLst>
          <pc:docMk/>
          <pc:sldMk cId="3271112337" sldId="269"/>
        </pc:sldMkLst>
      </pc:sldChg>
      <pc:sldChg chg="modSp new mod">
        <pc:chgData name="Patrick Merritt" userId="b92c223c-8880-48c6-9b0c-d25ee1bca468" providerId="ADAL" clId="{2867F41B-BDCC-4786-B7C9-EB43B10B8C4E}" dt="2024-10-03T10:42:36.152" v="3369" actId="20577"/>
        <pc:sldMkLst>
          <pc:docMk/>
          <pc:sldMk cId="429024910" sldId="27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539388752" sldId="27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01316364" sldId="271"/>
        </pc:sldMkLst>
      </pc:sldChg>
      <pc:sldChg chg="modSp new mod">
        <pc:chgData name="Patrick Merritt" userId="b92c223c-8880-48c6-9b0c-d25ee1bca468" providerId="ADAL" clId="{2867F41B-BDCC-4786-B7C9-EB43B10B8C4E}" dt="2024-10-03T10:46:59.089" v="3891" actId="20577"/>
        <pc:sldMkLst>
          <pc:docMk/>
          <pc:sldMk cId="3808552154" sldId="271"/>
        </pc:sldMkLst>
      </pc:sldChg>
      <pc:sldChg chg="addSp delSp new mod modClrScheme chgLayout">
        <pc:chgData name="Patrick Merritt" userId="b92c223c-8880-48c6-9b0c-d25ee1bca468" providerId="ADAL" clId="{2867F41B-BDCC-4786-B7C9-EB43B10B8C4E}" dt="2024-10-03T10:48:17.807" v="3895" actId="700"/>
        <pc:sldMkLst>
          <pc:docMk/>
          <pc:sldMk cId="2483547321" sldId="272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712171492" sldId="272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437497965" sldId="273"/>
        </pc:sldMkLst>
      </pc:sldChg>
      <pc:sldChg chg="addSp delSp modSp new del mod modClrScheme chgLayout">
        <pc:chgData name="Patrick Merritt" userId="b92c223c-8880-48c6-9b0c-d25ee1bca468" providerId="ADAL" clId="{2867F41B-BDCC-4786-B7C9-EB43B10B8C4E}" dt="2024-10-03T10:50:43.507" v="4085" actId="47"/>
        <pc:sldMkLst>
          <pc:docMk/>
          <pc:sldMk cId="3264414337" sldId="273"/>
        </pc:sldMkLst>
      </pc:sldChg>
      <pc:sldChg chg="addSp modSp new mod">
        <pc:chgData name="Patrick Merritt" userId="b92c223c-8880-48c6-9b0c-d25ee1bca468" providerId="ADAL" clId="{2867F41B-BDCC-4786-B7C9-EB43B10B8C4E}" dt="2024-10-03T10:52:31.507" v="4160" actId="20577"/>
        <pc:sldMkLst>
          <pc:docMk/>
          <pc:sldMk cId="3767913251" sldId="273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156965970" sldId="274"/>
        </pc:sldMkLst>
      </pc:sldChg>
      <pc:sldChg chg="modSp add mod">
        <pc:chgData name="Patrick Merritt" userId="b92c223c-8880-48c6-9b0c-d25ee1bca468" providerId="ADAL" clId="{2867F41B-BDCC-4786-B7C9-EB43B10B8C4E}" dt="2024-10-03T10:52:53.870" v="4216" actId="20577"/>
        <pc:sldMkLst>
          <pc:docMk/>
          <pc:sldMk cId="1159574248" sldId="274"/>
        </pc:sldMkLst>
      </pc:sldChg>
      <pc:sldChg chg="modSp add del mod">
        <pc:chgData name="Patrick Merritt" userId="b92c223c-8880-48c6-9b0c-d25ee1bca468" providerId="ADAL" clId="{2867F41B-BDCC-4786-B7C9-EB43B10B8C4E}" dt="2024-10-03T10:50:45.759" v="4086" actId="47"/>
        <pc:sldMkLst>
          <pc:docMk/>
          <pc:sldMk cId="2976756627" sldId="274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225259746" sldId="275"/>
        </pc:sldMkLst>
      </pc:sldChg>
      <pc:sldChg chg="addSp modSp new mod">
        <pc:chgData name="Patrick Merritt" userId="b92c223c-8880-48c6-9b0c-d25ee1bca468" providerId="ADAL" clId="{2867F41B-BDCC-4786-B7C9-EB43B10B8C4E}" dt="2024-10-03T10:54:36.947" v="4266" actId="33524"/>
        <pc:sldMkLst>
          <pc:docMk/>
          <pc:sldMk cId="3555157688" sldId="275"/>
        </pc:sldMkLst>
      </pc:sldChg>
      <pc:sldChg chg="new del">
        <pc:chgData name="Patrick Merritt" userId="b92c223c-8880-48c6-9b0c-d25ee1bca468" providerId="ADAL" clId="{2867F41B-BDCC-4786-B7C9-EB43B10B8C4E}" dt="2024-10-03T10:56:30.608" v="4269" actId="47"/>
        <pc:sldMkLst>
          <pc:docMk/>
          <pc:sldMk cId="138433593" sldId="276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681636710" sldId="276"/>
        </pc:sldMkLst>
      </pc:sldChg>
      <pc:sldChg chg="addSp modSp new mod">
        <pc:chgData name="Patrick Merritt" userId="b92c223c-8880-48c6-9b0c-d25ee1bca468" providerId="ADAL" clId="{2867F41B-BDCC-4786-B7C9-EB43B10B8C4E}" dt="2024-10-03T10:58:21.694" v="4488" actId="20577"/>
        <pc:sldMkLst>
          <pc:docMk/>
          <pc:sldMk cId="3509675672" sldId="277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746882016" sldId="277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03:57.450" v="4862" actId="14100"/>
        <pc:sldMkLst>
          <pc:docMk/>
          <pc:sldMk cId="1729810838" sldId="278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4167471716" sldId="278"/>
        </pc:sldMkLst>
      </pc:sldChg>
      <pc:sldChg chg="addSp delSp modSp add mod">
        <pc:chgData name="Patrick Merritt" userId="b92c223c-8880-48c6-9b0c-d25ee1bca468" providerId="ADAL" clId="{2867F41B-BDCC-4786-B7C9-EB43B10B8C4E}" dt="2024-10-03T11:10:28.235" v="5108" actId="20577"/>
        <pc:sldMkLst>
          <pc:docMk/>
          <pc:sldMk cId="58415026" sldId="279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816486468" sldId="279"/>
        </pc:sldMkLst>
      </pc:sldChg>
      <pc:sldChg chg="addSp delSp modSp add mod ord">
        <pc:chgData name="Patrick Merritt" userId="b92c223c-8880-48c6-9b0c-d25ee1bca468" providerId="ADAL" clId="{2867F41B-BDCC-4786-B7C9-EB43B10B8C4E}" dt="2024-10-03T11:11:11.489" v="5156" actId="1076"/>
        <pc:sldMkLst>
          <pc:docMk/>
          <pc:sldMk cId="941237210" sldId="28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162056694" sldId="280"/>
        </pc:sldMkLst>
      </pc:sldChg>
      <pc:sldChg chg="modSp add mod">
        <pc:chgData name="Patrick Merritt" userId="b92c223c-8880-48c6-9b0c-d25ee1bca468" providerId="ADAL" clId="{2867F41B-BDCC-4786-B7C9-EB43B10B8C4E}" dt="2024-10-03T11:11:30.379" v="5211" actId="5793"/>
        <pc:sldMkLst>
          <pc:docMk/>
          <pc:sldMk cId="2006192712" sldId="281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330940955" sldId="281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190977619" sldId="282"/>
        </pc:sldMkLst>
      </pc:sldChg>
      <pc:sldChg chg="new del">
        <pc:chgData name="Patrick Merritt" userId="b92c223c-8880-48c6-9b0c-d25ee1bca468" providerId="ADAL" clId="{2867F41B-BDCC-4786-B7C9-EB43B10B8C4E}" dt="2024-10-03T11:11:38.433" v="5214" actId="47"/>
        <pc:sldMkLst>
          <pc:docMk/>
          <pc:sldMk cId="4075925722" sldId="282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15782311" sldId="283"/>
        </pc:sldMkLst>
      </pc:sldChg>
      <pc:sldChg chg="addSp delSp modSp add mod">
        <pc:chgData name="Patrick Merritt" userId="b92c223c-8880-48c6-9b0c-d25ee1bca468" providerId="ADAL" clId="{2867F41B-BDCC-4786-B7C9-EB43B10B8C4E}" dt="2024-10-03T11:12:20.013" v="5254" actId="20577"/>
        <pc:sldMkLst>
          <pc:docMk/>
          <pc:sldMk cId="710965597" sldId="283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699937664" sldId="284"/>
        </pc:sldMkLst>
      </pc:sldChg>
      <pc:sldChg chg="new del">
        <pc:chgData name="Patrick Merritt" userId="b92c223c-8880-48c6-9b0c-d25ee1bca468" providerId="ADAL" clId="{2867F41B-BDCC-4786-B7C9-EB43B10B8C4E}" dt="2024-10-03T11:12:33.303" v="5257" actId="47"/>
        <pc:sldMkLst>
          <pc:docMk/>
          <pc:sldMk cId="1765740716" sldId="284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88533857" sldId="285"/>
        </pc:sldMkLst>
      </pc:sldChg>
      <pc:sldChg chg="addSp delSp modSp add mod">
        <pc:chgData name="Patrick Merritt" userId="b92c223c-8880-48c6-9b0c-d25ee1bca468" providerId="ADAL" clId="{2867F41B-BDCC-4786-B7C9-EB43B10B8C4E}" dt="2024-10-03T11:13:16.022" v="5284" actId="5793"/>
        <pc:sldMkLst>
          <pc:docMk/>
          <pc:sldMk cId="3909542010" sldId="285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387649602" sldId="286"/>
        </pc:sldMkLst>
      </pc:sldChg>
      <pc:sldChg chg="addSp modSp new mod">
        <pc:chgData name="Patrick Merritt" userId="b92c223c-8880-48c6-9b0c-d25ee1bca468" providerId="ADAL" clId="{2867F41B-BDCC-4786-B7C9-EB43B10B8C4E}" dt="2024-10-03T11:16:59.098" v="5378" actId="1076"/>
        <pc:sldMkLst>
          <pc:docMk/>
          <pc:sldMk cId="3244693972" sldId="286"/>
        </pc:sldMkLst>
      </pc:sldChg>
      <pc:sldChg chg="addSp modSp new mod">
        <pc:chgData name="Patrick Merritt" userId="b92c223c-8880-48c6-9b0c-d25ee1bca468" providerId="ADAL" clId="{2867F41B-BDCC-4786-B7C9-EB43B10B8C4E}" dt="2024-10-03T11:22:37.856" v="5442" actId="20577"/>
        <pc:sldMkLst>
          <pc:docMk/>
          <pc:sldMk cId="3472564505" sldId="287"/>
        </pc:sldMkLst>
      </pc:sldChg>
      <pc:sldChg chg="addSp delSp modSp add mod">
        <pc:chgData name="Patrick Merritt" userId="b92c223c-8880-48c6-9b0c-d25ee1bca468" providerId="ADAL" clId="{2867F41B-BDCC-4786-B7C9-EB43B10B8C4E}" dt="2024-10-03T11:24:48.762" v="5595" actId="20577"/>
        <pc:sldMkLst>
          <pc:docMk/>
          <pc:sldMk cId="832291781" sldId="288"/>
        </pc:sldMkLst>
      </pc:sldChg>
      <pc:sldChg chg="modSp add mod">
        <pc:chgData name="Patrick Merritt" userId="b92c223c-8880-48c6-9b0c-d25ee1bca468" providerId="ADAL" clId="{2867F41B-BDCC-4786-B7C9-EB43B10B8C4E}" dt="2024-10-03T11:25:52.018" v="5826" actId="5793"/>
        <pc:sldMkLst>
          <pc:docMk/>
          <pc:sldMk cId="4294809072" sldId="289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28:46.794" v="6098" actId="313"/>
        <pc:sldMkLst>
          <pc:docMk/>
          <pc:sldMk cId="897327063" sldId="290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35:57.859" v="6181" actId="14100"/>
        <pc:sldMkLst>
          <pc:docMk/>
          <pc:sldMk cId="556211457" sldId="291"/>
        </pc:sldMkLst>
      </pc:sldChg>
      <pc:sldChg chg="addSp delSp modSp add mod modClrScheme chgLayout">
        <pc:chgData name="Patrick Merritt" userId="b92c223c-8880-48c6-9b0c-d25ee1bca468" providerId="ADAL" clId="{2867F41B-BDCC-4786-B7C9-EB43B10B8C4E}" dt="2024-10-03T11:35:45.664" v="6176" actId="20577"/>
        <pc:sldMkLst>
          <pc:docMk/>
          <pc:sldMk cId="1518095858" sldId="292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37:31.937" v="6334" actId="255"/>
        <pc:sldMkLst>
          <pc:docMk/>
          <pc:sldMk cId="3445034878" sldId="293"/>
        </pc:sldMkLst>
      </pc:sldChg>
      <pc:sldChg chg="new del">
        <pc:chgData name="Patrick Merritt" userId="b92c223c-8880-48c6-9b0c-d25ee1bca468" providerId="ADAL" clId="{2867F41B-BDCC-4786-B7C9-EB43B10B8C4E}" dt="2024-10-03T11:43:17.416" v="6369" actId="47"/>
        <pc:sldMkLst>
          <pc:docMk/>
          <pc:sldMk cId="1087061740" sldId="294"/>
        </pc:sldMkLst>
      </pc:sldChg>
      <pc:sldChg chg="modSp add mod ord">
        <pc:chgData name="Patrick Merritt" userId="b92c223c-8880-48c6-9b0c-d25ee1bca468" providerId="ADAL" clId="{2867F41B-BDCC-4786-B7C9-EB43B10B8C4E}" dt="2024-10-03T11:43:24.334" v="6371" actId="313"/>
        <pc:sldMkLst>
          <pc:docMk/>
          <pc:sldMk cId="2631709704" sldId="295"/>
        </pc:sldMkLst>
      </pc:sldChg>
      <pc:sldChg chg="addSp delSp modSp add mod">
        <pc:chgData name="Patrick Merritt" userId="b92c223c-8880-48c6-9b0c-d25ee1bca468" providerId="ADAL" clId="{2867F41B-BDCC-4786-B7C9-EB43B10B8C4E}" dt="2024-10-03T11:45:49.227" v="6533" actId="207"/>
        <pc:sldMkLst>
          <pc:docMk/>
          <pc:sldMk cId="3503101568" sldId="296"/>
        </pc:sldMkLst>
      </pc:sldChg>
      <pc:sldChg chg="addSp modSp new mod">
        <pc:chgData name="Patrick Merritt" userId="b92c223c-8880-48c6-9b0c-d25ee1bca468" providerId="ADAL" clId="{2867F41B-BDCC-4786-B7C9-EB43B10B8C4E}" dt="2024-10-03T11:46:38.666" v="6559" actId="1076"/>
        <pc:sldMkLst>
          <pc:docMk/>
          <pc:sldMk cId="3092120081" sldId="297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48:57.366" v="6601" actId="1076"/>
        <pc:sldMkLst>
          <pc:docMk/>
          <pc:sldMk cId="3051056342" sldId="298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50:41.300" v="6624" actId="1076"/>
        <pc:sldMkLst>
          <pc:docMk/>
          <pc:sldMk cId="1178397040" sldId="299"/>
        </pc:sldMkLst>
      </pc:sldChg>
      <pc:sldChg chg="addSp modSp new mod">
        <pc:chgData name="Patrick Merritt" userId="b92c223c-8880-48c6-9b0c-d25ee1bca468" providerId="ADAL" clId="{2867F41B-BDCC-4786-B7C9-EB43B10B8C4E}" dt="2024-10-03T12:21:59.484" v="6635"/>
        <pc:sldMkLst>
          <pc:docMk/>
          <pc:sldMk cId="1466222727" sldId="300"/>
        </pc:sldMkLst>
      </pc:sldChg>
      <pc:sldChg chg="addSp delSp modSp add mod">
        <pc:chgData name="Patrick Merritt" userId="b92c223c-8880-48c6-9b0c-d25ee1bca468" providerId="ADAL" clId="{2867F41B-BDCC-4786-B7C9-EB43B10B8C4E}" dt="2024-10-03T12:23:39.248" v="6655" actId="1076"/>
        <pc:sldMkLst>
          <pc:docMk/>
          <pc:sldMk cId="400137227" sldId="301"/>
        </pc:sldMkLst>
      </pc:sldChg>
      <pc:sldChg chg="add del">
        <pc:chgData name="Patrick Merritt" userId="b92c223c-8880-48c6-9b0c-d25ee1bca468" providerId="ADAL" clId="{2867F41B-BDCC-4786-B7C9-EB43B10B8C4E}" dt="2024-10-03T12:23:48.010" v="6657" actId="47"/>
        <pc:sldMkLst>
          <pc:docMk/>
          <pc:sldMk cId="2349471442" sldId="302"/>
        </pc:sldMkLst>
      </pc:sldChg>
    </pc:docChg>
  </pc:docChgLst>
  <pc:docChgLst>
    <pc:chgData name="Patrick Merritt" userId="b92c223c-8880-48c6-9b0c-d25ee1bca468" providerId="ADAL" clId="{ADB446A2-1CD1-42FF-8C4C-FE9C8330FA41}"/>
    <pc:docChg chg="undo custSel addSld delSld modSld sldOrd">
      <pc:chgData name="Patrick Merritt" userId="b92c223c-8880-48c6-9b0c-d25ee1bca468" providerId="ADAL" clId="{ADB446A2-1CD1-42FF-8C4C-FE9C8330FA41}" dt="2024-09-14T12:50:37.844" v="6917" actId="47"/>
      <pc:docMkLst>
        <pc:docMk/>
      </pc:docMkLst>
      <pc:sldChg chg="modSp mod">
        <pc:chgData name="Patrick Merritt" userId="b92c223c-8880-48c6-9b0c-d25ee1bca468" providerId="ADAL" clId="{ADB446A2-1CD1-42FF-8C4C-FE9C8330FA41}" dt="2024-09-14T11:13:23.219" v="20" actId="20577"/>
        <pc:sldMkLst>
          <pc:docMk/>
          <pc:sldMk cId="357346659" sldId="256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1:14:13.680" v="62" actId="20577"/>
        <pc:sldMkLst>
          <pc:docMk/>
          <pc:sldMk cId="2081798048" sldId="258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1:17:28.276" v="623" actId="20577"/>
        <pc:sldMkLst>
          <pc:docMk/>
          <pc:sldMk cId="2643284777" sldId="259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586922221" sldId="259"/>
        </pc:sldMkLst>
      </pc:sldChg>
      <pc:sldChg chg="modSp new mod">
        <pc:chgData name="Patrick Merritt" userId="b92c223c-8880-48c6-9b0c-d25ee1bca468" providerId="ADAL" clId="{ADB446A2-1CD1-42FF-8C4C-FE9C8330FA41}" dt="2024-09-14T11:27:21.409" v="1596" actId="20577"/>
        <pc:sldMkLst>
          <pc:docMk/>
          <pc:sldMk cId="2153999841" sldId="26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373073726" sldId="26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20753352" sldId="261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1:24:25.008" v="1219" actId="20577"/>
        <pc:sldMkLst>
          <pc:docMk/>
          <pc:sldMk cId="1521548385" sldId="261"/>
        </pc:sldMkLst>
      </pc:sldChg>
      <pc:sldChg chg="addSp delSp modSp new del mod modClrScheme chgLayout">
        <pc:chgData name="Patrick Merritt" userId="b92c223c-8880-48c6-9b0c-d25ee1bca468" providerId="ADAL" clId="{ADB446A2-1CD1-42FF-8C4C-FE9C8330FA41}" dt="2024-09-14T11:21:51.708" v="1140" actId="2696"/>
        <pc:sldMkLst>
          <pc:docMk/>
          <pc:sldMk cId="1163140573" sldId="262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1532601156" sldId="262"/>
        </pc:sldMkLst>
      </pc:sldChg>
      <pc:sldChg chg="modSp new mod">
        <pc:chgData name="Patrick Merritt" userId="b92c223c-8880-48c6-9b0c-d25ee1bca468" providerId="ADAL" clId="{ADB446A2-1CD1-42FF-8C4C-FE9C8330FA41}" dt="2024-09-14T11:26:46.643" v="1585" actId="20577"/>
        <pc:sldMkLst>
          <pc:docMk/>
          <pc:sldMk cId="3642388207" sldId="262"/>
        </pc:sldMkLst>
      </pc:sldChg>
      <pc:sldChg chg="modSp new mod">
        <pc:chgData name="Patrick Merritt" userId="b92c223c-8880-48c6-9b0c-d25ee1bca468" providerId="ADAL" clId="{ADB446A2-1CD1-42FF-8C4C-FE9C8330FA41}" dt="2024-09-14T11:28:35.586" v="1803" actId="20577"/>
        <pc:sldMkLst>
          <pc:docMk/>
          <pc:sldMk cId="1902923686" sldId="263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424145639" sldId="263"/>
        </pc:sldMkLst>
      </pc:sldChg>
      <pc:sldChg chg="modSp new mod">
        <pc:chgData name="Patrick Merritt" userId="b92c223c-8880-48c6-9b0c-d25ee1bca468" providerId="ADAL" clId="{ADB446A2-1CD1-42FF-8C4C-FE9C8330FA41}" dt="2024-09-14T11:34:09.707" v="2418" actId="20577"/>
        <pc:sldMkLst>
          <pc:docMk/>
          <pc:sldMk cId="1632783477" sldId="264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298046255" sldId="264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1403949790" sldId="265"/>
        </pc:sldMkLst>
      </pc:sldChg>
      <pc:sldChg chg="modSp add mod">
        <pc:chgData name="Patrick Merritt" userId="b92c223c-8880-48c6-9b0c-d25ee1bca468" providerId="ADAL" clId="{ADB446A2-1CD1-42FF-8C4C-FE9C8330FA41}" dt="2024-09-14T11:35:01.680" v="2422" actId="207"/>
        <pc:sldMkLst>
          <pc:docMk/>
          <pc:sldMk cId="3115540011" sldId="265"/>
        </pc:sldMkLst>
      </pc:sldChg>
      <pc:sldChg chg="modSp new mod">
        <pc:chgData name="Patrick Merritt" userId="b92c223c-8880-48c6-9b0c-d25ee1bca468" providerId="ADAL" clId="{ADB446A2-1CD1-42FF-8C4C-FE9C8330FA41}" dt="2024-09-14T11:41:43.746" v="3324" actId="20577"/>
        <pc:sldMkLst>
          <pc:docMk/>
          <pc:sldMk cId="651173371" sldId="266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089680596" sldId="266"/>
        </pc:sldMkLst>
      </pc:sldChg>
      <pc:sldChg chg="modSp new mod">
        <pc:chgData name="Patrick Merritt" userId="b92c223c-8880-48c6-9b0c-d25ee1bca468" providerId="ADAL" clId="{ADB446A2-1CD1-42FF-8C4C-FE9C8330FA41}" dt="2024-09-14T11:43:50.457" v="3607" actId="20577"/>
        <pc:sldMkLst>
          <pc:docMk/>
          <pc:sldMk cId="1942241606" sldId="267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564575342" sldId="268"/>
        </pc:sldMkLst>
      </pc:sldChg>
      <pc:sldChg chg="addSp modSp new mod">
        <pc:chgData name="Patrick Merritt" userId="b92c223c-8880-48c6-9b0c-d25ee1bca468" providerId="ADAL" clId="{ADB446A2-1CD1-42FF-8C4C-FE9C8330FA41}" dt="2024-09-14T11:47:58.435" v="4089" actId="14100"/>
        <pc:sldMkLst>
          <pc:docMk/>
          <pc:sldMk cId="3950319171" sldId="268"/>
        </pc:sldMkLst>
      </pc:sldChg>
      <pc:sldChg chg="addSp modSp add mod">
        <pc:chgData name="Patrick Merritt" userId="b92c223c-8880-48c6-9b0c-d25ee1bca468" providerId="ADAL" clId="{ADB446A2-1CD1-42FF-8C4C-FE9C8330FA41}" dt="2024-09-14T12:07:57.056" v="4352" actId="20577"/>
        <pc:sldMkLst>
          <pc:docMk/>
          <pc:sldMk cId="1372205005" sldId="269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477603024" sldId="269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23871137" sldId="270"/>
        </pc:sldMkLst>
      </pc:sldChg>
      <pc:sldChg chg="addSp modSp new mod">
        <pc:chgData name="Patrick Merritt" userId="b92c223c-8880-48c6-9b0c-d25ee1bca468" providerId="ADAL" clId="{ADB446A2-1CD1-42FF-8C4C-FE9C8330FA41}" dt="2024-09-14T12:02:21.383" v="4130"/>
        <pc:sldMkLst>
          <pc:docMk/>
          <pc:sldMk cId="3808613249" sldId="27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466035241" sldId="271"/>
        </pc:sldMkLst>
      </pc:sldChg>
      <pc:sldChg chg="modSp add mod">
        <pc:chgData name="Patrick Merritt" userId="b92c223c-8880-48c6-9b0c-d25ee1bca468" providerId="ADAL" clId="{ADB446A2-1CD1-42FF-8C4C-FE9C8330FA41}" dt="2024-09-14T12:03:24.077" v="4299" actId="20577"/>
        <pc:sldMkLst>
          <pc:docMk/>
          <pc:sldMk cId="708840307" sldId="271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28884344" sldId="272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2:07:14.861" v="4343" actId="1076"/>
        <pc:sldMkLst>
          <pc:docMk/>
          <pc:sldMk cId="948560593" sldId="272"/>
        </pc:sldMkLst>
      </pc:sldChg>
      <pc:sldChg chg="addSp modSp new mod modClrScheme chgLayout">
        <pc:chgData name="Patrick Merritt" userId="b92c223c-8880-48c6-9b0c-d25ee1bca468" providerId="ADAL" clId="{ADB446A2-1CD1-42FF-8C4C-FE9C8330FA41}" dt="2024-09-14T12:11:56.819" v="4979" actId="20577"/>
        <pc:sldMkLst>
          <pc:docMk/>
          <pc:sldMk cId="158568247" sldId="273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635590118" sldId="273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661336123" sldId="274"/>
        </pc:sldMkLst>
      </pc:sldChg>
      <pc:sldChg chg="delSp add mod ord">
        <pc:chgData name="Patrick Merritt" userId="b92c223c-8880-48c6-9b0c-d25ee1bca468" providerId="ADAL" clId="{ADB446A2-1CD1-42FF-8C4C-FE9C8330FA41}" dt="2024-09-14T12:07:43.296" v="4350" actId="478"/>
        <pc:sldMkLst>
          <pc:docMk/>
          <pc:sldMk cId="2753529972" sldId="274"/>
        </pc:sldMkLst>
      </pc:sldChg>
      <pc:sldChg chg="modSp new mod">
        <pc:chgData name="Patrick Merritt" userId="b92c223c-8880-48c6-9b0c-d25ee1bca468" providerId="ADAL" clId="{ADB446A2-1CD1-42FF-8C4C-FE9C8330FA41}" dt="2024-09-14T12:13:34.648" v="5020"/>
        <pc:sldMkLst>
          <pc:docMk/>
          <pc:sldMk cId="473278988" sldId="275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4163960834" sldId="275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448776104" sldId="276"/>
        </pc:sldMkLst>
      </pc:sldChg>
      <pc:sldChg chg="modSp new add del mod">
        <pc:chgData name="Patrick Merritt" userId="b92c223c-8880-48c6-9b0c-d25ee1bca468" providerId="ADAL" clId="{ADB446A2-1CD1-42FF-8C4C-FE9C8330FA41}" dt="2024-09-14T12:19:12.492" v="5609" actId="27636"/>
        <pc:sldMkLst>
          <pc:docMk/>
          <pc:sldMk cId="2887096211" sldId="276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410400711" sldId="277"/>
        </pc:sldMkLst>
      </pc:sldChg>
      <pc:sldChg chg="modSp add mod">
        <pc:chgData name="Patrick Merritt" userId="b92c223c-8880-48c6-9b0c-d25ee1bca468" providerId="ADAL" clId="{ADB446A2-1CD1-42FF-8C4C-FE9C8330FA41}" dt="2024-09-14T12:19:16.299" v="5611" actId="27636"/>
        <pc:sldMkLst>
          <pc:docMk/>
          <pc:sldMk cId="2421416547" sldId="277"/>
        </pc:sldMkLst>
      </pc:sldChg>
      <pc:sldChg chg="add">
        <pc:chgData name="Patrick Merritt" userId="b92c223c-8880-48c6-9b0c-d25ee1bca468" providerId="ADAL" clId="{ADB446A2-1CD1-42FF-8C4C-FE9C8330FA41}" dt="2024-09-14T12:19:09.240" v="5607"/>
        <pc:sldMkLst>
          <pc:docMk/>
          <pc:sldMk cId="1371180618" sldId="278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038093615" sldId="278"/>
        </pc:sldMkLst>
      </pc:sldChg>
      <pc:sldChg chg="modSp new del mod">
        <pc:chgData name="Patrick Merritt" userId="b92c223c-8880-48c6-9b0c-d25ee1bca468" providerId="ADAL" clId="{ADB446A2-1CD1-42FF-8C4C-FE9C8330FA41}" dt="2024-09-14T12:19:25.360" v="5615" actId="47"/>
        <pc:sldMkLst>
          <pc:docMk/>
          <pc:sldMk cId="538488438" sldId="279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122404840" sldId="279"/>
        </pc:sldMkLst>
      </pc:sldChg>
      <pc:sldChg chg="modSp add mod">
        <pc:chgData name="Patrick Merritt" userId="b92c223c-8880-48c6-9b0c-d25ee1bca468" providerId="ADAL" clId="{ADB446A2-1CD1-42FF-8C4C-FE9C8330FA41}" dt="2024-09-14T12:19:30.205" v="5616" actId="207"/>
        <pc:sldMkLst>
          <pc:docMk/>
          <pc:sldMk cId="2381582549" sldId="28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065457481" sldId="28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952005992" sldId="281"/>
        </pc:sldMkLst>
      </pc:sldChg>
      <pc:sldChg chg="modSp new mod">
        <pc:chgData name="Patrick Merritt" userId="b92c223c-8880-48c6-9b0c-d25ee1bca468" providerId="ADAL" clId="{ADB446A2-1CD1-42FF-8C4C-FE9C8330FA41}" dt="2024-09-14T12:34:17.561" v="6142" actId="20577"/>
        <pc:sldMkLst>
          <pc:docMk/>
          <pc:sldMk cId="2676798621" sldId="281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1106483303" sldId="282"/>
        </pc:sldMkLst>
      </pc:sldChg>
      <pc:sldChg chg="addSp delSp modSp new del mod modClrScheme chgLayout">
        <pc:chgData name="Patrick Merritt" userId="b92c223c-8880-48c6-9b0c-d25ee1bca468" providerId="ADAL" clId="{ADB446A2-1CD1-42FF-8C4C-FE9C8330FA41}" dt="2024-09-14T12:33:27.421" v="6052" actId="47"/>
        <pc:sldMkLst>
          <pc:docMk/>
          <pc:sldMk cId="1766596933" sldId="282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68503682" sldId="283"/>
        </pc:sldMkLst>
      </pc:sldChg>
      <pc:sldChg chg="addSp delSp modSp add mod">
        <pc:chgData name="Patrick Merritt" userId="b92c223c-8880-48c6-9b0c-d25ee1bca468" providerId="ADAL" clId="{ADB446A2-1CD1-42FF-8C4C-FE9C8330FA41}" dt="2024-09-14T12:45:03.083" v="6840"/>
        <pc:sldMkLst>
          <pc:docMk/>
          <pc:sldMk cId="2236418525" sldId="283"/>
        </pc:sldMkLst>
      </pc:sldChg>
      <pc:sldChg chg="addSp modSp new mod modClrScheme chgLayout">
        <pc:chgData name="Patrick Merritt" userId="b92c223c-8880-48c6-9b0c-d25ee1bca468" providerId="ADAL" clId="{ADB446A2-1CD1-42FF-8C4C-FE9C8330FA41}" dt="2024-09-14T12:50:34.464" v="6916" actId="20577"/>
        <pc:sldMkLst>
          <pc:docMk/>
          <pc:sldMk cId="3186834786" sldId="284"/>
        </pc:sldMkLst>
      </pc:sldChg>
      <pc:sldChg chg="new del">
        <pc:chgData name="Patrick Merritt" userId="b92c223c-8880-48c6-9b0c-d25ee1bca468" providerId="ADAL" clId="{ADB446A2-1CD1-42FF-8C4C-FE9C8330FA41}" dt="2024-09-14T12:33:32.972" v="6054" actId="47"/>
        <pc:sldMkLst>
          <pc:docMk/>
          <pc:sldMk cId="3326727136" sldId="284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496431183" sldId="284"/>
        </pc:sldMkLst>
      </pc:sldChg>
      <pc:sldChg chg="modSp new del mod">
        <pc:chgData name="Patrick Merritt" userId="b92c223c-8880-48c6-9b0c-d25ee1bca468" providerId="ADAL" clId="{ADB446A2-1CD1-42FF-8C4C-FE9C8330FA41}" dt="2024-09-14T12:50:37.844" v="6917" actId="47"/>
        <pc:sldMkLst>
          <pc:docMk/>
          <pc:sldMk cId="3210887495" sldId="285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310120066" sldId="285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9190372" sldId="286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2:46:49.406" v="6860" actId="1076"/>
        <pc:sldMkLst>
          <pc:docMk/>
          <pc:sldMk cId="1741208071" sldId="286"/>
        </pc:sldMkLst>
      </pc:sldChg>
      <pc:sldChg chg="addSp delSp modSp add mod">
        <pc:chgData name="Patrick Merritt" userId="b92c223c-8880-48c6-9b0c-d25ee1bca468" providerId="ADAL" clId="{ADB446A2-1CD1-42FF-8C4C-FE9C8330FA41}" dt="2024-09-14T12:47:31.548" v="6868" actId="207"/>
        <pc:sldMkLst>
          <pc:docMk/>
          <pc:sldMk cId="3800465981" sldId="287"/>
        </pc:sldMkLst>
      </pc:sldChg>
      <pc:sldChg chg="delSp modSp add mod">
        <pc:chgData name="Patrick Merritt" userId="b92c223c-8880-48c6-9b0c-d25ee1bca468" providerId="ADAL" clId="{ADB446A2-1CD1-42FF-8C4C-FE9C8330FA41}" dt="2024-09-14T12:48:33.278" v="6881" actId="478"/>
        <pc:sldMkLst>
          <pc:docMk/>
          <pc:sldMk cId="1002173286" sldId="288"/>
        </pc:sldMkLst>
      </pc:sldChg>
    </pc:docChg>
  </pc:docChgLst>
  <pc:docChgLst>
    <pc:chgData name="Patrick Merritt" userId="b92c223c-8880-48c6-9b0c-d25ee1bca468" providerId="ADAL" clId="{463549EA-C4BF-41D7-A78A-634A6AD114FD}"/>
    <pc:docChg chg="undo custSel addSld delSld modSld">
      <pc:chgData name="Patrick Merritt" userId="b92c223c-8880-48c6-9b0c-d25ee1bca468" providerId="ADAL" clId="{463549EA-C4BF-41D7-A78A-634A6AD114FD}" dt="2024-01-11T13:23:04.535" v="1877" actId="20577"/>
      <pc:docMkLst>
        <pc:docMk/>
      </pc:docMkLst>
      <pc:sldChg chg="addSp delSp modSp new del mod chgLayout">
        <pc:chgData name="Patrick Merritt" userId="b92c223c-8880-48c6-9b0c-d25ee1bca468" providerId="ADAL" clId="{463549EA-C4BF-41D7-A78A-634A6AD114FD}" dt="2024-01-11T12:53:14.291" v="19" actId="47"/>
        <pc:sldMkLst>
          <pc:docMk/>
          <pc:sldMk cId="800039803" sldId="257"/>
        </pc:sldMkLst>
      </pc:sldChg>
      <pc:sldChg chg="addSp delSp modSp new mod modClrScheme chgLayout">
        <pc:chgData name="Patrick Merritt" userId="b92c223c-8880-48c6-9b0c-d25ee1bca468" providerId="ADAL" clId="{463549EA-C4BF-41D7-A78A-634A6AD114FD}" dt="2024-01-11T12:56:35.225" v="124" actId="1037"/>
        <pc:sldMkLst>
          <pc:docMk/>
          <pc:sldMk cId="2285625565" sldId="25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090023474" sldId="25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171259363" sldId="258"/>
        </pc:sldMkLst>
      </pc:sldChg>
      <pc:sldChg chg="addSp delSp modSp new mod modClrScheme chgLayout">
        <pc:chgData name="Patrick Merritt" userId="b92c223c-8880-48c6-9b0c-d25ee1bca468" providerId="ADAL" clId="{463549EA-C4BF-41D7-A78A-634A6AD114FD}" dt="2024-01-11T13:02:33.830" v="673" actId="20577"/>
        <pc:sldMkLst>
          <pc:docMk/>
          <pc:sldMk cId="4144405205" sldId="258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197901773" sldId="259"/>
        </pc:sldMkLst>
      </pc:sldChg>
      <pc:sldChg chg="modSp new mod">
        <pc:chgData name="Patrick Merritt" userId="b92c223c-8880-48c6-9b0c-d25ee1bca468" providerId="ADAL" clId="{463549EA-C4BF-41D7-A78A-634A6AD114FD}" dt="2024-01-11T13:05:05.902" v="1050" actId="20577"/>
        <pc:sldMkLst>
          <pc:docMk/>
          <pc:sldMk cId="2691156661" sldId="259"/>
        </pc:sldMkLst>
      </pc:sldChg>
      <pc:sldChg chg="addSp delSp modSp new mod">
        <pc:chgData name="Patrick Merritt" userId="b92c223c-8880-48c6-9b0c-d25ee1bca468" providerId="ADAL" clId="{463549EA-C4BF-41D7-A78A-634A6AD114FD}" dt="2024-01-11T13:14:13.216" v="1533" actId="14100"/>
        <pc:sldMkLst>
          <pc:docMk/>
          <pc:sldMk cId="354987656" sldId="260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824764564" sldId="260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141273340" sldId="261"/>
        </pc:sldMkLst>
      </pc:sldChg>
      <pc:sldChg chg="addSp delSp modSp new mod modClrScheme chgLayout">
        <pc:chgData name="Patrick Merritt" userId="b92c223c-8880-48c6-9b0c-d25ee1bca468" providerId="ADAL" clId="{463549EA-C4BF-41D7-A78A-634A6AD114FD}" dt="2024-01-11T13:20:25.224" v="1611" actId="14100"/>
        <pc:sldMkLst>
          <pc:docMk/>
          <pc:sldMk cId="2561642139" sldId="261"/>
        </pc:sldMkLst>
      </pc:sldChg>
      <pc:sldChg chg="addSp modSp new mod modClrScheme chgLayout">
        <pc:chgData name="Patrick Merritt" userId="b92c223c-8880-48c6-9b0c-d25ee1bca468" providerId="ADAL" clId="{463549EA-C4BF-41D7-A78A-634A6AD114FD}" dt="2024-01-11T13:23:04.535" v="1877" actId="20577"/>
        <pc:sldMkLst>
          <pc:docMk/>
          <pc:sldMk cId="3458636469" sldId="262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866769334" sldId="262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635429887" sldId="263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124873510" sldId="264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324938249" sldId="265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897488428" sldId="266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565984026" sldId="26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66469310" sldId="268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277664154" sldId="269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125995448" sldId="270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69786884" sldId="271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442787233" sldId="272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24901865" sldId="273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897306204" sldId="274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671767789" sldId="275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541414701" sldId="276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732513907" sldId="27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81169942" sldId="278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57437478" sldId="279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639206012" sldId="280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747582081" sldId="281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085231695" sldId="282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861414133" sldId="283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690954885" sldId="284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78102423" sldId="285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225291369" sldId="286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373353585" sldId="28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932368986" sldId="288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920045742" sldId="289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357407568" sldId="290"/>
        </pc:sldMkLst>
      </pc:sldChg>
    </pc:docChg>
  </pc:docChgLst>
  <pc:docChgLst>
    <pc:chgData name="Patrick Merritt" userId="b92c223c-8880-48c6-9b0c-d25ee1bca468" providerId="ADAL" clId="{6E891DCA-F992-447A-84A5-43567EFDD919}"/>
    <pc:docChg chg="undo custSel addSld delSld modSld sldOrd">
      <pc:chgData name="Patrick Merritt" userId="b92c223c-8880-48c6-9b0c-d25ee1bca468" providerId="ADAL" clId="{6E891DCA-F992-447A-84A5-43567EFDD919}" dt="2025-01-27T12:33:01.597" v="4987"/>
      <pc:docMkLst>
        <pc:docMk/>
      </pc:docMkLst>
      <pc:sldChg chg="modSp mod">
        <pc:chgData name="Patrick Merritt" userId="b92c223c-8880-48c6-9b0c-d25ee1bca468" providerId="ADAL" clId="{6E891DCA-F992-447A-84A5-43567EFDD919}" dt="2025-01-27T10:52:57.855" v="122" actId="6549"/>
        <pc:sldMkLst>
          <pc:docMk/>
          <pc:sldMk cId="357346659" sldId="256"/>
        </pc:sldMkLst>
        <pc:spChg chg="mod">
          <ac:chgData name="Patrick Merritt" userId="b92c223c-8880-48c6-9b0c-d25ee1bca468" providerId="ADAL" clId="{6E891DCA-F992-447A-84A5-43567EFDD919}" dt="2025-01-27T10:52:57.855" v="122" actId="6549"/>
          <ac:spMkLst>
            <pc:docMk/>
            <pc:sldMk cId="357346659" sldId="256"/>
            <ac:spMk id="2" creationId="{B2975A7C-D54D-05E0-876F-826FC221EA09}"/>
          </ac:spMkLst>
        </pc:spChg>
      </pc:sldChg>
      <pc:sldChg chg="modSp mod">
        <pc:chgData name="Patrick Merritt" userId="b92c223c-8880-48c6-9b0c-d25ee1bca468" providerId="ADAL" clId="{6E891DCA-F992-447A-84A5-43567EFDD919}" dt="2025-01-27T10:53:05.729" v="132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6E891DCA-F992-447A-84A5-43567EFDD919}" dt="2025-01-27T10:53:05.729" v="132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643226764" sldId="258"/>
        </pc:sldMkLst>
      </pc:sldChg>
      <pc:sldChg chg="modSp new mod">
        <pc:chgData name="Patrick Merritt" userId="b92c223c-8880-48c6-9b0c-d25ee1bca468" providerId="ADAL" clId="{6E891DCA-F992-447A-84A5-43567EFDD919}" dt="2025-01-27T10:55:42.328" v="451" actId="20577"/>
        <pc:sldMkLst>
          <pc:docMk/>
          <pc:sldMk cId="3942130963" sldId="258"/>
        </pc:sldMkLst>
        <pc:spChg chg="mod">
          <ac:chgData name="Patrick Merritt" userId="b92c223c-8880-48c6-9b0c-d25ee1bca468" providerId="ADAL" clId="{6E891DCA-F992-447A-84A5-43567EFDD919}" dt="2025-01-27T10:53:25.532" v="175" actId="20577"/>
          <ac:spMkLst>
            <pc:docMk/>
            <pc:sldMk cId="3942130963" sldId="258"/>
            <ac:spMk id="2" creationId="{5A2989C7-25AC-EF0C-C37C-B142EB59330C}"/>
          </ac:spMkLst>
        </pc:spChg>
        <pc:spChg chg="mod">
          <ac:chgData name="Patrick Merritt" userId="b92c223c-8880-48c6-9b0c-d25ee1bca468" providerId="ADAL" clId="{6E891DCA-F992-447A-84A5-43567EFDD919}" dt="2025-01-27T10:55:42.328" v="451" actId="20577"/>
          <ac:spMkLst>
            <pc:docMk/>
            <pc:sldMk cId="3942130963" sldId="258"/>
            <ac:spMk id="3" creationId="{22D7406A-8684-C1C6-1A6E-6F28711A5369}"/>
          </ac:spMkLst>
        </pc:spChg>
      </pc:sldChg>
      <pc:sldChg chg="modSp new mod">
        <pc:chgData name="Patrick Merritt" userId="b92c223c-8880-48c6-9b0c-d25ee1bca468" providerId="ADAL" clId="{6E891DCA-F992-447A-84A5-43567EFDD919}" dt="2025-01-27T10:56:36.401" v="596" actId="5793"/>
        <pc:sldMkLst>
          <pc:docMk/>
          <pc:sldMk cId="3246275381" sldId="259"/>
        </pc:sldMkLst>
        <pc:spChg chg="mod">
          <ac:chgData name="Patrick Merritt" userId="b92c223c-8880-48c6-9b0c-d25ee1bca468" providerId="ADAL" clId="{6E891DCA-F992-447A-84A5-43567EFDD919}" dt="2025-01-27T10:56:23.932" v="541" actId="313"/>
          <ac:spMkLst>
            <pc:docMk/>
            <pc:sldMk cId="3246275381" sldId="259"/>
            <ac:spMk id="2" creationId="{CE1CAD54-5F71-F446-1223-3F489CBB59AD}"/>
          </ac:spMkLst>
        </pc:spChg>
        <pc:spChg chg="mod">
          <ac:chgData name="Patrick Merritt" userId="b92c223c-8880-48c6-9b0c-d25ee1bca468" providerId="ADAL" clId="{6E891DCA-F992-447A-84A5-43567EFDD919}" dt="2025-01-27T10:56:36.401" v="596" actId="5793"/>
          <ac:spMkLst>
            <pc:docMk/>
            <pc:sldMk cId="3246275381" sldId="259"/>
            <ac:spMk id="3" creationId="{9669E0B6-D819-BF8F-E655-82C3D6CC8E71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400112143" sldId="259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45965397" sldId="260"/>
        </pc:sldMkLst>
      </pc:sldChg>
      <pc:sldChg chg="modSp new mod">
        <pc:chgData name="Patrick Merritt" userId="b92c223c-8880-48c6-9b0c-d25ee1bca468" providerId="ADAL" clId="{6E891DCA-F992-447A-84A5-43567EFDD919}" dt="2025-01-27T11:32:55.557" v="2519" actId="5793"/>
        <pc:sldMkLst>
          <pc:docMk/>
          <pc:sldMk cId="2052866020" sldId="260"/>
        </pc:sldMkLst>
        <pc:spChg chg="mod">
          <ac:chgData name="Patrick Merritt" userId="b92c223c-8880-48c6-9b0c-d25ee1bca468" providerId="ADAL" clId="{6E891DCA-F992-447A-84A5-43567EFDD919}" dt="2025-01-27T10:56:58.791" v="660" actId="20577"/>
          <ac:spMkLst>
            <pc:docMk/>
            <pc:sldMk cId="2052866020" sldId="260"/>
            <ac:spMk id="2" creationId="{E90CBC39-5C5D-B81C-AB3F-41B69159FBF6}"/>
          </ac:spMkLst>
        </pc:spChg>
        <pc:spChg chg="mod">
          <ac:chgData name="Patrick Merritt" userId="b92c223c-8880-48c6-9b0c-d25ee1bca468" providerId="ADAL" clId="{6E891DCA-F992-447A-84A5-43567EFDD919}" dt="2025-01-27T11:32:55.557" v="2519" actId="5793"/>
          <ac:spMkLst>
            <pc:docMk/>
            <pc:sldMk cId="2052866020" sldId="260"/>
            <ac:spMk id="3" creationId="{E8265CD9-4F58-F537-A90C-70911F148FAF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410822207" sldId="261"/>
        </pc:sldMkLst>
      </pc:sldChg>
      <pc:sldChg chg="addSp delSp modSp new del mod modClrScheme chgLayout">
        <pc:chgData name="Patrick Merritt" userId="b92c223c-8880-48c6-9b0c-d25ee1bca468" providerId="ADAL" clId="{6E891DCA-F992-447A-84A5-43567EFDD919}" dt="2025-01-27T11:16:14.869" v="1309" actId="47"/>
        <pc:sldMkLst>
          <pc:docMk/>
          <pc:sldMk cId="1603968696" sldId="261"/>
        </pc:sldMkLst>
        <pc:spChg chg="mod ord">
          <ac:chgData name="Patrick Merritt" userId="b92c223c-8880-48c6-9b0c-d25ee1bca468" providerId="ADAL" clId="{6E891DCA-F992-447A-84A5-43567EFDD919}" dt="2025-01-27T11:01:38.134" v="1042" actId="700"/>
          <ac:spMkLst>
            <pc:docMk/>
            <pc:sldMk cId="1603968696" sldId="261"/>
            <ac:spMk id="2" creationId="{E918C811-E210-2CDE-B167-8ABFB8A684D8}"/>
          </ac:spMkLst>
        </pc:spChg>
        <pc:spChg chg="mod ord">
          <ac:chgData name="Patrick Merritt" userId="b92c223c-8880-48c6-9b0c-d25ee1bca468" providerId="ADAL" clId="{6E891DCA-F992-447A-84A5-43567EFDD919}" dt="2025-01-27T11:12:45.494" v="1220" actId="20577"/>
          <ac:spMkLst>
            <pc:docMk/>
            <pc:sldMk cId="1603968696" sldId="261"/>
            <ac:spMk id="3" creationId="{6CE1C0FE-C68D-89F7-68EB-58283BC87095}"/>
          </ac:spMkLst>
        </pc:spChg>
        <pc:spChg chg="add mod ord">
          <ac:chgData name="Patrick Merritt" userId="b92c223c-8880-48c6-9b0c-d25ee1bca468" providerId="ADAL" clId="{6E891DCA-F992-447A-84A5-43567EFDD919}" dt="2025-01-27T11:16:08.614" v="1308" actId="20577"/>
          <ac:spMkLst>
            <pc:docMk/>
            <pc:sldMk cId="1603968696" sldId="261"/>
            <ac:spMk id="6" creationId="{75E7B4D4-9009-E794-21B0-15C44DDE852F}"/>
          </ac:spMkLst>
        </pc:spChg>
        <pc:spChg chg="add mod ord">
          <ac:chgData name="Patrick Merritt" userId="b92c223c-8880-48c6-9b0c-d25ee1bca468" providerId="ADAL" clId="{6E891DCA-F992-447A-84A5-43567EFDD919}" dt="2025-01-27T11:10:06.411" v="1136" actId="20577"/>
          <ac:spMkLst>
            <pc:docMk/>
            <pc:sldMk cId="1603968696" sldId="261"/>
            <ac:spMk id="7" creationId="{63572002-C071-3AFD-6575-EACE782C7538}"/>
          </ac:spMkLst>
        </pc:spChg>
        <pc:spChg chg="add mod ord">
          <ac:chgData name="Patrick Merritt" userId="b92c223c-8880-48c6-9b0c-d25ee1bca468" providerId="ADAL" clId="{6E891DCA-F992-447A-84A5-43567EFDD919}" dt="2025-01-27T11:13:29.153" v="1260" actId="20577"/>
          <ac:spMkLst>
            <pc:docMk/>
            <pc:sldMk cId="1603968696" sldId="261"/>
            <ac:spMk id="8" creationId="{DCA0A5EA-769B-1171-8F34-E2D4FF387BAF}"/>
          </ac:spMkLst>
        </pc:spChg>
        <pc:cxnChg chg="add del">
          <ac:chgData name="Patrick Merritt" userId="b92c223c-8880-48c6-9b0c-d25ee1bca468" providerId="ADAL" clId="{6E891DCA-F992-447A-84A5-43567EFDD919}" dt="2025-01-27T10:58:57.439" v="948" actId="478"/>
          <ac:cxnSpMkLst>
            <pc:docMk/>
            <pc:sldMk cId="1603968696" sldId="261"/>
            <ac:cxnSpMk id="5" creationId="{4848B624-AF0F-4B64-07E3-A41161855879}"/>
          </ac:cxnSpMkLst>
        </pc:cxnChg>
      </pc:sldChg>
      <pc:sldChg chg="modSp new mod">
        <pc:chgData name="Patrick Merritt" userId="b92c223c-8880-48c6-9b0c-d25ee1bca468" providerId="ADAL" clId="{6E891DCA-F992-447A-84A5-43567EFDD919}" dt="2025-01-27T11:20:23.191" v="1844" actId="313"/>
        <pc:sldMkLst>
          <pc:docMk/>
          <pc:sldMk cId="3099431077" sldId="261"/>
        </pc:sldMkLst>
        <pc:spChg chg="mod">
          <ac:chgData name="Patrick Merritt" userId="b92c223c-8880-48c6-9b0c-d25ee1bca468" providerId="ADAL" clId="{6E891DCA-F992-447A-84A5-43567EFDD919}" dt="2025-01-27T11:17:01.649" v="1352" actId="20577"/>
          <ac:spMkLst>
            <pc:docMk/>
            <pc:sldMk cId="3099431077" sldId="261"/>
            <ac:spMk id="2" creationId="{CC4EEDE3-9586-144C-08B7-F9FC4BA9DE48}"/>
          </ac:spMkLst>
        </pc:spChg>
        <pc:spChg chg="mod">
          <ac:chgData name="Patrick Merritt" userId="b92c223c-8880-48c6-9b0c-d25ee1bca468" providerId="ADAL" clId="{6E891DCA-F992-447A-84A5-43567EFDD919}" dt="2025-01-27T11:20:23.191" v="1844" actId="313"/>
          <ac:spMkLst>
            <pc:docMk/>
            <pc:sldMk cId="3099431077" sldId="261"/>
            <ac:spMk id="3" creationId="{57E14167-BA40-70CE-1566-D4581CFC821E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501404912" sldId="262"/>
        </pc:sldMkLst>
      </pc:sldChg>
      <pc:sldChg chg="modSp new mod">
        <pc:chgData name="Patrick Merritt" userId="b92c223c-8880-48c6-9b0c-d25ee1bca468" providerId="ADAL" clId="{6E891DCA-F992-447A-84A5-43567EFDD919}" dt="2025-01-27T11:28:55.236" v="2448" actId="5793"/>
        <pc:sldMkLst>
          <pc:docMk/>
          <pc:sldMk cId="3620003289" sldId="262"/>
        </pc:sldMkLst>
        <pc:spChg chg="mod">
          <ac:chgData name="Patrick Merritt" userId="b92c223c-8880-48c6-9b0c-d25ee1bca468" providerId="ADAL" clId="{6E891DCA-F992-447A-84A5-43567EFDD919}" dt="2025-01-27T11:20:32.625" v="1853" actId="20577"/>
          <ac:spMkLst>
            <pc:docMk/>
            <pc:sldMk cId="3620003289" sldId="262"/>
            <ac:spMk id="2" creationId="{76680AF8-5F3B-8170-95AA-E6EB8727A957}"/>
          </ac:spMkLst>
        </pc:spChg>
        <pc:spChg chg="mod">
          <ac:chgData name="Patrick Merritt" userId="b92c223c-8880-48c6-9b0c-d25ee1bca468" providerId="ADAL" clId="{6E891DCA-F992-447A-84A5-43567EFDD919}" dt="2025-01-27T11:28:55.236" v="2448" actId="5793"/>
          <ac:spMkLst>
            <pc:docMk/>
            <pc:sldMk cId="3620003289" sldId="262"/>
            <ac:spMk id="3" creationId="{9F496E76-5D99-E463-5508-4560792AC6C0}"/>
          </ac:spMkLst>
        </pc:spChg>
      </pc:sldChg>
      <pc:sldChg chg="addSp modSp new mod">
        <pc:chgData name="Patrick Merritt" userId="b92c223c-8880-48c6-9b0c-d25ee1bca468" providerId="ADAL" clId="{6E891DCA-F992-447A-84A5-43567EFDD919}" dt="2025-01-27T11:32:59.340" v="2520" actId="1076"/>
        <pc:sldMkLst>
          <pc:docMk/>
          <pc:sldMk cId="1883699411" sldId="263"/>
        </pc:sldMkLst>
        <pc:spChg chg="mod">
          <ac:chgData name="Patrick Merritt" userId="b92c223c-8880-48c6-9b0c-d25ee1bca468" providerId="ADAL" clId="{6E891DCA-F992-447A-84A5-43567EFDD919}" dt="2025-01-27T11:29:01.363" v="2461" actId="20577"/>
          <ac:spMkLst>
            <pc:docMk/>
            <pc:sldMk cId="1883699411" sldId="263"/>
            <ac:spMk id="2" creationId="{127CF676-D1CF-8A84-64F6-532A536DB7AD}"/>
          </ac:spMkLst>
        </pc:spChg>
        <pc:spChg chg="mod">
          <ac:chgData name="Patrick Merritt" userId="b92c223c-8880-48c6-9b0c-d25ee1bca468" providerId="ADAL" clId="{6E891DCA-F992-447A-84A5-43567EFDD919}" dt="2025-01-27T11:29:15.793" v="2493" actId="5793"/>
          <ac:spMkLst>
            <pc:docMk/>
            <pc:sldMk cId="1883699411" sldId="263"/>
            <ac:spMk id="3" creationId="{FCEDEBA7-CC51-FAC5-A512-A0239EDBA32F}"/>
          </ac:spMkLst>
        </pc:spChg>
        <pc:spChg chg="add mod">
          <ac:chgData name="Patrick Merritt" userId="b92c223c-8880-48c6-9b0c-d25ee1bca468" providerId="ADAL" clId="{6E891DCA-F992-447A-84A5-43567EFDD919}" dt="2025-01-27T11:29:27.438" v="2496" actId="1076"/>
          <ac:spMkLst>
            <pc:docMk/>
            <pc:sldMk cId="1883699411" sldId="263"/>
            <ac:spMk id="4" creationId="{BAC8672B-8355-FE15-CB19-F878CF4763DC}"/>
          </ac:spMkLst>
        </pc:spChg>
        <pc:spChg chg="add mod">
          <ac:chgData name="Patrick Merritt" userId="b92c223c-8880-48c6-9b0c-d25ee1bca468" providerId="ADAL" clId="{6E891DCA-F992-447A-84A5-43567EFDD919}" dt="2025-01-27T11:29:34.412" v="2498" actId="1076"/>
          <ac:spMkLst>
            <pc:docMk/>
            <pc:sldMk cId="1883699411" sldId="263"/>
            <ac:spMk id="5" creationId="{9401E0F5-4E36-2AC0-492B-D5C6B7D0A238}"/>
          </ac:spMkLst>
        </pc:spChg>
        <pc:spChg chg="add mod">
          <ac:chgData name="Patrick Merritt" userId="b92c223c-8880-48c6-9b0c-d25ee1bca468" providerId="ADAL" clId="{6E891DCA-F992-447A-84A5-43567EFDD919}" dt="2025-01-27T11:29:48.748" v="2502" actId="1076"/>
          <ac:spMkLst>
            <pc:docMk/>
            <pc:sldMk cId="1883699411" sldId="263"/>
            <ac:spMk id="6" creationId="{606BD23D-0B1D-47B4-0B70-B61701F44563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8" creationId="{B8EEF667-231C-62D5-5FF6-C105F2AAC198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1" creationId="{E294FB12-F699-974E-A6A5-BA618AC79AA8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2" creationId="{13771E21-EB45-0048-42CF-5058CA6AC82A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3" creationId="{57987080-1A33-60FE-796F-F8D692D48458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4" creationId="{E4FCF16F-14DA-DF37-247A-168E43A348A4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5" creationId="{50A8DD76-31E5-1D22-D1ED-60C10D24747C}"/>
          </ac:spMkLst>
        </pc:spChg>
        <pc:spChg chg="add mod">
          <ac:chgData name="Patrick Merritt" userId="b92c223c-8880-48c6-9b0c-d25ee1bca468" providerId="ADAL" clId="{6E891DCA-F992-447A-84A5-43567EFDD919}" dt="2025-01-27T11:32:20.965" v="2514" actId="1076"/>
          <ac:spMkLst>
            <pc:docMk/>
            <pc:sldMk cId="1883699411" sldId="263"/>
            <ac:spMk id="16" creationId="{141EC352-6284-795F-8AA8-463CE4E0BC84}"/>
          </ac:spMkLst>
        </pc:spChg>
        <pc:spChg chg="add mod">
          <ac:chgData name="Patrick Merritt" userId="b92c223c-8880-48c6-9b0c-d25ee1bca468" providerId="ADAL" clId="{6E891DCA-F992-447A-84A5-43567EFDD919}" dt="2025-01-27T11:32:31.241" v="2517" actId="1076"/>
          <ac:spMkLst>
            <pc:docMk/>
            <pc:sldMk cId="1883699411" sldId="263"/>
            <ac:spMk id="17" creationId="{8A3A826B-654B-1120-D8FE-5E9806DD8B0A}"/>
          </ac:spMkLst>
        </pc:spChg>
        <pc:grpChg chg="add mod">
          <ac:chgData name="Patrick Merritt" userId="b92c223c-8880-48c6-9b0c-d25ee1bca468" providerId="ADAL" clId="{6E891DCA-F992-447A-84A5-43567EFDD919}" dt="2025-01-27T11:32:59.340" v="2520" actId="1076"/>
          <ac:grpSpMkLst>
            <pc:docMk/>
            <pc:sldMk cId="1883699411" sldId="263"/>
            <ac:grpSpMk id="7" creationId="{0102F75A-B5F6-1288-C930-9A5EF77521BD}"/>
          </ac:grpSpMkLst>
        </pc:grpChg>
        <pc:grpChg chg="mod">
          <ac:chgData name="Patrick Merritt" userId="b92c223c-8880-48c6-9b0c-d25ee1bca468" providerId="ADAL" clId="{6E891DCA-F992-447A-84A5-43567EFDD919}" dt="2025-01-27T11:31:21.534" v="2503"/>
          <ac:grpSpMkLst>
            <pc:docMk/>
            <pc:sldMk cId="1883699411" sldId="263"/>
            <ac:grpSpMk id="9" creationId="{84CBF3B4-4CFF-7E1F-7E17-AB8C7328F2FD}"/>
          </ac:grpSpMkLst>
        </pc:grpChg>
        <pc:grpChg chg="mod">
          <ac:chgData name="Patrick Merritt" userId="b92c223c-8880-48c6-9b0c-d25ee1bca468" providerId="ADAL" clId="{6E891DCA-F992-447A-84A5-43567EFDD919}" dt="2025-01-27T11:31:21.534" v="2503"/>
          <ac:grpSpMkLst>
            <pc:docMk/>
            <pc:sldMk cId="1883699411" sldId="263"/>
            <ac:grpSpMk id="10" creationId="{365DD803-877A-5809-0D45-0B0465322297}"/>
          </ac:grpSpMkLst>
        </pc:gr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785412237" sldId="263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798386530" sldId="264"/>
        </pc:sldMkLst>
      </pc:sldChg>
      <pc:sldChg chg="addSp delSp modSp add mod">
        <pc:chgData name="Patrick Merritt" userId="b92c223c-8880-48c6-9b0c-d25ee1bca468" providerId="ADAL" clId="{6E891DCA-F992-447A-84A5-43567EFDD919}" dt="2025-01-27T11:39:48.088" v="2805"/>
        <pc:sldMkLst>
          <pc:docMk/>
          <pc:sldMk cId="2568033327" sldId="264"/>
        </pc:sldMkLst>
        <pc:spChg chg="mod">
          <ac:chgData name="Patrick Merritt" userId="b92c223c-8880-48c6-9b0c-d25ee1bca468" providerId="ADAL" clId="{6E891DCA-F992-447A-84A5-43567EFDD919}" dt="2025-01-27T11:33:14.380" v="2537" actId="6549"/>
          <ac:spMkLst>
            <pc:docMk/>
            <pc:sldMk cId="2568033327" sldId="264"/>
            <ac:spMk id="2" creationId="{6E1375FA-6A19-B825-3C25-A9FAAAA255BC}"/>
          </ac:spMkLst>
        </pc:spChg>
        <pc:spChg chg="mod">
          <ac:chgData name="Patrick Merritt" userId="b92c223c-8880-48c6-9b0c-d25ee1bca468" providerId="ADAL" clId="{6E891DCA-F992-447A-84A5-43567EFDD919}" dt="2025-01-27T11:35:10.400" v="2613" actId="20577"/>
          <ac:spMkLst>
            <pc:docMk/>
            <pc:sldMk cId="2568033327" sldId="264"/>
            <ac:spMk id="3" creationId="{98A23AEA-0225-3258-EAA1-AACD1F296943}"/>
          </ac:spMkLst>
        </pc:spChg>
        <pc:spChg chg="mod">
          <ac:chgData name="Patrick Merritt" userId="b92c223c-8880-48c6-9b0c-d25ee1bca468" providerId="ADAL" clId="{6E891DCA-F992-447A-84A5-43567EFDD919}" dt="2025-01-27T11:33:56.272" v="2587" actId="14100"/>
          <ac:spMkLst>
            <pc:docMk/>
            <pc:sldMk cId="2568033327" sldId="264"/>
            <ac:spMk id="16" creationId="{C1CD6472-FDD1-897C-6C2D-6755C27B0FE5}"/>
          </ac:spMkLst>
        </pc:spChg>
        <pc:spChg chg="mod">
          <ac:chgData name="Patrick Merritt" userId="b92c223c-8880-48c6-9b0c-d25ee1bca468" providerId="ADAL" clId="{6E891DCA-F992-447A-84A5-43567EFDD919}" dt="2025-01-27T11:34:32.607" v="2594" actId="14100"/>
          <ac:spMkLst>
            <pc:docMk/>
            <pc:sldMk cId="2568033327" sldId="264"/>
            <ac:spMk id="17" creationId="{AAE1197A-5F7A-B56A-F2D9-5A25F29D8CAB}"/>
          </ac:spMkLst>
        </pc:spChg>
        <pc:spChg chg="add mod ord">
          <ac:chgData name="Patrick Merritt" userId="b92c223c-8880-48c6-9b0c-d25ee1bca468" providerId="ADAL" clId="{6E891DCA-F992-447A-84A5-43567EFDD919}" dt="2025-01-27T11:39:27.796" v="2800" actId="164"/>
          <ac:spMkLst>
            <pc:docMk/>
            <pc:sldMk cId="2568033327" sldId="264"/>
            <ac:spMk id="22" creationId="{100C1BD5-A3BE-2EF6-7D6C-AB23D434C4E9}"/>
          </ac:spMkLst>
        </pc:spChg>
        <pc:spChg chg="add mod ord">
          <ac:chgData name="Patrick Merritt" userId="b92c223c-8880-48c6-9b0c-d25ee1bca468" providerId="ADAL" clId="{6E891DCA-F992-447A-84A5-43567EFDD919}" dt="2025-01-27T11:39:27.796" v="2800" actId="164"/>
          <ac:spMkLst>
            <pc:docMk/>
            <pc:sldMk cId="2568033327" sldId="264"/>
            <ac:spMk id="23" creationId="{F5FE891A-BFEF-CC92-BA06-0DDEE4848557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26" creationId="{7FF42D16-E16C-17D3-31BD-F9AFD3144CAA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29" creationId="{1592E6E5-5A35-662F-646F-875EA99174FD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30" creationId="{E5CD510F-A498-2B10-8B8B-EC2858E03E0B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31" creationId="{13F87237-C604-8FDC-DB43-49A8EC998A60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32" creationId="{34D42C70-19F1-D520-94F4-27A5E15EDE2A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33" creationId="{0E32B847-8F7D-B89C-CBEA-C29D974A4986}"/>
          </ac:spMkLst>
        </pc:spChg>
        <pc:grpChg chg="mod">
          <ac:chgData name="Patrick Merritt" userId="b92c223c-8880-48c6-9b0c-d25ee1bca468" providerId="ADAL" clId="{6E891DCA-F992-447A-84A5-43567EFDD919}" dt="2025-01-27T11:39:27.796" v="2800" actId="164"/>
          <ac:grpSpMkLst>
            <pc:docMk/>
            <pc:sldMk cId="2568033327" sldId="264"/>
            <ac:grpSpMk id="7" creationId="{4927E18F-4BA9-5C4F-44B1-4161F14DCFF2}"/>
          </ac:grpSpMkLst>
        </pc:grpChg>
        <pc:grpChg chg="add del mod">
          <ac:chgData name="Patrick Merritt" userId="b92c223c-8880-48c6-9b0c-d25ee1bca468" providerId="ADAL" clId="{6E891DCA-F992-447A-84A5-43567EFDD919}" dt="2025-01-27T11:39:38.388" v="2802" actId="21"/>
          <ac:grpSpMkLst>
            <pc:docMk/>
            <pc:sldMk cId="2568033327" sldId="264"/>
            <ac:grpSpMk id="24" creationId="{29E2AF8A-3B0F-EA66-7DE4-200F93B5FD1C}"/>
          </ac:grpSpMkLst>
        </pc:grpChg>
        <pc:grpChg chg="add mod">
          <ac:chgData name="Patrick Merritt" userId="b92c223c-8880-48c6-9b0c-d25ee1bca468" providerId="ADAL" clId="{6E891DCA-F992-447A-84A5-43567EFDD919}" dt="2025-01-27T11:39:48.088" v="2805"/>
          <ac:grpSpMkLst>
            <pc:docMk/>
            <pc:sldMk cId="2568033327" sldId="264"/>
            <ac:grpSpMk id="25" creationId="{98D71365-E8C8-8D52-6800-EAC45AA1792F}"/>
          </ac:grpSpMkLst>
        </pc:grpChg>
        <pc:grpChg chg="mod">
          <ac:chgData name="Patrick Merritt" userId="b92c223c-8880-48c6-9b0c-d25ee1bca468" providerId="ADAL" clId="{6E891DCA-F992-447A-84A5-43567EFDD919}" dt="2025-01-27T11:39:48.088" v="2805"/>
          <ac:grpSpMkLst>
            <pc:docMk/>
            <pc:sldMk cId="2568033327" sldId="264"/>
            <ac:grpSpMk id="27" creationId="{041EAFC2-1173-55E3-B42E-D1A3A69E06F3}"/>
          </ac:grpSpMkLst>
        </pc:grpChg>
        <pc:grpChg chg="mod">
          <ac:chgData name="Patrick Merritt" userId="b92c223c-8880-48c6-9b0c-d25ee1bca468" providerId="ADAL" clId="{6E891DCA-F992-447A-84A5-43567EFDD919}" dt="2025-01-27T11:39:48.088" v="2805"/>
          <ac:grpSpMkLst>
            <pc:docMk/>
            <pc:sldMk cId="2568033327" sldId="264"/>
            <ac:grpSpMk id="28" creationId="{6DFDDDF6-6BE4-DFB6-7518-C400F6728672}"/>
          </ac:grpSpMkLst>
        </pc:grpChg>
        <pc:cxnChg chg="add mod">
          <ac:chgData name="Patrick Merritt" userId="b92c223c-8880-48c6-9b0c-d25ee1bca468" providerId="ADAL" clId="{6E891DCA-F992-447A-84A5-43567EFDD919}" dt="2025-01-27T11:34:32.607" v="2594" actId="14100"/>
          <ac:cxnSpMkLst>
            <pc:docMk/>
            <pc:sldMk cId="2568033327" sldId="264"/>
            <ac:cxnSpMk id="19" creationId="{8E4799D6-053B-C1B4-EE90-BFD0CB8E54F0}"/>
          </ac:cxnSpMkLst>
        </pc:cxn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907545779" sldId="265"/>
        </pc:sldMkLst>
      </pc:sldChg>
      <pc:sldChg chg="addSp delSp modSp add mod">
        <pc:chgData name="Patrick Merritt" userId="b92c223c-8880-48c6-9b0c-d25ee1bca468" providerId="ADAL" clId="{6E891DCA-F992-447A-84A5-43567EFDD919}" dt="2025-01-27T11:36:55.810" v="2674" actId="14100"/>
        <pc:sldMkLst>
          <pc:docMk/>
          <pc:sldMk cId="3444725190" sldId="265"/>
        </pc:sldMkLst>
        <pc:spChg chg="mod">
          <ac:chgData name="Patrick Merritt" userId="b92c223c-8880-48c6-9b0c-d25ee1bca468" providerId="ADAL" clId="{6E891DCA-F992-447A-84A5-43567EFDD919}" dt="2025-01-27T11:34:52.518" v="2603" actId="20577"/>
          <ac:spMkLst>
            <pc:docMk/>
            <pc:sldMk cId="3444725190" sldId="265"/>
            <ac:spMk id="2" creationId="{95BF820E-4E26-227A-AEEF-A88C4A53E79B}"/>
          </ac:spMkLst>
        </pc:spChg>
        <pc:spChg chg="mod">
          <ac:chgData name="Patrick Merritt" userId="b92c223c-8880-48c6-9b0c-d25ee1bca468" providerId="ADAL" clId="{6E891DCA-F992-447A-84A5-43567EFDD919}" dt="2025-01-27T11:36:33.565" v="2670" actId="20577"/>
          <ac:spMkLst>
            <pc:docMk/>
            <pc:sldMk cId="3444725190" sldId="265"/>
            <ac:spMk id="3" creationId="{794E7AD5-03A5-B3E1-CD40-949668E72611}"/>
          </ac:spMkLst>
        </pc:spChg>
        <pc:spChg chg="mod">
          <ac:chgData name="Patrick Merritt" userId="b92c223c-8880-48c6-9b0c-d25ee1bca468" providerId="ADAL" clId="{6E891DCA-F992-447A-84A5-43567EFDD919}" dt="2025-01-27T11:35:48.710" v="2622" actId="14100"/>
          <ac:spMkLst>
            <pc:docMk/>
            <pc:sldMk cId="3444725190" sldId="265"/>
            <ac:spMk id="17" creationId="{0F8F44AF-9C54-86EA-5392-CA9D468DB42B}"/>
          </ac:spMkLst>
        </pc:spChg>
        <pc:spChg chg="add mod">
          <ac:chgData name="Patrick Merritt" userId="b92c223c-8880-48c6-9b0c-d25ee1bca468" providerId="ADAL" clId="{6E891DCA-F992-447A-84A5-43567EFDD919}" dt="2025-01-27T11:35:52.162" v="2623" actId="1076"/>
          <ac:spMkLst>
            <pc:docMk/>
            <pc:sldMk cId="3444725190" sldId="265"/>
            <ac:spMk id="18" creationId="{095CC125-1477-BD0C-1E2F-93C1836E54BC}"/>
          </ac:spMkLst>
        </pc:spChg>
        <pc:cxnChg chg="del mod">
          <ac:chgData name="Patrick Merritt" userId="b92c223c-8880-48c6-9b0c-d25ee1bca468" providerId="ADAL" clId="{6E891DCA-F992-447A-84A5-43567EFDD919}" dt="2025-01-27T11:35:39.124" v="2619" actId="478"/>
          <ac:cxnSpMkLst>
            <pc:docMk/>
            <pc:sldMk cId="3444725190" sldId="265"/>
            <ac:cxnSpMk id="19" creationId="{C7337ACC-BBE0-04DD-EE72-8111F3078BC9}"/>
          </ac:cxnSpMkLst>
        </pc:cxnChg>
        <pc:cxnChg chg="add mod">
          <ac:chgData name="Patrick Merritt" userId="b92c223c-8880-48c6-9b0c-d25ee1bca468" providerId="ADAL" clId="{6E891DCA-F992-447A-84A5-43567EFDD919}" dt="2025-01-27T11:36:55.810" v="2674" actId="14100"/>
          <ac:cxnSpMkLst>
            <pc:docMk/>
            <pc:sldMk cId="3444725190" sldId="265"/>
            <ac:cxnSpMk id="20" creationId="{EC4D970E-69DE-C8FA-2384-93797E35EE77}"/>
          </ac:cxnSpMkLst>
        </pc:cxnChg>
      </pc:sldChg>
      <pc:sldChg chg="new del">
        <pc:chgData name="Patrick Merritt" userId="b92c223c-8880-48c6-9b0c-d25ee1bca468" providerId="ADAL" clId="{6E891DCA-F992-447A-84A5-43567EFDD919}" dt="2025-01-27T11:37:11.380" v="2677" actId="47"/>
        <pc:sldMkLst>
          <pc:docMk/>
          <pc:sldMk cId="914811703" sldId="266"/>
        </pc:sldMkLst>
      </pc:sldChg>
      <pc:sldChg chg="modSp add del mod">
        <pc:chgData name="Patrick Merritt" userId="b92c223c-8880-48c6-9b0c-d25ee1bca468" providerId="ADAL" clId="{6E891DCA-F992-447A-84A5-43567EFDD919}" dt="2025-01-27T11:35:34.143" v="2617" actId="47"/>
        <pc:sldMkLst>
          <pc:docMk/>
          <pc:sldMk cId="1110170335" sldId="266"/>
        </pc:sldMkLst>
        <pc:spChg chg="mod">
          <ac:chgData name="Patrick Merritt" userId="b92c223c-8880-48c6-9b0c-d25ee1bca468" providerId="ADAL" clId="{6E891DCA-F992-447A-84A5-43567EFDD919}" dt="2025-01-27T11:35:29.571" v="2616" actId="1076"/>
          <ac:spMkLst>
            <pc:docMk/>
            <pc:sldMk cId="1110170335" sldId="266"/>
            <ac:spMk id="17" creationId="{3A43DE2C-84AC-0611-B403-6D6A565244EB}"/>
          </ac:spMkLst>
        </pc:spChg>
        <pc:cxnChg chg="mod">
          <ac:chgData name="Patrick Merritt" userId="b92c223c-8880-48c6-9b0c-d25ee1bca468" providerId="ADAL" clId="{6E891DCA-F992-447A-84A5-43567EFDD919}" dt="2025-01-27T11:35:29.571" v="2616" actId="1076"/>
          <ac:cxnSpMkLst>
            <pc:docMk/>
            <pc:sldMk cId="1110170335" sldId="266"/>
            <ac:cxnSpMk id="19" creationId="{AA1A2943-41C3-A49B-4E9A-27299F564053}"/>
          </ac:cxnSpMkLst>
        </pc:cxn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864344909" sldId="266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947865505" sldId="267"/>
        </pc:sldMkLst>
      </pc:sldChg>
      <pc:sldChg chg="addSp delSp modSp add mod">
        <pc:chgData name="Patrick Merritt" userId="b92c223c-8880-48c6-9b0c-d25ee1bca468" providerId="ADAL" clId="{6E891DCA-F992-447A-84A5-43567EFDD919}" dt="2025-01-27T11:39:43.108" v="2804"/>
        <pc:sldMkLst>
          <pc:docMk/>
          <pc:sldMk cId="3659483220" sldId="267"/>
        </pc:sldMkLst>
        <pc:spChg chg="mod">
          <ac:chgData name="Patrick Merritt" userId="b92c223c-8880-48c6-9b0c-d25ee1bca468" providerId="ADAL" clId="{6E891DCA-F992-447A-84A5-43567EFDD919}" dt="2025-01-27T11:37:42.520" v="2691" actId="20577"/>
          <ac:spMkLst>
            <pc:docMk/>
            <pc:sldMk cId="3659483220" sldId="267"/>
            <ac:spMk id="2" creationId="{F447C07B-5BA8-3B07-4EEC-227EB632959B}"/>
          </ac:spMkLst>
        </pc:spChg>
        <pc:spChg chg="mod">
          <ac:chgData name="Patrick Merritt" userId="b92c223c-8880-48c6-9b0c-d25ee1bca468" providerId="ADAL" clId="{6E891DCA-F992-447A-84A5-43567EFDD919}" dt="2025-01-27T11:38:13.627" v="2787" actId="20577"/>
          <ac:spMkLst>
            <pc:docMk/>
            <pc:sldMk cId="3659483220" sldId="267"/>
            <ac:spMk id="3" creationId="{5672ED9B-90BD-0AAA-AD72-3465EAC779E5}"/>
          </ac:spMkLst>
        </pc:spChg>
        <pc:spChg chg="mod">
          <ac:chgData name="Patrick Merritt" userId="b92c223c-8880-48c6-9b0c-d25ee1bca468" providerId="ADAL" clId="{6E891DCA-F992-447A-84A5-43567EFDD919}" dt="2025-01-27T11:37:36.548" v="2684" actId="1076"/>
          <ac:spMkLst>
            <pc:docMk/>
            <pc:sldMk cId="3659483220" sldId="267"/>
            <ac:spMk id="16" creationId="{F3BB0FBC-14D5-389A-C598-74EAEB534B4B}"/>
          </ac:spMkLst>
        </pc:spChg>
        <pc:spChg chg="del">
          <ac:chgData name="Patrick Merritt" userId="b92c223c-8880-48c6-9b0c-d25ee1bca468" providerId="ADAL" clId="{6E891DCA-F992-447A-84A5-43567EFDD919}" dt="2025-01-27T11:37:17.387" v="2678" actId="478"/>
          <ac:spMkLst>
            <pc:docMk/>
            <pc:sldMk cId="3659483220" sldId="267"/>
            <ac:spMk id="17" creationId="{3A0E9653-F00B-6EA8-4DFF-D3F566EDDC60}"/>
          </ac:spMkLst>
        </pc:spChg>
        <pc:spChg chg="del">
          <ac:chgData name="Patrick Merritt" userId="b92c223c-8880-48c6-9b0c-d25ee1bca468" providerId="ADAL" clId="{6E891DCA-F992-447A-84A5-43567EFDD919}" dt="2025-01-27T11:37:18.277" v="2679" actId="478"/>
          <ac:spMkLst>
            <pc:docMk/>
            <pc:sldMk cId="3659483220" sldId="267"/>
            <ac:spMk id="18" creationId="{35957DCB-3D9B-9F89-AC44-03D7F6272578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1" creationId="{208E1136-EA23-1FFD-D3AA-38EEC314DE4D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2" creationId="{100C1BD5-A3BE-2EF6-7D6C-AB23D434C4E9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3" creationId="{F5FE891A-BFEF-CC92-BA06-0DDEE4848557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7" creationId="{41215C0F-084E-29CD-7254-E5A6B1E73947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8" creationId="{2863DB1F-A91C-756E-6135-896875CB4693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9" creationId="{2D0D429B-5893-9F13-6943-D647D2369A93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30" creationId="{CD355DCB-75A8-A299-7E21-EE93D2D886E6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31" creationId="{40D53993-22A1-0FB9-9502-5311749969C7}"/>
          </ac:spMkLst>
        </pc:spChg>
        <pc:grpChg chg="del">
          <ac:chgData name="Patrick Merritt" userId="b92c223c-8880-48c6-9b0c-d25ee1bca468" providerId="ADAL" clId="{6E891DCA-F992-447A-84A5-43567EFDD919}" dt="2025-01-27T11:39:42.276" v="2803" actId="478"/>
          <ac:grpSpMkLst>
            <pc:docMk/>
            <pc:sldMk cId="3659483220" sldId="267"/>
            <ac:grpSpMk id="7" creationId="{D560E6EE-B27E-FF19-675A-48796431BF88}"/>
          </ac:grpSpMkLst>
        </pc:grpChg>
        <pc:grpChg chg="mod">
          <ac:chgData name="Patrick Merritt" userId="b92c223c-8880-48c6-9b0c-d25ee1bca468" providerId="ADAL" clId="{6E891DCA-F992-447A-84A5-43567EFDD919}" dt="2025-01-27T11:39:43.108" v="2804"/>
          <ac:grpSpMkLst>
            <pc:docMk/>
            <pc:sldMk cId="3659483220" sldId="267"/>
            <ac:grpSpMk id="19" creationId="{4927E18F-4BA9-5C4F-44B1-4161F14DCFF2}"/>
          </ac:grpSpMkLst>
        </pc:grpChg>
        <pc:grpChg chg="add mod">
          <ac:chgData name="Patrick Merritt" userId="b92c223c-8880-48c6-9b0c-d25ee1bca468" providerId="ADAL" clId="{6E891DCA-F992-447A-84A5-43567EFDD919}" dt="2025-01-27T11:39:43.108" v="2804"/>
          <ac:grpSpMkLst>
            <pc:docMk/>
            <pc:sldMk cId="3659483220" sldId="267"/>
            <ac:grpSpMk id="24" creationId="{29E2AF8A-3B0F-EA66-7DE4-200F93B5FD1C}"/>
          </ac:grpSpMkLst>
        </pc:grpChg>
        <pc:cxnChg chg="del mod">
          <ac:chgData name="Patrick Merritt" userId="b92c223c-8880-48c6-9b0c-d25ee1bca468" providerId="ADAL" clId="{6E891DCA-F992-447A-84A5-43567EFDD919}" dt="2025-01-27T11:37:19.314" v="2680" actId="478"/>
          <ac:cxnSpMkLst>
            <pc:docMk/>
            <pc:sldMk cId="3659483220" sldId="267"/>
            <ac:cxnSpMk id="20" creationId="{B80058D6-FDB4-ADCA-12FC-179A7859C648}"/>
          </ac:cxnSpMkLst>
        </pc:cxn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94204192" sldId="268"/>
        </pc:sldMkLst>
      </pc:sldChg>
      <pc:sldChg chg="modSp new del mod">
        <pc:chgData name="Patrick Merritt" userId="b92c223c-8880-48c6-9b0c-d25ee1bca468" providerId="ADAL" clId="{6E891DCA-F992-447A-84A5-43567EFDD919}" dt="2025-01-27T11:41:32.879" v="2820" actId="47"/>
        <pc:sldMkLst>
          <pc:docMk/>
          <pc:sldMk cId="2639171985" sldId="268"/>
        </pc:sldMkLst>
        <pc:spChg chg="mod">
          <ac:chgData name="Patrick Merritt" userId="b92c223c-8880-48c6-9b0c-d25ee1bca468" providerId="ADAL" clId="{6E891DCA-F992-447A-84A5-43567EFDD919}" dt="2025-01-27T11:41:18.490" v="2818" actId="20577"/>
          <ac:spMkLst>
            <pc:docMk/>
            <pc:sldMk cId="2639171985" sldId="268"/>
            <ac:spMk id="2" creationId="{5F0CCFC1-6F1D-9597-9100-943DEA59B213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267088107" sldId="269"/>
        </pc:sldMkLst>
      </pc:sldChg>
      <pc:sldChg chg="addSp delSp modSp add mod">
        <pc:chgData name="Patrick Merritt" userId="b92c223c-8880-48c6-9b0c-d25ee1bca468" providerId="ADAL" clId="{6E891DCA-F992-447A-84A5-43567EFDD919}" dt="2025-01-27T11:44:25.142" v="3059" actId="478"/>
        <pc:sldMkLst>
          <pc:docMk/>
          <pc:sldMk cId="2444926760" sldId="269"/>
        </pc:sldMkLst>
        <pc:spChg chg="mod">
          <ac:chgData name="Patrick Merritt" userId="b92c223c-8880-48c6-9b0c-d25ee1bca468" providerId="ADAL" clId="{6E891DCA-F992-447A-84A5-43567EFDD919}" dt="2025-01-27T11:41:48.081" v="2833" actId="20577"/>
          <ac:spMkLst>
            <pc:docMk/>
            <pc:sldMk cId="2444926760" sldId="269"/>
            <ac:spMk id="2" creationId="{E72C034A-3FD6-A6BF-F7E1-0FC808903C20}"/>
          </ac:spMkLst>
        </pc:spChg>
        <pc:spChg chg="mod">
          <ac:chgData name="Patrick Merritt" userId="b92c223c-8880-48c6-9b0c-d25ee1bca468" providerId="ADAL" clId="{6E891DCA-F992-447A-84A5-43567EFDD919}" dt="2025-01-27T11:44:23.068" v="3058" actId="20577"/>
          <ac:spMkLst>
            <pc:docMk/>
            <pc:sldMk cId="2444926760" sldId="269"/>
            <ac:spMk id="3" creationId="{B31E7DCE-8F7C-CDCE-AB7B-4644B6667A27}"/>
          </ac:spMkLst>
        </pc:spChg>
        <pc:spChg chg="add del">
          <ac:chgData name="Patrick Merritt" userId="b92c223c-8880-48c6-9b0c-d25ee1bca468" providerId="ADAL" clId="{6E891DCA-F992-447A-84A5-43567EFDD919}" dt="2025-01-27T11:42:22.634" v="2859" actId="478"/>
          <ac:spMkLst>
            <pc:docMk/>
            <pc:sldMk cId="2444926760" sldId="269"/>
            <ac:spMk id="7" creationId="{7AAA8812-2CD4-5401-8172-0105C144B452}"/>
          </ac:spMkLst>
        </pc:spChg>
        <pc:spChg chg="add del">
          <ac:chgData name="Patrick Merritt" userId="b92c223c-8880-48c6-9b0c-d25ee1bca468" providerId="ADAL" clId="{6E891DCA-F992-447A-84A5-43567EFDD919}" dt="2025-01-27T11:42:35.535" v="2863" actId="478"/>
          <ac:spMkLst>
            <pc:docMk/>
            <pc:sldMk cId="2444926760" sldId="269"/>
            <ac:spMk id="8" creationId="{831C4E96-EBC4-1991-14AF-E91BE4B94F53}"/>
          </ac:spMkLst>
        </pc:spChg>
        <pc:spChg chg="add del">
          <ac:chgData name="Patrick Merritt" userId="b92c223c-8880-48c6-9b0c-d25ee1bca468" providerId="ADAL" clId="{6E891DCA-F992-447A-84A5-43567EFDD919}" dt="2025-01-27T11:42:47.779" v="2865" actId="478"/>
          <ac:spMkLst>
            <pc:docMk/>
            <pc:sldMk cId="2444926760" sldId="269"/>
            <ac:spMk id="9" creationId="{1DCBDB2B-6AD7-D862-0DEB-31CD5D835002}"/>
          </ac:spMkLst>
        </pc:spChg>
        <pc:spChg chg="add del">
          <ac:chgData name="Patrick Merritt" userId="b92c223c-8880-48c6-9b0c-d25ee1bca468" providerId="ADAL" clId="{6E891DCA-F992-447A-84A5-43567EFDD919}" dt="2025-01-27T11:44:25.142" v="3059" actId="478"/>
          <ac:spMkLst>
            <pc:docMk/>
            <pc:sldMk cId="2444926760" sldId="269"/>
            <ac:spMk id="10" creationId="{C03ED573-DA39-264F-D3EF-586E7CA9DF58}"/>
          </ac:spMkLst>
        </pc:spChg>
        <pc:spChg chg="del">
          <ac:chgData name="Patrick Merritt" userId="b92c223c-8880-48c6-9b0c-d25ee1bca468" providerId="ADAL" clId="{6E891DCA-F992-447A-84A5-43567EFDD919}" dt="2025-01-27T11:42:24.354" v="2860" actId="478"/>
          <ac:spMkLst>
            <pc:docMk/>
            <pc:sldMk cId="2444926760" sldId="269"/>
            <ac:spMk id="16" creationId="{45E0A39A-BC9B-9D65-835C-CE8900DC8C24}"/>
          </ac:spMkLst>
        </pc:spChg>
        <pc:spChg chg="del topLvl">
          <ac:chgData name="Patrick Merritt" userId="b92c223c-8880-48c6-9b0c-d25ee1bca468" providerId="ADAL" clId="{6E891DCA-F992-447A-84A5-43567EFDD919}" dt="2025-01-27T11:41:41.806" v="2822" actId="478"/>
          <ac:spMkLst>
            <pc:docMk/>
            <pc:sldMk cId="2444926760" sldId="269"/>
            <ac:spMk id="22" creationId="{68F60510-122C-66FE-B1E6-63A260377DE5}"/>
          </ac:spMkLst>
        </pc:spChg>
        <pc:spChg chg="del">
          <ac:chgData name="Patrick Merritt" userId="b92c223c-8880-48c6-9b0c-d25ee1bca468" providerId="ADAL" clId="{6E891DCA-F992-447A-84A5-43567EFDD919}" dt="2025-01-27T11:41:38.973" v="2821" actId="478"/>
          <ac:spMkLst>
            <pc:docMk/>
            <pc:sldMk cId="2444926760" sldId="269"/>
            <ac:spMk id="23" creationId="{99531EF2-4D3C-BF35-C50F-737D1EBFF424}"/>
          </ac:spMkLst>
        </pc:spChg>
        <pc:grpChg chg="mod topLvl">
          <ac:chgData name="Patrick Merritt" userId="b92c223c-8880-48c6-9b0c-d25ee1bca468" providerId="ADAL" clId="{6E891DCA-F992-447A-84A5-43567EFDD919}" dt="2025-01-27T11:42:27.867" v="2861" actId="1076"/>
          <ac:grpSpMkLst>
            <pc:docMk/>
            <pc:sldMk cId="2444926760" sldId="269"/>
            <ac:grpSpMk id="19" creationId="{E32487CB-749B-13F3-CFFC-58D381984A63}"/>
          </ac:grpSpMkLst>
        </pc:grpChg>
        <pc:grpChg chg="del">
          <ac:chgData name="Patrick Merritt" userId="b92c223c-8880-48c6-9b0c-d25ee1bca468" providerId="ADAL" clId="{6E891DCA-F992-447A-84A5-43567EFDD919}" dt="2025-01-27T11:41:41.806" v="2822" actId="478"/>
          <ac:grpSpMkLst>
            <pc:docMk/>
            <pc:sldMk cId="2444926760" sldId="269"/>
            <ac:grpSpMk id="24" creationId="{69F7B7BD-C79A-2D5A-C691-73D5A9189CF5}"/>
          </ac:grpSpMkLst>
        </pc:grpChg>
      </pc:sldChg>
      <pc:sldChg chg="addSp delSp modSp add mod">
        <pc:chgData name="Patrick Merritt" userId="b92c223c-8880-48c6-9b0c-d25ee1bca468" providerId="ADAL" clId="{6E891DCA-F992-447A-84A5-43567EFDD919}" dt="2025-01-27T11:45:41.963" v="3162" actId="1076"/>
        <pc:sldMkLst>
          <pc:docMk/>
          <pc:sldMk cId="288816435" sldId="270"/>
        </pc:sldMkLst>
        <pc:spChg chg="mod">
          <ac:chgData name="Patrick Merritt" userId="b92c223c-8880-48c6-9b0c-d25ee1bca468" providerId="ADAL" clId="{6E891DCA-F992-447A-84A5-43567EFDD919}" dt="2025-01-27T11:45:08.294" v="3158" actId="5793"/>
          <ac:spMkLst>
            <pc:docMk/>
            <pc:sldMk cId="288816435" sldId="270"/>
            <ac:spMk id="3" creationId="{87D43DA0-DF04-1C9D-514E-C7F61EB73469}"/>
          </ac:spMkLst>
        </pc:spChg>
        <pc:grpChg chg="del">
          <ac:chgData name="Patrick Merritt" userId="b92c223c-8880-48c6-9b0c-d25ee1bca468" providerId="ADAL" clId="{6E891DCA-F992-447A-84A5-43567EFDD919}" dt="2025-01-27T11:45:17.209" v="3159" actId="478"/>
          <ac:grpSpMkLst>
            <pc:docMk/>
            <pc:sldMk cId="288816435" sldId="270"/>
            <ac:grpSpMk id="19" creationId="{DA2DEF69-5702-5D75-7FCD-6CAD34D1F8B6}"/>
          </ac:grpSpMkLst>
        </pc:grpChg>
        <pc:picChg chg="add mod">
          <ac:chgData name="Patrick Merritt" userId="b92c223c-8880-48c6-9b0c-d25ee1bca468" providerId="ADAL" clId="{6E891DCA-F992-447A-84A5-43567EFDD919}" dt="2025-01-27T11:45:41.963" v="3162" actId="1076"/>
          <ac:picMkLst>
            <pc:docMk/>
            <pc:sldMk cId="288816435" sldId="270"/>
            <ac:picMk id="1026" creationId="{BAFAEDD8-835E-8B34-5543-44D1C3B1ACC4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4246686104" sldId="270"/>
        </pc:sldMkLst>
      </pc:sldChg>
      <pc:sldChg chg="delSp modSp add mod ord">
        <pc:chgData name="Patrick Merritt" userId="b92c223c-8880-48c6-9b0c-d25ee1bca468" providerId="ADAL" clId="{6E891DCA-F992-447A-84A5-43567EFDD919}" dt="2025-01-27T11:47:58.136" v="3294" actId="20577"/>
        <pc:sldMkLst>
          <pc:docMk/>
          <pc:sldMk cId="1535120630" sldId="271"/>
        </pc:sldMkLst>
        <pc:spChg chg="mod">
          <ac:chgData name="Patrick Merritt" userId="b92c223c-8880-48c6-9b0c-d25ee1bca468" providerId="ADAL" clId="{6E891DCA-F992-447A-84A5-43567EFDD919}" dt="2025-01-27T11:46:46.723" v="3284" actId="20577"/>
          <ac:spMkLst>
            <pc:docMk/>
            <pc:sldMk cId="1535120630" sldId="271"/>
            <ac:spMk id="2" creationId="{0DB827B6-965B-3B5D-A864-329004F5B2E7}"/>
          </ac:spMkLst>
        </pc:spChg>
        <pc:spChg chg="mod">
          <ac:chgData name="Patrick Merritt" userId="b92c223c-8880-48c6-9b0c-d25ee1bca468" providerId="ADAL" clId="{6E891DCA-F992-447A-84A5-43567EFDD919}" dt="2025-01-27T11:47:58.136" v="3294" actId="20577"/>
          <ac:spMkLst>
            <pc:docMk/>
            <pc:sldMk cId="1535120630" sldId="271"/>
            <ac:spMk id="3" creationId="{79282895-5B47-57BA-6CE7-D9938E552C43}"/>
          </ac:spMkLst>
        </pc:spChg>
        <pc:spChg chg="del">
          <ac:chgData name="Patrick Merritt" userId="b92c223c-8880-48c6-9b0c-d25ee1bca468" providerId="ADAL" clId="{6E891DCA-F992-447A-84A5-43567EFDD919}" dt="2025-01-27T11:46:09.741" v="3181" actId="478"/>
          <ac:spMkLst>
            <pc:docMk/>
            <pc:sldMk cId="1535120630" sldId="271"/>
            <ac:spMk id="5" creationId="{1F2F74C3-214F-0F5A-E683-C07054E0AC8C}"/>
          </ac:spMkLst>
        </pc:spChg>
        <pc:spChg chg="del">
          <ac:chgData name="Patrick Merritt" userId="b92c223c-8880-48c6-9b0c-d25ee1bca468" providerId="ADAL" clId="{6E891DCA-F992-447A-84A5-43567EFDD919}" dt="2025-01-27T11:46:09.236" v="3180" actId="478"/>
          <ac:spMkLst>
            <pc:docMk/>
            <pc:sldMk cId="1535120630" sldId="271"/>
            <ac:spMk id="6" creationId="{0EA39FF5-FF50-2362-F0E1-B76DB29CCFEE}"/>
          </ac:spMkLst>
        </pc:spChg>
        <pc:grpChg chg="mod">
          <ac:chgData name="Patrick Merritt" userId="b92c223c-8880-48c6-9b0c-d25ee1bca468" providerId="ADAL" clId="{6E891DCA-F992-447A-84A5-43567EFDD919}" dt="2025-01-27T11:46:13.448" v="3182" actId="1076"/>
          <ac:grpSpMkLst>
            <pc:docMk/>
            <pc:sldMk cId="1535120630" sldId="271"/>
            <ac:grpSpMk id="19" creationId="{46605A36-E9EA-A7C8-2EB8-E76189FCB490}"/>
          </ac:grpSpMkLst>
        </pc:gr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823147857" sldId="271"/>
        </pc:sldMkLst>
      </pc:sldChg>
      <pc:sldChg chg="addSp delSp modSp new mod modClrScheme modAnim chgLayout modNotesTx">
        <pc:chgData name="Patrick Merritt" userId="b92c223c-8880-48c6-9b0c-d25ee1bca468" providerId="ADAL" clId="{6E891DCA-F992-447A-84A5-43567EFDD919}" dt="2025-01-27T11:53:57.048" v="3350" actId="20577"/>
        <pc:sldMkLst>
          <pc:docMk/>
          <pc:sldMk cId="81844088" sldId="272"/>
        </pc:sldMkLst>
        <pc:spChg chg="del">
          <ac:chgData name="Patrick Merritt" userId="b92c223c-8880-48c6-9b0c-d25ee1bca468" providerId="ADAL" clId="{6E891DCA-F992-447A-84A5-43567EFDD919}" dt="2025-01-27T11:49:54.174" v="3296" actId="700"/>
          <ac:spMkLst>
            <pc:docMk/>
            <pc:sldMk cId="81844088" sldId="272"/>
            <ac:spMk id="2" creationId="{F3197AD7-BC38-7D93-B5D1-BFDE7DF9943A}"/>
          </ac:spMkLst>
        </pc:spChg>
        <pc:spChg chg="del">
          <ac:chgData name="Patrick Merritt" userId="b92c223c-8880-48c6-9b0c-d25ee1bca468" providerId="ADAL" clId="{6E891DCA-F992-447A-84A5-43567EFDD919}" dt="2025-01-27T11:49:54.174" v="3296" actId="700"/>
          <ac:spMkLst>
            <pc:docMk/>
            <pc:sldMk cId="81844088" sldId="272"/>
            <ac:spMk id="3" creationId="{8BE46A43-0AA1-8929-03EA-A83B3CF3DD32}"/>
          </ac:spMkLst>
        </pc:spChg>
        <pc:picChg chg="add mod">
          <ac:chgData name="Patrick Merritt" userId="b92c223c-8880-48c6-9b0c-d25ee1bca468" providerId="ADAL" clId="{6E891DCA-F992-447A-84A5-43567EFDD919}" dt="2025-01-27T11:50:34.935" v="3297"/>
          <ac:picMkLst>
            <pc:docMk/>
            <pc:sldMk cId="81844088" sldId="272"/>
            <ac:picMk id="4" creationId="{141A894F-1A0E-A13B-775E-22DE16404799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223698202" sldId="272"/>
        </pc:sldMkLst>
      </pc:sldChg>
      <pc:sldChg chg="new del">
        <pc:chgData name="Patrick Merritt" userId="b92c223c-8880-48c6-9b0c-d25ee1bca468" providerId="ADAL" clId="{6E891DCA-F992-447A-84A5-43567EFDD919}" dt="2025-01-27T11:54:57.270" v="3355" actId="47"/>
        <pc:sldMkLst>
          <pc:docMk/>
          <pc:sldMk cId="1934896118" sldId="273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710162996" sldId="273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086801845" sldId="274"/>
        </pc:sldMkLst>
      </pc:sldChg>
      <pc:sldChg chg="addSp delSp modSp add mod ord">
        <pc:chgData name="Patrick Merritt" userId="b92c223c-8880-48c6-9b0c-d25ee1bca468" providerId="ADAL" clId="{6E891DCA-F992-447A-84A5-43567EFDD919}" dt="2025-01-27T11:56:16.101" v="3548" actId="1076"/>
        <pc:sldMkLst>
          <pc:docMk/>
          <pc:sldMk cId="3734517647" sldId="274"/>
        </pc:sldMkLst>
        <pc:spChg chg="mod">
          <ac:chgData name="Patrick Merritt" userId="b92c223c-8880-48c6-9b0c-d25ee1bca468" providerId="ADAL" clId="{6E891DCA-F992-447A-84A5-43567EFDD919}" dt="2025-01-27T11:56:04.785" v="3448" actId="20577"/>
          <ac:spMkLst>
            <pc:docMk/>
            <pc:sldMk cId="3734517647" sldId="274"/>
            <ac:spMk id="3" creationId="{09956EC7-D153-8662-7E52-C2CDA42F4AAE}"/>
          </ac:spMkLst>
        </pc:spChg>
        <pc:grpChg chg="del">
          <ac:chgData name="Patrick Merritt" userId="b92c223c-8880-48c6-9b0c-d25ee1bca468" providerId="ADAL" clId="{6E891DCA-F992-447A-84A5-43567EFDD919}" dt="2025-01-27T11:55:26.597" v="3359" actId="478"/>
          <ac:grpSpMkLst>
            <pc:docMk/>
            <pc:sldMk cId="3734517647" sldId="274"/>
            <ac:grpSpMk id="19" creationId="{EDE3812D-3950-584F-A1A7-C322B682CE13}"/>
          </ac:grpSpMkLst>
        </pc:grpChg>
        <pc:picChg chg="add mod">
          <ac:chgData name="Patrick Merritt" userId="b92c223c-8880-48c6-9b0c-d25ee1bca468" providerId="ADAL" clId="{6E891DCA-F992-447A-84A5-43567EFDD919}" dt="2025-01-27T11:56:16.101" v="3548" actId="1076"/>
          <ac:picMkLst>
            <pc:docMk/>
            <pc:sldMk cId="3734517647" sldId="274"/>
            <ac:picMk id="2050" creationId="{9CAD9A0C-44DC-FB08-7947-671377EF32F1}"/>
          </ac:picMkLst>
        </pc:picChg>
      </pc:sldChg>
      <pc:sldChg chg="modSp add mod ord">
        <pc:chgData name="Patrick Merritt" userId="b92c223c-8880-48c6-9b0c-d25ee1bca468" providerId="ADAL" clId="{6E891DCA-F992-447A-84A5-43567EFDD919}" dt="2025-01-27T11:57:12.147" v="3604" actId="1076"/>
        <pc:sldMkLst>
          <pc:docMk/>
          <pc:sldMk cId="198246920" sldId="275"/>
        </pc:sldMkLst>
        <pc:spChg chg="mod">
          <ac:chgData name="Patrick Merritt" userId="b92c223c-8880-48c6-9b0c-d25ee1bca468" providerId="ADAL" clId="{6E891DCA-F992-447A-84A5-43567EFDD919}" dt="2025-01-27T11:57:08.232" v="3603" actId="313"/>
          <ac:spMkLst>
            <pc:docMk/>
            <pc:sldMk cId="198246920" sldId="275"/>
            <ac:spMk id="3" creationId="{0AFEB4F2-9D7C-3952-F38E-4A9F0DF48E8D}"/>
          </ac:spMkLst>
        </pc:spChg>
        <pc:grpChg chg="mod">
          <ac:chgData name="Patrick Merritt" userId="b92c223c-8880-48c6-9b0c-d25ee1bca468" providerId="ADAL" clId="{6E891DCA-F992-447A-84A5-43567EFDD919}" dt="2025-01-27T11:57:12.147" v="3604" actId="1076"/>
          <ac:grpSpMkLst>
            <pc:docMk/>
            <pc:sldMk cId="198246920" sldId="275"/>
            <ac:grpSpMk id="19" creationId="{E6C20E75-59F9-CF42-15B3-26027429DF68}"/>
          </ac:grpSpMkLst>
        </pc:gr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468742148" sldId="275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704503967" sldId="276"/>
        </pc:sldMkLst>
      </pc:sldChg>
      <pc:sldChg chg="modSp add mod">
        <pc:chgData name="Patrick Merritt" userId="b92c223c-8880-48c6-9b0c-d25ee1bca468" providerId="ADAL" clId="{6E891DCA-F992-447A-84A5-43567EFDD919}" dt="2025-01-27T11:57:55.189" v="3707" actId="20577"/>
        <pc:sldMkLst>
          <pc:docMk/>
          <pc:sldMk cId="3026350826" sldId="276"/>
        </pc:sldMkLst>
        <pc:spChg chg="mod">
          <ac:chgData name="Patrick Merritt" userId="b92c223c-8880-48c6-9b0c-d25ee1bca468" providerId="ADAL" clId="{6E891DCA-F992-447A-84A5-43567EFDD919}" dt="2025-01-27T11:57:55.189" v="3707" actId="20577"/>
          <ac:spMkLst>
            <pc:docMk/>
            <pc:sldMk cId="3026350826" sldId="276"/>
            <ac:spMk id="3" creationId="{0911AB12-1527-5CEE-2E82-7F24ADFA3832}"/>
          </ac:spMkLst>
        </pc:spChg>
        <pc:grpChg chg="mod">
          <ac:chgData name="Patrick Merritt" userId="b92c223c-8880-48c6-9b0c-d25ee1bca468" providerId="ADAL" clId="{6E891DCA-F992-447A-84A5-43567EFDD919}" dt="2025-01-27T11:57:15.557" v="3606" actId="1076"/>
          <ac:grpSpMkLst>
            <pc:docMk/>
            <pc:sldMk cId="3026350826" sldId="276"/>
            <ac:grpSpMk id="19" creationId="{81F0CBE4-4728-616E-5537-ED0F83CBF7FB}"/>
          </ac:grpSpMkLst>
        </pc:grpChg>
      </pc:sldChg>
      <pc:sldChg chg="addSp modSp add mod">
        <pc:chgData name="Patrick Merritt" userId="b92c223c-8880-48c6-9b0c-d25ee1bca468" providerId="ADAL" clId="{6E891DCA-F992-447A-84A5-43567EFDD919}" dt="2025-01-27T11:58:44.403" v="3776" actId="5793"/>
        <pc:sldMkLst>
          <pc:docMk/>
          <pc:sldMk cId="3960160652" sldId="277"/>
        </pc:sldMkLst>
        <pc:spChg chg="mod">
          <ac:chgData name="Patrick Merritt" userId="b92c223c-8880-48c6-9b0c-d25ee1bca468" providerId="ADAL" clId="{6E891DCA-F992-447A-84A5-43567EFDD919}" dt="2025-01-27T11:58:44.403" v="3776" actId="5793"/>
          <ac:spMkLst>
            <pc:docMk/>
            <pc:sldMk cId="3960160652" sldId="277"/>
            <ac:spMk id="3" creationId="{22B5078F-EA72-6230-5453-C81C2708CA0E}"/>
          </ac:spMkLst>
        </pc:spChg>
        <pc:spChg chg="add mod">
          <ac:chgData name="Patrick Merritt" userId="b92c223c-8880-48c6-9b0c-d25ee1bca468" providerId="ADAL" clId="{6E891DCA-F992-447A-84A5-43567EFDD919}" dt="2025-01-27T11:58:16.678" v="3710" actId="1076"/>
          <ac:spMkLst>
            <pc:docMk/>
            <pc:sldMk cId="3960160652" sldId="277"/>
            <ac:spMk id="5" creationId="{049F37B5-E05F-E524-7A84-935348F22DF4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728935354" sldId="278"/>
        </pc:sldMkLst>
      </pc:sldChg>
      <pc:sldChg chg="addSp delSp new mod modClrScheme chgLayout">
        <pc:chgData name="Patrick Merritt" userId="b92c223c-8880-48c6-9b0c-d25ee1bca468" providerId="ADAL" clId="{6E891DCA-F992-447A-84A5-43567EFDD919}" dt="2025-01-27T12:02:23.035" v="3782"/>
        <pc:sldMkLst>
          <pc:docMk/>
          <pc:sldMk cId="2906953895" sldId="278"/>
        </pc:sldMkLst>
        <pc:spChg chg="del">
          <ac:chgData name="Patrick Merritt" userId="b92c223c-8880-48c6-9b0c-d25ee1bca468" providerId="ADAL" clId="{6E891DCA-F992-447A-84A5-43567EFDD919}" dt="2025-01-27T12:00:41.208" v="3778" actId="700"/>
          <ac:spMkLst>
            <pc:docMk/>
            <pc:sldMk cId="2906953895" sldId="278"/>
            <ac:spMk id="2" creationId="{429FAF02-1904-C22D-895D-B6106165E54B}"/>
          </ac:spMkLst>
        </pc:spChg>
        <pc:spChg chg="del">
          <ac:chgData name="Patrick Merritt" userId="b92c223c-8880-48c6-9b0c-d25ee1bca468" providerId="ADAL" clId="{6E891DCA-F992-447A-84A5-43567EFDD919}" dt="2025-01-27T12:00:41.208" v="3778" actId="700"/>
          <ac:spMkLst>
            <pc:docMk/>
            <pc:sldMk cId="2906953895" sldId="278"/>
            <ac:spMk id="3" creationId="{A21D0A15-F30B-9130-242F-FB0AE79ABA3C}"/>
          </ac:spMkLst>
        </pc:spChg>
        <pc:picChg chg="add del">
          <ac:chgData name="Patrick Merritt" userId="b92c223c-8880-48c6-9b0c-d25ee1bca468" providerId="ADAL" clId="{6E891DCA-F992-447A-84A5-43567EFDD919}" dt="2025-01-27T12:00:44.685" v="3780" actId="478"/>
          <ac:picMkLst>
            <pc:docMk/>
            <pc:sldMk cId="2906953895" sldId="278"/>
            <ac:picMk id="3074" creationId="{54E551BB-2845-2A2F-FA64-4752EB5F9C38}"/>
          </ac:picMkLst>
        </pc:picChg>
        <pc:picChg chg="add">
          <ac:chgData name="Patrick Merritt" userId="b92c223c-8880-48c6-9b0c-d25ee1bca468" providerId="ADAL" clId="{6E891DCA-F992-447A-84A5-43567EFDD919}" dt="2025-01-27T12:02:05.646" v="3781"/>
          <ac:picMkLst>
            <pc:docMk/>
            <pc:sldMk cId="2906953895" sldId="278"/>
            <ac:picMk id="3076" creationId="{AC8487CA-C1D2-C8CB-868A-5E560B046672}"/>
          </ac:picMkLst>
        </pc:picChg>
        <pc:picChg chg="add">
          <ac:chgData name="Patrick Merritt" userId="b92c223c-8880-48c6-9b0c-d25ee1bca468" providerId="ADAL" clId="{6E891DCA-F992-447A-84A5-43567EFDD919}" dt="2025-01-27T12:02:23.035" v="3782"/>
          <ac:picMkLst>
            <pc:docMk/>
            <pc:sldMk cId="2906953895" sldId="278"/>
            <ac:picMk id="3078" creationId="{1F4B13C2-7BB4-5EA0-09ED-D9225D175A69}"/>
          </ac:picMkLst>
        </pc:picChg>
      </pc:sldChg>
      <pc:sldChg chg="addSp delSp modSp new mod modClrScheme chgLayout">
        <pc:chgData name="Patrick Merritt" userId="b92c223c-8880-48c6-9b0c-d25ee1bca468" providerId="ADAL" clId="{6E891DCA-F992-447A-84A5-43567EFDD919}" dt="2025-01-27T12:05:36.981" v="3867" actId="14100"/>
        <pc:sldMkLst>
          <pc:docMk/>
          <pc:sldMk cId="232710453" sldId="279"/>
        </pc:sldMkLst>
        <pc:spChg chg="add mod ord">
          <ac:chgData name="Patrick Merritt" userId="b92c223c-8880-48c6-9b0c-d25ee1bca468" providerId="ADAL" clId="{6E891DCA-F992-447A-84A5-43567EFDD919}" dt="2025-01-27T12:05:26.385" v="3863" actId="313"/>
          <ac:spMkLst>
            <pc:docMk/>
            <pc:sldMk cId="232710453" sldId="279"/>
            <ac:spMk id="2" creationId="{0543DBD3-9C2C-01DA-1FAF-20FCE3086DEB}"/>
          </ac:spMkLst>
        </pc:spChg>
        <pc:spChg chg="add mod ord">
          <ac:chgData name="Patrick Merritt" userId="b92c223c-8880-48c6-9b0c-d25ee1bca468" providerId="ADAL" clId="{6E891DCA-F992-447A-84A5-43567EFDD919}" dt="2025-01-27T12:05:36.981" v="3867" actId="14100"/>
          <ac:spMkLst>
            <pc:docMk/>
            <pc:sldMk cId="232710453" sldId="279"/>
            <ac:spMk id="3" creationId="{CA067A6E-C240-93C9-A400-4F953E1E8CC2}"/>
          </ac:spMkLst>
        </pc:spChg>
        <pc:spChg chg="add del mod ord">
          <ac:chgData name="Patrick Merritt" userId="b92c223c-8880-48c6-9b0c-d25ee1bca468" providerId="ADAL" clId="{6E891DCA-F992-447A-84A5-43567EFDD919}" dt="2025-01-27T12:05:34.382" v="3866" actId="478"/>
          <ac:spMkLst>
            <pc:docMk/>
            <pc:sldMk cId="232710453" sldId="279"/>
            <ac:spMk id="4" creationId="{43C5F31C-886E-C234-BAC1-A7AD415BC399}"/>
          </ac:spMkLst>
        </pc:spChg>
        <pc:picChg chg="add del mod">
          <ac:chgData name="Patrick Merritt" userId="b92c223c-8880-48c6-9b0c-d25ee1bca468" providerId="ADAL" clId="{6E891DCA-F992-447A-84A5-43567EFDD919}" dt="2025-01-27T12:03:32.293" v="3786" actId="478"/>
          <ac:picMkLst>
            <pc:docMk/>
            <pc:sldMk cId="232710453" sldId="279"/>
            <ac:picMk id="4098" creationId="{089227E6-9466-9AF1-21F4-39E621442333}"/>
          </ac:picMkLst>
        </pc:picChg>
        <pc:picChg chg="add del mod">
          <ac:chgData name="Patrick Merritt" userId="b92c223c-8880-48c6-9b0c-d25ee1bca468" providerId="ADAL" clId="{6E891DCA-F992-447A-84A5-43567EFDD919}" dt="2025-01-27T12:05:32.202" v="3865" actId="478"/>
          <ac:picMkLst>
            <pc:docMk/>
            <pc:sldMk cId="232710453" sldId="279"/>
            <ac:picMk id="4100" creationId="{77644B2E-95C4-AB9B-4AB9-57593CABD0B1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406682562" sldId="279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56070879" sldId="280"/>
        </pc:sldMkLst>
      </pc:sldChg>
      <pc:sldChg chg="addSp modSp add mod">
        <pc:chgData name="Patrick Merritt" userId="b92c223c-8880-48c6-9b0c-d25ee1bca468" providerId="ADAL" clId="{6E891DCA-F992-447A-84A5-43567EFDD919}" dt="2025-01-27T12:04:59.195" v="3841" actId="1076"/>
        <pc:sldMkLst>
          <pc:docMk/>
          <pc:sldMk cId="326024031" sldId="280"/>
        </pc:sldMkLst>
        <pc:spChg chg="add mod">
          <ac:chgData name="Patrick Merritt" userId="b92c223c-8880-48c6-9b0c-d25ee1bca468" providerId="ADAL" clId="{6E891DCA-F992-447A-84A5-43567EFDD919}" dt="2025-01-27T12:04:59.195" v="3841" actId="1076"/>
          <ac:spMkLst>
            <pc:docMk/>
            <pc:sldMk cId="326024031" sldId="280"/>
            <ac:spMk id="2" creationId="{E0B4EE5D-98A3-1D17-2C5E-5AFE7E2BFECA}"/>
          </ac:spMkLst>
        </pc:spChg>
      </pc:sldChg>
      <pc:sldChg chg="addSp delSp add del">
        <pc:chgData name="Patrick Merritt" userId="b92c223c-8880-48c6-9b0c-d25ee1bca468" providerId="ADAL" clId="{6E891DCA-F992-447A-84A5-43567EFDD919}" dt="2025-01-27T12:06:23.527" v="3873" actId="47"/>
        <pc:sldMkLst>
          <pc:docMk/>
          <pc:sldMk cId="1496535694" sldId="281"/>
        </pc:sldMkLst>
        <pc:picChg chg="del">
          <ac:chgData name="Patrick Merritt" userId="b92c223c-8880-48c6-9b0c-d25ee1bca468" providerId="ADAL" clId="{6E891DCA-F992-447A-84A5-43567EFDD919}" dt="2025-01-27T12:06:05.756" v="3869" actId="478"/>
          <ac:picMkLst>
            <pc:docMk/>
            <pc:sldMk cId="1496535694" sldId="281"/>
            <ac:picMk id="4100" creationId="{F3C3C955-AA66-1A7E-ECEC-4B8322079D1F}"/>
          </ac:picMkLst>
        </pc:picChg>
        <pc:picChg chg="add del">
          <ac:chgData name="Patrick Merritt" userId="b92c223c-8880-48c6-9b0c-d25ee1bca468" providerId="ADAL" clId="{6E891DCA-F992-447A-84A5-43567EFDD919}" dt="2025-01-27T12:06:19.488" v="3871" actId="478"/>
          <ac:picMkLst>
            <pc:docMk/>
            <pc:sldMk cId="1496535694" sldId="281"/>
            <ac:picMk id="5122" creationId="{923B70D1-7F5B-250C-2D52-FF7DBFB16AFA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200761655" sldId="281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055570672" sldId="282"/>
        </pc:sldMkLst>
      </pc:sldChg>
      <pc:sldChg chg="addSp modSp add mod">
        <pc:chgData name="Patrick Merritt" userId="b92c223c-8880-48c6-9b0c-d25ee1bca468" providerId="ADAL" clId="{6E891DCA-F992-447A-84A5-43567EFDD919}" dt="2025-01-27T12:07:45.508" v="4070" actId="20577"/>
        <pc:sldMkLst>
          <pc:docMk/>
          <pc:sldMk cId="2920123147" sldId="282"/>
        </pc:sldMkLst>
        <pc:spChg chg="mod">
          <ac:chgData name="Patrick Merritt" userId="b92c223c-8880-48c6-9b0c-d25ee1bca468" providerId="ADAL" clId="{6E891DCA-F992-447A-84A5-43567EFDD919}" dt="2025-01-27T12:07:45.508" v="4070" actId="20577"/>
          <ac:spMkLst>
            <pc:docMk/>
            <pc:sldMk cId="2920123147" sldId="282"/>
            <ac:spMk id="3" creationId="{6DB79F3A-710A-9962-6AC1-E116D9A6F461}"/>
          </ac:spMkLst>
        </pc:spChg>
        <pc:spChg chg="add mod">
          <ac:chgData name="Patrick Merritt" userId="b92c223c-8880-48c6-9b0c-d25ee1bca468" providerId="ADAL" clId="{6E891DCA-F992-447A-84A5-43567EFDD919}" dt="2025-01-27T12:06:39.382" v="3877" actId="13822"/>
          <ac:spMkLst>
            <pc:docMk/>
            <pc:sldMk cId="2920123147" sldId="282"/>
            <ac:spMk id="4" creationId="{00B15439-59E8-7F4D-2817-DF0CFB7B8521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418082063" sldId="283"/>
        </pc:sldMkLst>
      </pc:sldChg>
      <pc:sldChg chg="delSp modSp new mod">
        <pc:chgData name="Patrick Merritt" userId="b92c223c-8880-48c6-9b0c-d25ee1bca468" providerId="ADAL" clId="{6E891DCA-F992-447A-84A5-43567EFDD919}" dt="2025-01-27T12:17:04.492" v="4343" actId="14100"/>
        <pc:sldMkLst>
          <pc:docMk/>
          <pc:sldMk cId="744573776" sldId="283"/>
        </pc:sldMkLst>
        <pc:spChg chg="mod">
          <ac:chgData name="Patrick Merritt" userId="b92c223c-8880-48c6-9b0c-d25ee1bca468" providerId="ADAL" clId="{6E891DCA-F992-447A-84A5-43567EFDD919}" dt="2025-01-27T12:08:48.225" v="4133" actId="20577"/>
          <ac:spMkLst>
            <pc:docMk/>
            <pc:sldMk cId="744573776" sldId="283"/>
            <ac:spMk id="2" creationId="{67B6CABD-02CC-9F93-2BF7-5EBD5EE8F62B}"/>
          </ac:spMkLst>
        </pc:spChg>
        <pc:spChg chg="mod">
          <ac:chgData name="Patrick Merritt" userId="b92c223c-8880-48c6-9b0c-d25ee1bca468" providerId="ADAL" clId="{6E891DCA-F992-447A-84A5-43567EFDD919}" dt="2025-01-27T12:17:04.492" v="4343" actId="14100"/>
          <ac:spMkLst>
            <pc:docMk/>
            <pc:sldMk cId="744573776" sldId="283"/>
            <ac:spMk id="3" creationId="{DF695978-6307-6B0E-A4E1-A38F724E125D}"/>
          </ac:spMkLst>
        </pc:spChg>
        <pc:spChg chg="del">
          <ac:chgData name="Patrick Merritt" userId="b92c223c-8880-48c6-9b0c-d25ee1bca468" providerId="ADAL" clId="{6E891DCA-F992-447A-84A5-43567EFDD919}" dt="2025-01-27T12:17:01.058" v="4342" actId="478"/>
          <ac:spMkLst>
            <pc:docMk/>
            <pc:sldMk cId="744573776" sldId="283"/>
            <ac:spMk id="4" creationId="{23B95415-6C58-54AB-C870-0BCD8105FA8D}"/>
          </ac:spMkLst>
        </pc:spChg>
      </pc:sldChg>
      <pc:sldChg chg="addSp delSp modSp new mod modClrScheme chgLayout">
        <pc:chgData name="Patrick Merritt" userId="b92c223c-8880-48c6-9b0c-d25ee1bca468" providerId="ADAL" clId="{6E891DCA-F992-447A-84A5-43567EFDD919}" dt="2025-01-27T12:19:34.768" v="4535" actId="20577"/>
        <pc:sldMkLst>
          <pc:docMk/>
          <pc:sldMk cId="1331825426" sldId="284"/>
        </pc:sldMkLst>
        <pc:spChg chg="del mod ord">
          <ac:chgData name="Patrick Merritt" userId="b92c223c-8880-48c6-9b0c-d25ee1bca468" providerId="ADAL" clId="{6E891DCA-F992-447A-84A5-43567EFDD919}" dt="2025-01-27T12:17:15.583" v="4345" actId="700"/>
          <ac:spMkLst>
            <pc:docMk/>
            <pc:sldMk cId="1331825426" sldId="284"/>
            <ac:spMk id="2" creationId="{FF906B28-310F-B617-168A-5FDFC204ECAE}"/>
          </ac:spMkLst>
        </pc:spChg>
        <pc:spChg chg="del mod ord">
          <ac:chgData name="Patrick Merritt" userId="b92c223c-8880-48c6-9b0c-d25ee1bca468" providerId="ADAL" clId="{6E891DCA-F992-447A-84A5-43567EFDD919}" dt="2025-01-27T12:17:15.583" v="4345" actId="700"/>
          <ac:spMkLst>
            <pc:docMk/>
            <pc:sldMk cId="1331825426" sldId="284"/>
            <ac:spMk id="3" creationId="{B5B363BC-2B88-A98E-54BE-DC02F0803029}"/>
          </ac:spMkLst>
        </pc:spChg>
        <pc:spChg chg="del">
          <ac:chgData name="Patrick Merritt" userId="b92c223c-8880-48c6-9b0c-d25ee1bca468" providerId="ADAL" clId="{6E891DCA-F992-447A-84A5-43567EFDD919}" dt="2025-01-27T12:17:15.583" v="4345" actId="700"/>
          <ac:spMkLst>
            <pc:docMk/>
            <pc:sldMk cId="1331825426" sldId="284"/>
            <ac:spMk id="4" creationId="{E716943A-0364-272C-D30A-77FB8614A979}"/>
          </ac:spMkLst>
        </pc:spChg>
        <pc:spChg chg="add mod ord">
          <ac:chgData name="Patrick Merritt" userId="b92c223c-8880-48c6-9b0c-d25ee1bca468" providerId="ADAL" clId="{6E891DCA-F992-447A-84A5-43567EFDD919}" dt="2025-01-27T12:17:28.752" v="4376" actId="5793"/>
          <ac:spMkLst>
            <pc:docMk/>
            <pc:sldMk cId="1331825426" sldId="284"/>
            <ac:spMk id="5" creationId="{A97DA3EA-1571-4996-16D3-C9BEC2E78E6C}"/>
          </ac:spMkLst>
        </pc:spChg>
        <pc:spChg chg="add mod ord">
          <ac:chgData name="Patrick Merritt" userId="b92c223c-8880-48c6-9b0c-d25ee1bca468" providerId="ADAL" clId="{6E891DCA-F992-447A-84A5-43567EFDD919}" dt="2025-01-27T12:19:34.768" v="4535" actId="20577"/>
          <ac:spMkLst>
            <pc:docMk/>
            <pc:sldMk cId="1331825426" sldId="284"/>
            <ac:spMk id="6" creationId="{2A566501-A335-D45B-5CBB-245B6A0962C5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670911908" sldId="284"/>
        </pc:sldMkLst>
      </pc:sldChg>
      <pc:sldChg chg="addSp delSp new mod modClrScheme chgLayout">
        <pc:chgData name="Patrick Merritt" userId="b92c223c-8880-48c6-9b0c-d25ee1bca468" providerId="ADAL" clId="{6E891DCA-F992-447A-84A5-43567EFDD919}" dt="2025-01-27T12:19:27.231" v="4528"/>
        <pc:sldMkLst>
          <pc:docMk/>
          <pc:sldMk cId="2372618601" sldId="285"/>
        </pc:sldMkLst>
        <pc:spChg chg="del">
          <ac:chgData name="Patrick Merritt" userId="b92c223c-8880-48c6-9b0c-d25ee1bca468" providerId="ADAL" clId="{6E891DCA-F992-447A-84A5-43567EFDD919}" dt="2025-01-27T12:18:46.044" v="4527" actId="700"/>
          <ac:spMkLst>
            <pc:docMk/>
            <pc:sldMk cId="2372618601" sldId="285"/>
            <ac:spMk id="2" creationId="{35D7E7D3-6E93-7085-1EF2-A52355D6EA1B}"/>
          </ac:spMkLst>
        </pc:spChg>
        <pc:spChg chg="del">
          <ac:chgData name="Patrick Merritt" userId="b92c223c-8880-48c6-9b0c-d25ee1bca468" providerId="ADAL" clId="{6E891DCA-F992-447A-84A5-43567EFDD919}" dt="2025-01-27T12:18:46.044" v="4527" actId="700"/>
          <ac:spMkLst>
            <pc:docMk/>
            <pc:sldMk cId="2372618601" sldId="285"/>
            <ac:spMk id="3" creationId="{3291B0D5-F376-40EB-AA7F-329295932D06}"/>
          </ac:spMkLst>
        </pc:spChg>
        <pc:picChg chg="add">
          <ac:chgData name="Patrick Merritt" userId="b92c223c-8880-48c6-9b0c-d25ee1bca468" providerId="ADAL" clId="{6E891DCA-F992-447A-84A5-43567EFDD919}" dt="2025-01-27T12:19:27.231" v="4528"/>
          <ac:picMkLst>
            <pc:docMk/>
            <pc:sldMk cId="2372618601" sldId="285"/>
            <ac:picMk id="6146" creationId="{3FCBB4F1-6C3C-E551-33CF-8C65C8746929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4191806753" sldId="285"/>
        </pc:sldMkLst>
      </pc:sldChg>
      <pc:sldChg chg="addSp new">
        <pc:chgData name="Patrick Merritt" userId="b92c223c-8880-48c6-9b0c-d25ee1bca468" providerId="ADAL" clId="{6E891DCA-F992-447A-84A5-43567EFDD919}" dt="2025-01-27T12:20:00.407" v="4537"/>
        <pc:sldMkLst>
          <pc:docMk/>
          <pc:sldMk cId="635401253" sldId="286"/>
        </pc:sldMkLst>
        <pc:picChg chg="add">
          <ac:chgData name="Patrick Merritt" userId="b92c223c-8880-48c6-9b0c-d25ee1bca468" providerId="ADAL" clId="{6E891DCA-F992-447A-84A5-43567EFDD919}" dt="2025-01-27T12:20:00.407" v="4537"/>
          <ac:picMkLst>
            <pc:docMk/>
            <pc:sldMk cId="635401253" sldId="286"/>
            <ac:picMk id="7170" creationId="{A2C14CB0-EB79-5D3F-5E6C-2E069A15B494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744340245" sldId="286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333891272" sldId="287"/>
        </pc:sldMkLst>
      </pc:sldChg>
      <pc:sldChg chg="addSp new">
        <pc:chgData name="Patrick Merritt" userId="b92c223c-8880-48c6-9b0c-d25ee1bca468" providerId="ADAL" clId="{6E891DCA-F992-447A-84A5-43567EFDD919}" dt="2025-01-27T12:20:17.536" v="4539"/>
        <pc:sldMkLst>
          <pc:docMk/>
          <pc:sldMk cId="2920878835" sldId="287"/>
        </pc:sldMkLst>
        <pc:picChg chg="add">
          <ac:chgData name="Patrick Merritt" userId="b92c223c-8880-48c6-9b0c-d25ee1bca468" providerId="ADAL" clId="{6E891DCA-F992-447A-84A5-43567EFDD919}" dt="2025-01-27T12:20:17.536" v="4539"/>
          <ac:picMkLst>
            <pc:docMk/>
            <pc:sldMk cId="2920878835" sldId="287"/>
            <ac:picMk id="8194" creationId="{DFC6B263-8F49-ADEA-7A05-1C31CE0751FC}"/>
          </ac:picMkLst>
        </pc:picChg>
      </pc:sldChg>
      <pc:sldChg chg="addSp new">
        <pc:chgData name="Patrick Merritt" userId="b92c223c-8880-48c6-9b0c-d25ee1bca468" providerId="ADAL" clId="{6E891DCA-F992-447A-84A5-43567EFDD919}" dt="2025-01-27T12:20:39.700" v="4541"/>
        <pc:sldMkLst>
          <pc:docMk/>
          <pc:sldMk cId="173161060" sldId="288"/>
        </pc:sldMkLst>
        <pc:picChg chg="add">
          <ac:chgData name="Patrick Merritt" userId="b92c223c-8880-48c6-9b0c-d25ee1bca468" providerId="ADAL" clId="{6E891DCA-F992-447A-84A5-43567EFDD919}" dt="2025-01-27T12:20:39.700" v="4541"/>
          <ac:picMkLst>
            <pc:docMk/>
            <pc:sldMk cId="173161060" sldId="288"/>
            <ac:picMk id="9218" creationId="{F754B618-68DB-E2F9-20AF-79C24FFFCF17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941387353" sldId="288"/>
        </pc:sldMkLst>
      </pc:sldChg>
      <pc:sldChg chg="addSp delSp new">
        <pc:chgData name="Patrick Merritt" userId="b92c223c-8880-48c6-9b0c-d25ee1bca468" providerId="ADAL" clId="{6E891DCA-F992-447A-84A5-43567EFDD919}" dt="2025-01-27T12:21:57.805" v="4545"/>
        <pc:sldMkLst>
          <pc:docMk/>
          <pc:sldMk cId="3468238212" sldId="289"/>
        </pc:sldMkLst>
        <pc:spChg chg="add del">
          <ac:chgData name="Patrick Merritt" userId="b92c223c-8880-48c6-9b0c-d25ee1bca468" providerId="ADAL" clId="{6E891DCA-F992-447A-84A5-43567EFDD919}" dt="2025-01-27T12:21:29.871" v="4544" actId="478"/>
          <ac:spMkLst>
            <pc:docMk/>
            <pc:sldMk cId="3468238212" sldId="289"/>
            <ac:spMk id="2" creationId="{122C269E-D64D-738C-1600-B6932B5C8160}"/>
          </ac:spMkLst>
        </pc:spChg>
        <pc:picChg chg="add">
          <ac:chgData name="Patrick Merritt" userId="b92c223c-8880-48c6-9b0c-d25ee1bca468" providerId="ADAL" clId="{6E891DCA-F992-447A-84A5-43567EFDD919}" dt="2025-01-27T12:21:57.805" v="4545"/>
          <ac:picMkLst>
            <pc:docMk/>
            <pc:sldMk cId="3468238212" sldId="289"/>
            <ac:picMk id="10244" creationId="{CC188F6B-0F7C-DE86-8994-84E7AE419566}"/>
          </ac:picMkLst>
        </pc:picChg>
      </pc:sldChg>
      <pc:sldChg chg="addSp new">
        <pc:chgData name="Patrick Merritt" userId="b92c223c-8880-48c6-9b0c-d25ee1bca468" providerId="ADAL" clId="{6E891DCA-F992-447A-84A5-43567EFDD919}" dt="2025-01-27T12:22:43.577" v="4547"/>
        <pc:sldMkLst>
          <pc:docMk/>
          <pc:sldMk cId="3377103348" sldId="290"/>
        </pc:sldMkLst>
        <pc:picChg chg="add">
          <ac:chgData name="Patrick Merritt" userId="b92c223c-8880-48c6-9b0c-d25ee1bca468" providerId="ADAL" clId="{6E891DCA-F992-447A-84A5-43567EFDD919}" dt="2025-01-27T12:22:43.577" v="4547"/>
          <ac:picMkLst>
            <pc:docMk/>
            <pc:sldMk cId="3377103348" sldId="290"/>
            <ac:picMk id="11266" creationId="{3836571B-8812-5810-3476-5A46B5603587}"/>
          </ac:picMkLst>
        </pc:picChg>
      </pc:sldChg>
      <pc:sldChg chg="addSp modSp new">
        <pc:chgData name="Patrick Merritt" userId="b92c223c-8880-48c6-9b0c-d25ee1bca468" providerId="ADAL" clId="{6E891DCA-F992-447A-84A5-43567EFDD919}" dt="2025-01-27T12:23:02.773" v="4550" actId="14100"/>
        <pc:sldMkLst>
          <pc:docMk/>
          <pc:sldMk cId="3766890018" sldId="291"/>
        </pc:sldMkLst>
        <pc:picChg chg="add mod">
          <ac:chgData name="Patrick Merritt" userId="b92c223c-8880-48c6-9b0c-d25ee1bca468" providerId="ADAL" clId="{6E891DCA-F992-447A-84A5-43567EFDD919}" dt="2025-01-27T12:23:02.773" v="4550" actId="14100"/>
          <ac:picMkLst>
            <pc:docMk/>
            <pc:sldMk cId="3766890018" sldId="291"/>
            <ac:picMk id="12290" creationId="{154416CB-EB3B-C835-0823-204E9AB0AD71}"/>
          </ac:picMkLst>
        </pc:picChg>
      </pc:sldChg>
      <pc:sldChg chg="addSp modSp add mod">
        <pc:chgData name="Patrick Merritt" userId="b92c223c-8880-48c6-9b0c-d25ee1bca468" providerId="ADAL" clId="{6E891DCA-F992-447A-84A5-43567EFDD919}" dt="2025-01-27T12:25:51.963" v="4647" actId="20577"/>
        <pc:sldMkLst>
          <pc:docMk/>
          <pc:sldMk cId="2963094468" sldId="292"/>
        </pc:sldMkLst>
        <pc:spChg chg="add mod">
          <ac:chgData name="Patrick Merritt" userId="b92c223c-8880-48c6-9b0c-d25ee1bca468" providerId="ADAL" clId="{6E891DCA-F992-447A-84A5-43567EFDD919}" dt="2025-01-27T12:25:51.963" v="4647" actId="20577"/>
          <ac:spMkLst>
            <pc:docMk/>
            <pc:sldMk cId="2963094468" sldId="292"/>
            <ac:spMk id="4" creationId="{20609B92-4E28-93E6-8C47-43AC4FB47BBF}"/>
          </ac:spMkLst>
        </pc:spChg>
        <pc:picChg chg="add mod modCrop">
          <ac:chgData name="Patrick Merritt" userId="b92c223c-8880-48c6-9b0c-d25ee1bca468" providerId="ADAL" clId="{6E891DCA-F992-447A-84A5-43567EFDD919}" dt="2025-01-27T12:24:32.709" v="4558" actId="14100"/>
          <ac:picMkLst>
            <pc:docMk/>
            <pc:sldMk cId="2963094468" sldId="292"/>
            <ac:picMk id="3" creationId="{104C418C-8EF0-8B0E-0BC6-BD1DFB93807A}"/>
          </ac:picMkLst>
        </pc:picChg>
      </pc:sldChg>
      <pc:sldChg chg="addSp modSp new mod modClrScheme chgLayout">
        <pc:chgData name="Patrick Merritt" userId="b92c223c-8880-48c6-9b0c-d25ee1bca468" providerId="ADAL" clId="{6E891DCA-F992-447A-84A5-43567EFDD919}" dt="2025-01-27T12:27:49.730" v="4891" actId="14"/>
        <pc:sldMkLst>
          <pc:docMk/>
          <pc:sldMk cId="3187744746" sldId="293"/>
        </pc:sldMkLst>
        <pc:spChg chg="add mod">
          <ac:chgData name="Patrick Merritt" userId="b92c223c-8880-48c6-9b0c-d25ee1bca468" providerId="ADAL" clId="{6E891DCA-F992-447A-84A5-43567EFDD919}" dt="2025-01-27T12:26:08.625" v="4686" actId="5793"/>
          <ac:spMkLst>
            <pc:docMk/>
            <pc:sldMk cId="3187744746" sldId="293"/>
            <ac:spMk id="2" creationId="{38413C36-7168-2F65-B386-28302724680D}"/>
          </ac:spMkLst>
        </pc:spChg>
        <pc:spChg chg="add mod">
          <ac:chgData name="Patrick Merritt" userId="b92c223c-8880-48c6-9b0c-d25ee1bca468" providerId="ADAL" clId="{6E891DCA-F992-447A-84A5-43567EFDD919}" dt="2025-01-27T12:27:49.730" v="4891" actId="14"/>
          <ac:spMkLst>
            <pc:docMk/>
            <pc:sldMk cId="3187744746" sldId="293"/>
            <ac:spMk id="3" creationId="{F90DA01C-4227-2EA0-27C0-0EAF3B793234}"/>
          </ac:spMkLst>
        </pc:spChg>
      </pc:sldChg>
      <pc:sldChg chg="addSp delSp modSp new mod setBg">
        <pc:chgData name="Patrick Merritt" userId="b92c223c-8880-48c6-9b0c-d25ee1bca468" providerId="ADAL" clId="{6E891DCA-F992-447A-84A5-43567EFDD919}" dt="2025-01-27T12:33:01.597" v="4987"/>
        <pc:sldMkLst>
          <pc:docMk/>
          <pc:sldMk cId="4035291229" sldId="294"/>
        </pc:sldMkLst>
        <pc:spChg chg="mod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2" creationId="{742174FA-246F-10EE-F9FE-9FDCD9F155AA}"/>
          </ac:spMkLst>
        </pc:spChg>
        <pc:spChg chg="mod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3" creationId="{DF88BBA9-1F4F-3588-F1C0-0A8E0637C1F3}"/>
          </ac:spMkLst>
        </pc:spChg>
        <pc:spChg chg="add">
          <ac:chgData name="Patrick Merritt" userId="b92c223c-8880-48c6-9b0c-d25ee1bca468" providerId="ADAL" clId="{6E891DCA-F992-447A-84A5-43567EFDD919}" dt="2025-01-27T12:30:10.276" v="4975"/>
          <ac:spMkLst>
            <pc:docMk/>
            <pc:sldMk cId="4035291229" sldId="294"/>
            <ac:spMk id="4" creationId="{7FBDFA02-CE39-95E0-A7FE-F61B5499FEF0}"/>
          </ac:spMkLst>
        </pc:spChg>
        <pc:spChg chg="add">
          <ac:chgData name="Patrick Merritt" userId="b92c223c-8880-48c6-9b0c-d25ee1bca468" providerId="ADAL" clId="{6E891DCA-F992-447A-84A5-43567EFDD919}" dt="2025-01-27T12:30:18.680" v="4976"/>
          <ac:spMkLst>
            <pc:docMk/>
            <pc:sldMk cId="4035291229" sldId="294"/>
            <ac:spMk id="5" creationId="{3015295C-A808-F9FD-36BD-99B5E0E92BC6}"/>
          </ac:spMkLst>
        </pc:spChg>
        <pc:spChg chg="add">
          <ac:chgData name="Patrick Merritt" userId="b92c223c-8880-48c6-9b0c-d25ee1bca468" providerId="ADAL" clId="{6E891DCA-F992-447A-84A5-43567EFDD919}" dt="2025-01-27T12:30:24.141" v="4977"/>
          <ac:spMkLst>
            <pc:docMk/>
            <pc:sldMk cId="4035291229" sldId="294"/>
            <ac:spMk id="6" creationId="{AB021023-724B-2A67-E86B-B0BE2C98F7BA}"/>
          </ac:spMkLst>
        </pc:spChg>
        <pc:spChg chg="add del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13327" creationId="{8FC9BE17-9A7B-462D-AE50-3D8777387304}"/>
          </ac:spMkLst>
        </pc:spChg>
        <pc:spChg chg="add del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13329" creationId="{3EBE8569-6AEC-4B8C-8D53-2DE337CDBA65}"/>
          </ac:spMkLst>
        </pc:spChg>
        <pc:spChg chg="add del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13331" creationId="{55D4142C-5077-457F-A6AD-3FECFDB39685}"/>
          </ac:spMkLst>
        </pc:spChg>
        <pc:spChg chg="add del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13333" creationId="{7A5F0580-5EE9-419F-96EE-B6529EF6E7D0}"/>
          </ac:spMkLst>
        </pc:spChg>
        <pc:picChg chg="add">
          <ac:chgData name="Patrick Merritt" userId="b92c223c-8880-48c6-9b0c-d25ee1bca468" providerId="ADAL" clId="{6E891DCA-F992-447A-84A5-43567EFDD919}" dt="2025-01-27T12:31:04.575" v="4978"/>
          <ac:picMkLst>
            <pc:docMk/>
            <pc:sldMk cId="4035291229" sldId="294"/>
            <ac:picMk id="13320" creationId="{6DA68C78-1B76-9BB1-D5F1-364EEB68EA0A}"/>
          </ac:picMkLst>
        </pc:picChg>
        <pc:picChg chg="add mod ord">
          <ac:chgData name="Patrick Merritt" userId="b92c223c-8880-48c6-9b0c-d25ee1bca468" providerId="ADAL" clId="{6E891DCA-F992-447A-84A5-43567EFDD919}" dt="2025-01-27T12:31:32.114" v="4981" actId="26606"/>
          <ac:picMkLst>
            <pc:docMk/>
            <pc:sldMk cId="4035291229" sldId="294"/>
            <ac:picMk id="13322" creationId="{CD1ED0FC-C2AB-0295-7DF2-CF5705D39FC9}"/>
          </ac:picMkLst>
        </pc:picChg>
        <pc:picChg chg="add">
          <ac:chgData name="Patrick Merritt" userId="b92c223c-8880-48c6-9b0c-d25ee1bca468" providerId="ADAL" clId="{6E891DCA-F992-447A-84A5-43567EFDD919}" dt="2025-01-27T12:32:14.396" v="4982"/>
          <ac:picMkLst>
            <pc:docMk/>
            <pc:sldMk cId="4035291229" sldId="294"/>
            <ac:picMk id="13324" creationId="{1123DC31-280B-13FD-2F10-D70C72DC73D5}"/>
          </ac:picMkLst>
        </pc:picChg>
        <pc:picChg chg="add del mod">
          <ac:chgData name="Patrick Merritt" userId="b92c223c-8880-48c6-9b0c-d25ee1bca468" providerId="ADAL" clId="{6E891DCA-F992-447A-84A5-43567EFDD919}" dt="2025-01-27T12:33:00.512" v="4986" actId="478"/>
          <ac:picMkLst>
            <pc:docMk/>
            <pc:sldMk cId="4035291229" sldId="294"/>
            <ac:picMk id="13326" creationId="{05A4431E-CD12-49A0-7C87-F2C94306E159}"/>
          </ac:picMkLst>
        </pc:picChg>
        <pc:picChg chg="add">
          <ac:chgData name="Patrick Merritt" userId="b92c223c-8880-48c6-9b0c-d25ee1bca468" providerId="ADAL" clId="{6E891DCA-F992-447A-84A5-43567EFDD919}" dt="2025-01-27T12:33:01.597" v="4987"/>
          <ac:picMkLst>
            <pc:docMk/>
            <pc:sldMk cId="4035291229" sldId="294"/>
            <ac:picMk id="13328" creationId="{E2FA588D-7B09-691E-B177-AB243A81C580}"/>
          </ac:picMkLst>
        </pc:picChg>
      </pc:sldChg>
    </pc:docChg>
  </pc:docChgLst>
  <pc:docChgLst>
    <pc:chgData name="Patrick Merritt" userId="b92c223c-8880-48c6-9b0c-d25ee1bca468" providerId="ADAL" clId="{DB78B1E9-91B4-4FD7-B29B-9229E1363718}"/>
    <pc:docChg chg="undo custSel addSld delSld modSld sldOrd">
      <pc:chgData name="Patrick Merritt" userId="b92c223c-8880-48c6-9b0c-d25ee1bca468" providerId="ADAL" clId="{DB78B1E9-91B4-4FD7-B29B-9229E1363718}" dt="2024-11-13T10:53:36.382" v="2012" actId="2711"/>
      <pc:docMkLst>
        <pc:docMk/>
      </pc:docMkLst>
      <pc:sldChg chg="modSp mod">
        <pc:chgData name="Patrick Merritt" userId="b92c223c-8880-48c6-9b0c-d25ee1bca468" providerId="ADAL" clId="{DB78B1E9-91B4-4FD7-B29B-9229E1363718}" dt="2024-11-13T10:14:24.496" v="12" actId="20577"/>
        <pc:sldMkLst>
          <pc:docMk/>
          <pc:sldMk cId="357346659" sldId="256"/>
        </pc:sldMkLst>
        <pc:spChg chg="mod">
          <ac:chgData name="Patrick Merritt" userId="b92c223c-8880-48c6-9b0c-d25ee1bca468" providerId="ADAL" clId="{DB78B1E9-91B4-4FD7-B29B-9229E1363718}" dt="2024-11-13T10:14:24.496" v="12" actId="20577"/>
          <ac:spMkLst>
            <pc:docMk/>
            <pc:sldMk cId="357346659" sldId="256"/>
            <ac:spMk id="2" creationId="{B2975A7C-D54D-05E0-876F-826FC221EA09}"/>
          </ac:spMkLst>
        </pc:spChg>
      </pc:sldChg>
      <pc:sldChg chg="modSp mod">
        <pc:chgData name="Patrick Merritt" userId="b92c223c-8880-48c6-9b0c-d25ee1bca468" providerId="ADAL" clId="{DB78B1E9-91B4-4FD7-B29B-9229E1363718}" dt="2024-11-13T10:14:38.643" v="29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DB78B1E9-91B4-4FD7-B29B-9229E1363718}" dt="2024-11-13T10:14:38.643" v="29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033738458" sldId="263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723962898" sldId="264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109188467" sldId="267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502931112" sldId="268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655057417" sldId="268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78872301" sldId="26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323687380" sldId="26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098602846" sldId="270"/>
        </pc:sldMkLst>
      </pc:sldChg>
      <pc:sldChg chg="add">
        <pc:chgData name="Patrick Merritt" userId="b92c223c-8880-48c6-9b0c-d25ee1bca468" providerId="ADAL" clId="{DB78B1E9-91B4-4FD7-B29B-9229E1363718}" dt="2024-11-13T10:16:14.738" v="41"/>
        <pc:sldMkLst>
          <pc:docMk/>
          <pc:sldMk cId="1418088095" sldId="270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436323924" sldId="271"/>
        </pc:sldMkLst>
      </pc:sldChg>
      <pc:sldChg chg="add">
        <pc:chgData name="Patrick Merritt" userId="b92c223c-8880-48c6-9b0c-d25ee1bca468" providerId="ADAL" clId="{DB78B1E9-91B4-4FD7-B29B-9229E1363718}" dt="2024-11-13T10:16:14.738" v="41"/>
        <pc:sldMkLst>
          <pc:docMk/>
          <pc:sldMk cId="2736372329" sldId="271"/>
        </pc:sldMkLst>
      </pc:sldChg>
      <pc:sldChg chg="add">
        <pc:chgData name="Patrick Merritt" userId="b92c223c-8880-48c6-9b0c-d25ee1bca468" providerId="ADAL" clId="{DB78B1E9-91B4-4FD7-B29B-9229E1363718}" dt="2024-11-13T10:16:14.738" v="41"/>
        <pc:sldMkLst>
          <pc:docMk/>
          <pc:sldMk cId="2353193195" sldId="272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4268145493" sldId="272"/>
        </pc:sldMkLst>
      </pc:sldChg>
      <pc:sldChg chg="delSp add setBg delDesignElem">
        <pc:chgData name="Patrick Merritt" userId="b92c223c-8880-48c6-9b0c-d25ee1bca468" providerId="ADAL" clId="{DB78B1E9-91B4-4FD7-B29B-9229E1363718}" dt="2024-11-13T10:16:14.738" v="41"/>
        <pc:sldMkLst>
          <pc:docMk/>
          <pc:sldMk cId="1158973794" sldId="27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063744206" sldId="273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1090251342" sldId="274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317614790" sldId="274"/>
        </pc:sldMkLst>
      </pc:sldChg>
      <pc:sldChg chg="add">
        <pc:chgData name="Patrick Merritt" userId="b92c223c-8880-48c6-9b0c-d25ee1bca468" providerId="ADAL" clId="{DB78B1E9-91B4-4FD7-B29B-9229E1363718}" dt="2024-11-13T10:16:14.738" v="41"/>
        <pc:sldMkLst>
          <pc:docMk/>
          <pc:sldMk cId="254804066" sldId="275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114710724" sldId="276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640016428" sldId="278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673915277" sldId="27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213276996" sldId="280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411945743" sldId="281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133094834" sldId="282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816040165" sldId="28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378653237" sldId="284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844994519" sldId="285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972848785" sldId="286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632461564" sldId="287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001476417" sldId="28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649644260" sldId="290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71795257" sldId="291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812937939" sldId="292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340258648" sldId="29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017538376" sldId="294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448935152" sldId="295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079882833" sldId="296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131982386" sldId="297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711867253" sldId="298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1488182904" sldId="29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4094410180" sldId="29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176714486" sldId="300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082441681" sldId="300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822635746" sldId="301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46104244" sldId="302"/>
        </pc:sldMkLst>
      </pc:sldChg>
      <pc:sldChg chg="add del">
        <pc:chgData name="Patrick Merritt" userId="b92c223c-8880-48c6-9b0c-d25ee1bca468" providerId="ADAL" clId="{DB78B1E9-91B4-4FD7-B29B-9229E1363718}" dt="2024-11-13T10:15:51.725" v="38" actId="47"/>
        <pc:sldMkLst>
          <pc:docMk/>
          <pc:sldMk cId="3149245027" sldId="30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4271884722" sldId="30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728133880" sldId="304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999292819" sldId="305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658984503" sldId="307"/>
        </pc:sldMkLst>
      </pc:sldChg>
      <pc:sldChg chg="modSp add mod">
        <pc:chgData name="Patrick Merritt" userId="b92c223c-8880-48c6-9b0c-d25ee1bca468" providerId="ADAL" clId="{DB78B1E9-91B4-4FD7-B29B-9229E1363718}" dt="2024-11-13T10:15:32.229" v="33"/>
        <pc:sldMkLst>
          <pc:docMk/>
          <pc:sldMk cId="1252660681" sldId="308"/>
        </pc:sldMkLst>
      </pc:sldChg>
      <pc:sldChg chg="modSp new mod">
        <pc:chgData name="Patrick Merritt" userId="b92c223c-8880-48c6-9b0c-d25ee1bca468" providerId="ADAL" clId="{DB78B1E9-91B4-4FD7-B29B-9229E1363718}" dt="2024-11-13T10:19:39.739" v="160" actId="20577"/>
        <pc:sldMkLst>
          <pc:docMk/>
          <pc:sldMk cId="2411430812" sldId="309"/>
        </pc:sldMkLst>
      </pc:sldChg>
      <pc:sldChg chg="modSp new del mod">
        <pc:chgData name="Patrick Merritt" userId="b92c223c-8880-48c6-9b0c-d25ee1bca468" providerId="ADAL" clId="{DB78B1E9-91B4-4FD7-B29B-9229E1363718}" dt="2024-11-13T10:16:18.233" v="43" actId="47"/>
        <pc:sldMkLst>
          <pc:docMk/>
          <pc:sldMk cId="3002134751" sldId="309"/>
        </pc:sldMkLst>
      </pc:sldChg>
      <pc:sldChg chg="modSp add mod">
        <pc:chgData name="Patrick Merritt" userId="b92c223c-8880-48c6-9b0c-d25ee1bca468" providerId="ADAL" clId="{DB78B1E9-91B4-4FD7-B29B-9229E1363718}" dt="2024-11-13T10:19:58.233" v="185" actId="20577"/>
        <pc:sldMkLst>
          <pc:docMk/>
          <pc:sldMk cId="3698691563" sldId="310"/>
        </pc:sldMkLst>
      </pc:sldChg>
      <pc:sldChg chg="modSp new mod">
        <pc:chgData name="Patrick Merritt" userId="b92c223c-8880-48c6-9b0c-d25ee1bca468" providerId="ADAL" clId="{DB78B1E9-91B4-4FD7-B29B-9229E1363718}" dt="2024-11-13T10:23:45.186" v="438" actId="21"/>
        <pc:sldMkLst>
          <pc:docMk/>
          <pc:sldMk cId="1806415050" sldId="311"/>
        </pc:sldMkLst>
      </pc:sldChg>
      <pc:sldChg chg="modSp add mod">
        <pc:chgData name="Patrick Merritt" userId="b92c223c-8880-48c6-9b0c-d25ee1bca468" providerId="ADAL" clId="{DB78B1E9-91B4-4FD7-B29B-9229E1363718}" dt="2024-11-13T10:42:15.580" v="1231" actId="21"/>
        <pc:sldMkLst>
          <pc:docMk/>
          <pc:sldMk cId="544972048" sldId="312"/>
        </pc:sldMkLst>
      </pc:sldChg>
      <pc:sldChg chg="modSp add mod">
        <pc:chgData name="Patrick Merritt" userId="b92c223c-8880-48c6-9b0c-d25ee1bca468" providerId="ADAL" clId="{DB78B1E9-91B4-4FD7-B29B-9229E1363718}" dt="2024-11-13T10:23:52.810" v="444" actId="20577"/>
        <pc:sldMkLst>
          <pc:docMk/>
          <pc:sldMk cId="2848811781" sldId="313"/>
        </pc:sldMkLst>
      </pc:sldChg>
      <pc:sldChg chg="modSp add mod">
        <pc:chgData name="Patrick Merritt" userId="b92c223c-8880-48c6-9b0c-d25ee1bca468" providerId="ADAL" clId="{DB78B1E9-91B4-4FD7-B29B-9229E1363718}" dt="2024-11-13T10:24:06.992" v="460" actId="20577"/>
        <pc:sldMkLst>
          <pc:docMk/>
          <pc:sldMk cId="1863767341" sldId="314"/>
        </pc:sldMkLst>
      </pc:sldChg>
      <pc:sldChg chg="modSp add mod">
        <pc:chgData name="Patrick Merritt" userId="b92c223c-8880-48c6-9b0c-d25ee1bca468" providerId="ADAL" clId="{DB78B1E9-91B4-4FD7-B29B-9229E1363718}" dt="2024-11-13T10:27:55.591" v="714" actId="20577"/>
        <pc:sldMkLst>
          <pc:docMk/>
          <pc:sldMk cId="1934552243" sldId="315"/>
        </pc:sldMkLst>
      </pc:sldChg>
      <pc:sldChg chg="addSp delSp modSp add mod">
        <pc:chgData name="Patrick Merritt" userId="b92c223c-8880-48c6-9b0c-d25ee1bca468" providerId="ADAL" clId="{DB78B1E9-91B4-4FD7-B29B-9229E1363718}" dt="2024-11-13T10:30:49.629" v="733" actId="478"/>
        <pc:sldMkLst>
          <pc:docMk/>
          <pc:sldMk cId="663194595" sldId="316"/>
        </pc:sldMkLst>
      </pc:sldChg>
      <pc:sldChg chg="new del">
        <pc:chgData name="Patrick Merritt" userId="b92c223c-8880-48c6-9b0c-d25ee1bca468" providerId="ADAL" clId="{DB78B1E9-91B4-4FD7-B29B-9229E1363718}" dt="2024-11-13T10:30:58.611" v="736" actId="47"/>
        <pc:sldMkLst>
          <pc:docMk/>
          <pc:sldMk cId="2056091279" sldId="317"/>
        </pc:sldMkLst>
      </pc:sldChg>
      <pc:sldChg chg="add del">
        <pc:chgData name="Patrick Merritt" userId="b92c223c-8880-48c6-9b0c-d25ee1bca468" providerId="ADAL" clId="{DB78B1E9-91B4-4FD7-B29B-9229E1363718}" dt="2024-11-13T10:28:33.176" v="717"/>
        <pc:sldMkLst>
          <pc:docMk/>
          <pc:sldMk cId="3693952900" sldId="317"/>
        </pc:sldMkLst>
      </pc:sldChg>
      <pc:sldChg chg="addSp modSp add mod">
        <pc:chgData name="Patrick Merritt" userId="b92c223c-8880-48c6-9b0c-d25ee1bca468" providerId="ADAL" clId="{DB78B1E9-91B4-4FD7-B29B-9229E1363718}" dt="2024-11-13T10:31:32.716" v="741" actId="20577"/>
        <pc:sldMkLst>
          <pc:docMk/>
          <pc:sldMk cId="156513250" sldId="318"/>
        </pc:sldMkLst>
      </pc:sldChg>
      <pc:sldChg chg="addSp delSp modSp add mod ord">
        <pc:chgData name="Patrick Merritt" userId="b92c223c-8880-48c6-9b0c-d25ee1bca468" providerId="ADAL" clId="{DB78B1E9-91B4-4FD7-B29B-9229E1363718}" dt="2024-11-13T10:38:52.015" v="800" actId="478"/>
        <pc:sldMkLst>
          <pc:docMk/>
          <pc:sldMk cId="958916394" sldId="319"/>
        </pc:sldMkLst>
      </pc:sldChg>
      <pc:sldChg chg="modSp new del mod">
        <pc:chgData name="Patrick Merritt" userId="b92c223c-8880-48c6-9b0c-d25ee1bca468" providerId="ADAL" clId="{DB78B1E9-91B4-4FD7-B29B-9229E1363718}" dt="2024-11-13T10:39:06.041" v="806" actId="47"/>
        <pc:sldMkLst>
          <pc:docMk/>
          <pc:sldMk cId="152223047" sldId="320"/>
        </pc:sldMkLst>
      </pc:sldChg>
      <pc:sldChg chg="addSp modSp add mod">
        <pc:chgData name="Patrick Merritt" userId="b92c223c-8880-48c6-9b0c-d25ee1bca468" providerId="ADAL" clId="{DB78B1E9-91B4-4FD7-B29B-9229E1363718}" dt="2024-11-13T10:39:27.732" v="821" actId="1076"/>
        <pc:sldMkLst>
          <pc:docMk/>
          <pc:sldMk cId="4138742750" sldId="321"/>
        </pc:sldMkLst>
      </pc:sldChg>
      <pc:sldChg chg="modSp new mod">
        <pc:chgData name="Patrick Merritt" userId="b92c223c-8880-48c6-9b0c-d25ee1bca468" providerId="ADAL" clId="{DB78B1E9-91B4-4FD7-B29B-9229E1363718}" dt="2024-11-13T10:50:23.264" v="1946" actId="20577"/>
        <pc:sldMkLst>
          <pc:docMk/>
          <pc:sldMk cId="2928693247" sldId="322"/>
        </pc:sldMkLst>
      </pc:sldChg>
      <pc:sldChg chg="modSp add mod">
        <pc:chgData name="Patrick Merritt" userId="b92c223c-8880-48c6-9b0c-d25ee1bca468" providerId="ADAL" clId="{DB78B1E9-91B4-4FD7-B29B-9229E1363718}" dt="2024-11-13T10:43:12.451" v="1406" actId="20577"/>
        <pc:sldMkLst>
          <pc:docMk/>
          <pc:sldMk cId="136467188" sldId="323"/>
        </pc:sldMkLst>
      </pc:sldChg>
      <pc:sldChg chg="modSp new mod">
        <pc:chgData name="Patrick Merritt" userId="b92c223c-8880-48c6-9b0c-d25ee1bca468" providerId="ADAL" clId="{DB78B1E9-91B4-4FD7-B29B-9229E1363718}" dt="2024-11-13T10:44:00.638" v="1496" actId="20577"/>
        <pc:sldMkLst>
          <pc:docMk/>
          <pc:sldMk cId="819674825" sldId="324"/>
        </pc:sldMkLst>
      </pc:sldChg>
      <pc:sldChg chg="modSp add mod">
        <pc:chgData name="Patrick Merritt" userId="b92c223c-8880-48c6-9b0c-d25ee1bca468" providerId="ADAL" clId="{DB78B1E9-91B4-4FD7-B29B-9229E1363718}" dt="2024-11-13T10:46:12.408" v="1678" actId="21"/>
        <pc:sldMkLst>
          <pc:docMk/>
          <pc:sldMk cId="4029739881" sldId="325"/>
        </pc:sldMkLst>
      </pc:sldChg>
      <pc:sldChg chg="modSp add mod">
        <pc:chgData name="Patrick Merritt" userId="b92c223c-8880-48c6-9b0c-d25ee1bca468" providerId="ADAL" clId="{DB78B1E9-91B4-4FD7-B29B-9229E1363718}" dt="2024-11-13T10:53:36.382" v="2012" actId="2711"/>
        <pc:sldMkLst>
          <pc:docMk/>
          <pc:sldMk cId="602225794" sldId="326"/>
        </pc:sldMkLst>
      </pc:sldChg>
      <pc:sldChg chg="addSp modSp add mod ord">
        <pc:chgData name="Patrick Merritt" userId="b92c223c-8880-48c6-9b0c-d25ee1bca468" providerId="ADAL" clId="{DB78B1E9-91B4-4FD7-B29B-9229E1363718}" dt="2024-11-13T10:49:13.227" v="1838" actId="1076"/>
        <pc:sldMkLst>
          <pc:docMk/>
          <pc:sldMk cId="1252716401" sldId="327"/>
        </pc:sldMkLst>
      </pc:sldChg>
      <pc:sldChg chg="addSp modSp add mod">
        <pc:chgData name="Patrick Merritt" userId="b92c223c-8880-48c6-9b0c-d25ee1bca468" providerId="ADAL" clId="{DB78B1E9-91B4-4FD7-B29B-9229E1363718}" dt="2024-11-13T10:52:57.120" v="2000" actId="20577"/>
        <pc:sldMkLst>
          <pc:docMk/>
          <pc:sldMk cId="1670238693" sldId="328"/>
        </pc:sldMkLst>
      </pc:sldChg>
    </pc:docChg>
  </pc:docChgLst>
  <pc:docChgLst>
    <pc:chgData name="Patrick Merritt" userId="b92c223c-8880-48c6-9b0c-d25ee1bca468" providerId="ADAL" clId="{2D866A31-7A32-484C-AEAE-EF89377F1484}"/>
    <pc:docChg chg="delSld modSld">
      <pc:chgData name="Patrick Merritt" userId="b92c223c-8880-48c6-9b0c-d25ee1bca468" providerId="ADAL" clId="{2D866A31-7A32-484C-AEAE-EF89377F1484}" dt="2024-08-27T10:14:02.106" v="21" actId="20577"/>
      <pc:docMkLst>
        <pc:docMk/>
      </pc:docMkLst>
      <pc:sldChg chg="modSp mod">
        <pc:chgData name="Patrick Merritt" userId="b92c223c-8880-48c6-9b0c-d25ee1bca468" providerId="ADAL" clId="{2D866A31-7A32-484C-AEAE-EF89377F1484}" dt="2024-08-27T10:14:02.106" v="21" actId="20577"/>
        <pc:sldMkLst>
          <pc:docMk/>
          <pc:sldMk cId="357346659" sldId="256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2285625565" sldId="257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4144405205" sldId="258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2691156661" sldId="259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354987656" sldId="260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2561642139" sldId="261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3458636469" sldId="262"/>
        </pc:sldMkLst>
      </pc:sldChg>
    </pc:docChg>
  </pc:docChgLst>
  <pc:docChgLst>
    <pc:chgData name="Patrick Merritt" userId="b92c223c-8880-48c6-9b0c-d25ee1bca468" providerId="ADAL" clId="{E895403D-2D63-4BE2-9DBC-6A07230F99B4}"/>
    <pc:docChg chg="custSel addSld delSld modSld">
      <pc:chgData name="Patrick Merritt" userId="b92c223c-8880-48c6-9b0c-d25ee1bca468" providerId="ADAL" clId="{E895403D-2D63-4BE2-9DBC-6A07230F99B4}" dt="2024-10-24T09:52:53.341" v="1848" actId="1076"/>
      <pc:docMkLst>
        <pc:docMk/>
      </pc:docMkLst>
      <pc:sldChg chg="modSp mod">
        <pc:chgData name="Patrick Merritt" userId="b92c223c-8880-48c6-9b0c-d25ee1bca468" providerId="ADAL" clId="{E895403D-2D63-4BE2-9DBC-6A07230F99B4}" dt="2024-10-24T08:45:38.965" v="21" actId="20577"/>
        <pc:sldMkLst>
          <pc:docMk/>
          <pc:sldMk cId="580719803" sldId="257"/>
        </pc:sldMkLst>
      </pc:sldChg>
      <pc:sldChg chg="modSp mod">
        <pc:chgData name="Patrick Merritt" userId="b92c223c-8880-48c6-9b0c-d25ee1bca468" providerId="ADAL" clId="{E895403D-2D63-4BE2-9DBC-6A07230F99B4}" dt="2024-10-24T08:46:12.997" v="55" actId="20577"/>
        <pc:sldMkLst>
          <pc:docMk/>
          <pc:sldMk cId="1398592841" sldId="258"/>
        </pc:sldMkLst>
      </pc:sldChg>
      <pc:sldChg chg="new del">
        <pc:chgData name="Patrick Merritt" userId="b92c223c-8880-48c6-9b0c-d25ee1bca468" providerId="ADAL" clId="{E895403D-2D63-4BE2-9DBC-6A07230F99B4}" dt="2024-10-24T08:47:09.111" v="58" actId="47"/>
        <pc:sldMkLst>
          <pc:docMk/>
          <pc:sldMk cId="765217500" sldId="25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069208015" sldId="25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466479415" sldId="260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2850338257" sldId="26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170495832" sldId="26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369821580" sldId="262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508890973" sldId="262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738292188" sldId="263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591432374" sldId="26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424071913" sldId="264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4078858970" sldId="264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239329461" sldId="265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711824575" sldId="266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733965366" sldId="266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2369783589" sldId="26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950226605" sldId="267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874440295" sldId="26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857240944" sldId="26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271112337" sldId="269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427605841" sldId="26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429024910" sldId="270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889218768" sldId="270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808552154" sldId="271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4221459341" sldId="27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483547321" sldId="272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945445727" sldId="272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578199303" sldId="27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767913251" sldId="27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159574248" sldId="274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2629640441" sldId="274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1368029473" sldId="275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555157688" sldId="275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4153350013" sldId="276"/>
        </pc:sldMkLst>
      </pc:sldChg>
      <pc:sldChg chg="modSp add mod">
        <pc:chgData name="Patrick Merritt" userId="b92c223c-8880-48c6-9b0c-d25ee1bca468" providerId="ADAL" clId="{E895403D-2D63-4BE2-9DBC-6A07230F99B4}" dt="2024-10-24T08:48:10.679" v="124" actId="313"/>
        <pc:sldMkLst>
          <pc:docMk/>
          <pc:sldMk cId="1464287160" sldId="27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509675672" sldId="27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729810838" sldId="278"/>
        </pc:sldMkLst>
      </pc:sldChg>
      <pc:sldChg chg="addSp delSp modSp new mod modClrScheme chgLayout">
        <pc:chgData name="Patrick Merritt" userId="b92c223c-8880-48c6-9b0c-d25ee1bca468" providerId="ADAL" clId="{E895403D-2D63-4BE2-9DBC-6A07230F99B4}" dt="2024-10-24T09:52:53.341" v="1848" actId="1076"/>
        <pc:sldMkLst>
          <pc:docMk/>
          <pc:sldMk cId="3520572055" sldId="27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58415026" sldId="279"/>
        </pc:sldMkLst>
      </pc:sldChg>
      <pc:sldChg chg="modSp new mod">
        <pc:chgData name="Patrick Merritt" userId="b92c223c-8880-48c6-9b0c-d25ee1bca468" providerId="ADAL" clId="{E895403D-2D63-4BE2-9DBC-6A07230F99B4}" dt="2024-10-24T09:45:39.022" v="1254" actId="20577"/>
        <pc:sldMkLst>
          <pc:docMk/>
          <pc:sldMk cId="3233445006" sldId="27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941237210" sldId="280"/>
        </pc:sldMkLst>
      </pc:sldChg>
      <pc:sldChg chg="modSp new mod">
        <pc:chgData name="Patrick Merritt" userId="b92c223c-8880-48c6-9b0c-d25ee1bca468" providerId="ADAL" clId="{E895403D-2D63-4BE2-9DBC-6A07230F99B4}" dt="2024-10-24T09:50:02.829" v="1716" actId="20577"/>
        <pc:sldMkLst>
          <pc:docMk/>
          <pc:sldMk cId="3740584507" sldId="280"/>
        </pc:sldMkLst>
      </pc:sldChg>
      <pc:sldChg chg="modSp new mod">
        <pc:chgData name="Patrick Merritt" userId="b92c223c-8880-48c6-9b0c-d25ee1bca468" providerId="ADAL" clId="{E895403D-2D63-4BE2-9DBC-6A07230F99B4}" dt="2024-10-24T09:51:49.806" v="1841" actId="20577"/>
        <pc:sldMkLst>
          <pc:docMk/>
          <pc:sldMk cId="691409148" sldId="28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006192712" sldId="28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710965597" sldId="28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909542010" sldId="285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244693972" sldId="286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472564505" sldId="28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832291781" sldId="28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4294809072" sldId="28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897327063" sldId="290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556211457" sldId="29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518095858" sldId="292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445034878" sldId="29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631709704" sldId="295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503101568" sldId="296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092120081" sldId="29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051056342" sldId="29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178397040" sldId="29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466222727" sldId="300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400137227" sldId="301"/>
        </pc:sldMkLst>
      </pc:sldChg>
    </pc:docChg>
  </pc:docChgLst>
  <pc:docChgLst>
    <pc:chgData name="Patrick Merritt" userId="b92c223c-8880-48c6-9b0c-d25ee1bca468" providerId="ADAL" clId="{BA0A3C5B-A03E-45EE-BF6F-7C38A8F5AFA7}"/>
    <pc:docChg chg="addSld modSld">
      <pc:chgData name="Patrick Merritt" userId="b92c223c-8880-48c6-9b0c-d25ee1bca468" providerId="ADAL" clId="{BA0A3C5B-A03E-45EE-BF6F-7C38A8F5AFA7}" dt="2025-01-06T11:03:37.719" v="25" actId="5793"/>
      <pc:docMkLst>
        <pc:docMk/>
      </pc:docMkLst>
      <pc:sldChg chg="modSp mod">
        <pc:chgData name="Patrick Merritt" userId="b92c223c-8880-48c6-9b0c-d25ee1bca468" providerId="ADAL" clId="{BA0A3C5B-A03E-45EE-BF6F-7C38A8F5AFA7}" dt="2025-01-06T11:03:37.719" v="25" actId="5793"/>
        <pc:sldMkLst>
          <pc:docMk/>
          <pc:sldMk cId="3643226764" sldId="258"/>
        </pc:sldMkLst>
      </pc:sldChg>
      <pc:sldChg chg="modSp add mod">
        <pc:chgData name="Patrick Merritt" userId="b92c223c-8880-48c6-9b0c-d25ee1bca468" providerId="ADAL" clId="{BA0A3C5B-A03E-45EE-BF6F-7C38A8F5AFA7}" dt="2025-01-06T11:03:28.893" v="23" actId="20577"/>
        <pc:sldMkLst>
          <pc:docMk/>
          <pc:sldMk cId="941387353" sldId="288"/>
        </pc:sldMkLst>
      </pc:sldChg>
    </pc:docChg>
  </pc:docChgLst>
  <pc:docChgLst>
    <pc:chgData name="Patrick Merritt" userId="b92c223c-8880-48c6-9b0c-d25ee1bca468" providerId="ADAL" clId="{995754DA-9755-4D7D-9FF6-ECE979082F6F}"/>
    <pc:docChg chg="addSld delSld modSld">
      <pc:chgData name="Patrick Merritt" userId="b92c223c-8880-48c6-9b0c-d25ee1bca468" providerId="ADAL" clId="{995754DA-9755-4D7D-9FF6-ECE979082F6F}" dt="2024-11-13T10:11:38.279" v="124" actId="20577"/>
      <pc:docMkLst>
        <pc:docMk/>
      </pc:docMkLst>
      <pc:sldChg chg="addSp modSp mod">
        <pc:chgData name="Patrick Merritt" userId="b92c223c-8880-48c6-9b0c-d25ee1bca468" providerId="ADAL" clId="{995754DA-9755-4D7D-9FF6-ECE979082F6F}" dt="2024-11-13T10:11:38.279" v="124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995754DA-9755-4D7D-9FF6-ECE979082F6F}" dt="2024-11-13T10:11:38.279" v="124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1398592841" sldId="258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2850338257" sldId="261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508890973" sldId="262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591432374" sldId="263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4078858970" sldId="264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711824575" sldId="266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2369783589" sldId="267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874440295" sldId="268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2502931112" sldId="268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1323687380" sldId="269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427605841" sldId="269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1098602846" sldId="270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889218768" sldId="270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2436323924" sldId="271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4221459341" sldId="271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945445727" sldId="272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4268145493" sldId="272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3063744206" sldId="273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578199303" sldId="273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2629640441" sldId="274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3317614790" sldId="274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1368029473" sldId="275"/>
        </pc:sldMkLst>
      </pc:sldChg>
      <pc:sldChg chg="add">
        <pc:chgData name="Patrick Merritt" userId="b92c223c-8880-48c6-9b0c-d25ee1bca468" providerId="ADAL" clId="{995754DA-9755-4D7D-9FF6-ECE979082F6F}" dt="2024-11-13T10:11:10.678" v="103"/>
        <pc:sldMkLst>
          <pc:docMk/>
          <pc:sldMk cId="2114710724" sldId="276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4153350013" sldId="276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1464287160" sldId="277"/>
        </pc:sldMkLst>
      </pc:sldChg>
      <pc:sldChg chg="add">
        <pc:chgData name="Patrick Merritt" userId="b92c223c-8880-48c6-9b0c-d25ee1bca468" providerId="ADAL" clId="{995754DA-9755-4D7D-9FF6-ECE979082F6F}" dt="2024-11-13T10:11:10.678" v="103"/>
        <pc:sldMkLst>
          <pc:docMk/>
          <pc:sldMk cId="640016428" sldId="278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520572055" sldId="278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673915277" sldId="279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233445006" sldId="279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213276996" sldId="280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740584507" sldId="280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691409148" sldId="281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411945743" sldId="281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133094834" sldId="282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816040165" sldId="283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378653237" sldId="284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844994519" sldId="285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972848785" sldId="286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2632461564" sldId="287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001476417" sldId="289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649644260" sldId="290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271795257" sldId="291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812937939" sldId="292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340258648" sldId="293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017538376" sldId="294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448935152" sldId="295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079882833" sldId="296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131982386" sldId="297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711867253" sldId="298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4094410180" sldId="299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2176714486" sldId="300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46104244" sldId="302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4271884722" sldId="303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2728133880" sldId="304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999292819" sldId="305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658984503" sldId="307"/>
        </pc:sldMkLst>
      </pc:sldChg>
      <pc:sldChg chg="new del">
        <pc:chgData name="Patrick Merritt" userId="b92c223c-8880-48c6-9b0c-d25ee1bca468" providerId="ADAL" clId="{995754DA-9755-4D7D-9FF6-ECE979082F6F}" dt="2024-11-13T10:11:15.381" v="104" actId="47"/>
        <pc:sldMkLst>
          <pc:docMk/>
          <pc:sldMk cId="1471857344" sldId="308"/>
        </pc:sldMkLst>
      </pc:sldChg>
      <pc:sldChg chg="new del">
        <pc:chgData name="Patrick Merritt" userId="b92c223c-8880-48c6-9b0c-d25ee1bca468" providerId="ADAL" clId="{995754DA-9755-4D7D-9FF6-ECE979082F6F}" dt="2024-11-13T10:10:09.794" v="101" actId="47"/>
        <pc:sldMkLst>
          <pc:docMk/>
          <pc:sldMk cId="3693593496" sldId="309"/>
        </pc:sldMkLst>
      </pc:sldChg>
    </pc:docChg>
  </pc:docChgLst>
  <pc:docChgLst>
    <pc:chgData name="Patrick Merritt" userId="b92c223c-8880-48c6-9b0c-d25ee1bca468" providerId="ADAL" clId="{1C9937B1-28F7-42F5-9CA7-484E96488542}"/>
    <pc:docChg chg="modSld sldOrd">
      <pc:chgData name="Patrick Merritt" userId="b92c223c-8880-48c6-9b0c-d25ee1bca468" providerId="ADAL" clId="{1C9937B1-28F7-42F5-9CA7-484E96488542}" dt="2024-11-11T09:54:06.826" v="1"/>
      <pc:docMkLst>
        <pc:docMk/>
      </pc:docMkLst>
      <pc:sldChg chg="ord">
        <pc:chgData name="Patrick Merritt" userId="b92c223c-8880-48c6-9b0c-d25ee1bca468" providerId="ADAL" clId="{1C9937B1-28F7-42F5-9CA7-484E96488542}" dt="2024-11-11T09:54:06.826" v="1"/>
        <pc:sldMkLst>
          <pc:docMk/>
          <pc:sldMk cId="3578199303" sldId="273"/>
        </pc:sldMkLst>
      </pc:sldChg>
    </pc:docChg>
  </pc:docChgLst>
  <pc:docChgLst>
    <pc:chgData name="Patrick Merritt" userId="b92c223c-8880-48c6-9b0c-d25ee1bca468" providerId="ADAL" clId="{D384CEBE-BE98-4C3F-8F1E-6AD1F22AE020}"/>
    <pc:docChg chg="undo custSel addSld delSld modSld sldOrd">
      <pc:chgData name="Patrick Merritt" userId="b92c223c-8880-48c6-9b0c-d25ee1bca468" providerId="ADAL" clId="{D384CEBE-BE98-4C3F-8F1E-6AD1F22AE020}" dt="2023-12-14T12:18:09.058" v="6338" actId="207"/>
      <pc:docMkLst>
        <pc:docMk/>
      </pc:docMkLst>
      <pc:sldChg chg="modSp new mod">
        <pc:chgData name="Patrick Merritt" userId="b92c223c-8880-48c6-9b0c-d25ee1bca468" providerId="ADAL" clId="{D384CEBE-BE98-4C3F-8F1E-6AD1F22AE020}" dt="2023-12-14T10:14:26.650" v="107" actId="20577"/>
        <pc:sldMkLst>
          <pc:docMk/>
          <pc:sldMk cId="357346659" sldId="25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832481721" sldId="25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598668132" sldId="257"/>
        </pc:sldMkLst>
      </pc:sldChg>
      <pc:sldChg chg="modSp new mod">
        <pc:chgData name="Patrick Merritt" userId="b92c223c-8880-48c6-9b0c-d25ee1bca468" providerId="ADAL" clId="{D384CEBE-BE98-4C3F-8F1E-6AD1F22AE020}" dt="2023-12-14T11:05:34.033" v="3710" actId="20577"/>
        <pc:sldMkLst>
          <pc:docMk/>
          <pc:sldMk cId="4090023474" sldId="257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17:22.769" v="441" actId="20577"/>
        <pc:sldMkLst>
          <pc:docMk/>
          <pc:sldMk cId="2171259363" sldId="25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36903847" sldId="259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22:53.701" v="664" actId="20577"/>
        <pc:sldMkLst>
          <pc:docMk/>
          <pc:sldMk cId="2197901773" sldId="259"/>
        </pc:sldMkLst>
      </pc:sldChg>
      <pc:sldChg chg="modSp add mod">
        <pc:chgData name="Patrick Merritt" userId="b92c223c-8880-48c6-9b0c-d25ee1bca468" providerId="ADAL" clId="{D384CEBE-BE98-4C3F-8F1E-6AD1F22AE020}" dt="2023-12-14T10:24:11.050" v="867" actId="313"/>
        <pc:sldMkLst>
          <pc:docMk/>
          <pc:sldMk cId="3824764564" sldId="260"/>
        </pc:sldMkLst>
      </pc:sldChg>
      <pc:sldChg chg="modSp new mod">
        <pc:chgData name="Patrick Merritt" userId="b92c223c-8880-48c6-9b0c-d25ee1bca468" providerId="ADAL" clId="{D384CEBE-BE98-4C3F-8F1E-6AD1F22AE020}" dt="2023-12-14T10:24:39.111" v="920" actId="5793"/>
        <pc:sldMkLst>
          <pc:docMk/>
          <pc:sldMk cId="1141273340" sldId="26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79843640" sldId="261"/>
        </pc:sldMkLst>
      </pc:sldChg>
      <pc:sldChg chg="new del">
        <pc:chgData name="Patrick Merritt" userId="b92c223c-8880-48c6-9b0c-d25ee1bca468" providerId="ADAL" clId="{D384CEBE-BE98-4C3F-8F1E-6AD1F22AE020}" dt="2023-12-14T10:24:23.260" v="870" actId="47"/>
        <pc:sldMkLst>
          <pc:docMk/>
          <pc:sldMk cId="149360825" sldId="26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171473882" sldId="262"/>
        </pc:sldMkLst>
      </pc:sldChg>
      <pc:sldChg chg="addSp delSp modSp new mod">
        <pc:chgData name="Patrick Merritt" userId="b92c223c-8880-48c6-9b0c-d25ee1bca468" providerId="ADAL" clId="{D384CEBE-BE98-4C3F-8F1E-6AD1F22AE020}" dt="2023-12-14T10:26:15.948" v="1048" actId="20577"/>
        <pc:sldMkLst>
          <pc:docMk/>
          <pc:sldMk cId="3866769334" sldId="262"/>
        </pc:sldMkLst>
      </pc:sldChg>
      <pc:sldChg chg="modSp add mod">
        <pc:chgData name="Patrick Merritt" userId="b92c223c-8880-48c6-9b0c-d25ee1bca468" providerId="ADAL" clId="{D384CEBE-BE98-4C3F-8F1E-6AD1F22AE020}" dt="2023-12-14T10:28:59.611" v="1395" actId="313"/>
        <pc:sldMkLst>
          <pc:docMk/>
          <pc:sldMk cId="635429887" sldId="26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437141227" sldId="264"/>
        </pc:sldMkLst>
      </pc:sldChg>
      <pc:sldChg chg="modSp add mod">
        <pc:chgData name="Patrick Merritt" userId="b92c223c-8880-48c6-9b0c-d25ee1bca468" providerId="ADAL" clId="{D384CEBE-BE98-4C3F-8F1E-6AD1F22AE020}" dt="2023-12-14T10:29:48.614" v="1491" actId="20577"/>
        <pc:sldMkLst>
          <pc:docMk/>
          <pc:sldMk cId="4124873510" sldId="264"/>
        </pc:sldMkLst>
      </pc:sldChg>
      <pc:sldChg chg="modSp new mod">
        <pc:chgData name="Patrick Merritt" userId="b92c223c-8880-48c6-9b0c-d25ee1bca468" providerId="ADAL" clId="{D384CEBE-BE98-4C3F-8F1E-6AD1F22AE020}" dt="2023-12-14T10:34:50.798" v="1832" actId="20577"/>
        <pc:sldMkLst>
          <pc:docMk/>
          <pc:sldMk cId="1324938249" sldId="26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09185629" sldId="265"/>
        </pc:sldMkLst>
      </pc:sldChg>
      <pc:sldChg chg="modSp new mod">
        <pc:chgData name="Patrick Merritt" userId="b92c223c-8880-48c6-9b0c-d25ee1bca468" providerId="ADAL" clId="{D384CEBE-BE98-4C3F-8F1E-6AD1F22AE020}" dt="2023-12-14T10:35:34.002" v="1934" actId="20577"/>
        <pc:sldMkLst>
          <pc:docMk/>
          <pc:sldMk cId="1897488428" sldId="26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68969185" sldId="266"/>
        </pc:sldMkLst>
      </pc:sldChg>
      <pc:sldChg chg="addSp delSp modSp add mod">
        <pc:chgData name="Patrick Merritt" userId="b92c223c-8880-48c6-9b0c-d25ee1bca468" providerId="ADAL" clId="{D384CEBE-BE98-4C3F-8F1E-6AD1F22AE020}" dt="2023-12-14T10:39:47.341" v="2200" actId="5793"/>
        <pc:sldMkLst>
          <pc:docMk/>
          <pc:sldMk cId="3565984026" sldId="26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231087" sldId="268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0:19.688" v="2512" actId="20577"/>
        <pc:sldMkLst>
          <pc:docMk/>
          <pc:sldMk cId="466469310" sldId="26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24497700" sldId="269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1:37.078" v="2612" actId="20577"/>
        <pc:sldMkLst>
          <pc:docMk/>
          <pc:sldMk cId="4277664154" sldId="26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965830803" sldId="270"/>
        </pc:sldMkLst>
      </pc:sldChg>
      <pc:sldChg chg="addSp delSp modSp new mod ord modClrScheme chgLayout">
        <pc:chgData name="Patrick Merritt" userId="b92c223c-8880-48c6-9b0c-d25ee1bca468" providerId="ADAL" clId="{D384CEBE-BE98-4C3F-8F1E-6AD1F22AE020}" dt="2023-12-14T10:53:34.277" v="2687"/>
        <pc:sldMkLst>
          <pc:docMk/>
          <pc:sldMk cId="3125995448" sldId="270"/>
        </pc:sldMkLst>
      </pc:sldChg>
      <pc:sldChg chg="modSp add mod ord">
        <pc:chgData name="Patrick Merritt" userId="b92c223c-8880-48c6-9b0c-d25ee1bca468" providerId="ADAL" clId="{D384CEBE-BE98-4C3F-8F1E-6AD1F22AE020}" dt="2023-12-14T10:54:00.338" v="2760" actId="20577"/>
        <pc:sldMkLst>
          <pc:docMk/>
          <pc:sldMk cId="269786884" sldId="27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752346792" sldId="271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6:49.994" v="3025" actId="20577"/>
        <pc:sldMkLst>
          <pc:docMk/>
          <pc:sldMk cId="2442787233" sldId="27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683400223" sldId="272"/>
        </pc:sldMkLst>
      </pc:sldChg>
      <pc:sldChg chg="modSp new mod">
        <pc:chgData name="Patrick Merritt" userId="b92c223c-8880-48c6-9b0c-d25ee1bca468" providerId="ADAL" clId="{D384CEBE-BE98-4C3F-8F1E-6AD1F22AE020}" dt="2023-12-14T11:02:45.861" v="3295" actId="5793"/>
        <pc:sldMkLst>
          <pc:docMk/>
          <pc:sldMk cId="324901865" sldId="27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33621702" sldId="273"/>
        </pc:sldMkLst>
      </pc:sldChg>
      <pc:sldChg chg="modSp new mod">
        <pc:chgData name="Patrick Merritt" userId="b92c223c-8880-48c6-9b0c-d25ee1bca468" providerId="ADAL" clId="{D384CEBE-BE98-4C3F-8F1E-6AD1F22AE020}" dt="2023-12-14T11:04:27.110" v="3590" actId="20577"/>
        <pc:sldMkLst>
          <pc:docMk/>
          <pc:sldMk cId="897306204" sldId="27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168371442" sldId="274"/>
        </pc:sldMkLst>
      </pc:sldChg>
      <pc:sldChg chg="modSp new mod">
        <pc:chgData name="Patrick Merritt" userId="b92c223c-8880-48c6-9b0c-d25ee1bca468" providerId="ADAL" clId="{D384CEBE-BE98-4C3F-8F1E-6AD1F22AE020}" dt="2023-12-14T11:09:01.275" v="4150" actId="20577"/>
        <pc:sldMkLst>
          <pc:docMk/>
          <pc:sldMk cId="1671767789" sldId="27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113594896" sldId="275"/>
        </pc:sldMkLst>
      </pc:sldChg>
      <pc:sldChg chg="addSp delSp modSp new mod">
        <pc:chgData name="Patrick Merritt" userId="b92c223c-8880-48c6-9b0c-d25ee1bca468" providerId="ADAL" clId="{D384CEBE-BE98-4C3F-8F1E-6AD1F22AE020}" dt="2023-12-14T11:10:37.971" v="4206" actId="20577"/>
        <pc:sldMkLst>
          <pc:docMk/>
          <pc:sldMk cId="2541414701" sldId="27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42571437" sldId="277"/>
        </pc:sldMkLst>
      </pc:sldChg>
      <pc:sldChg chg="addSp modSp add mod">
        <pc:chgData name="Patrick Merritt" userId="b92c223c-8880-48c6-9b0c-d25ee1bca468" providerId="ADAL" clId="{D384CEBE-BE98-4C3F-8F1E-6AD1F22AE020}" dt="2023-12-14T11:11:12.077" v="4212" actId="1582"/>
        <pc:sldMkLst>
          <pc:docMk/>
          <pc:sldMk cId="2732513907" sldId="277"/>
        </pc:sldMkLst>
      </pc:sldChg>
      <pc:sldChg chg="addSp delSp modSp new mod setBg modClrScheme chgLayout">
        <pc:chgData name="Patrick Merritt" userId="b92c223c-8880-48c6-9b0c-d25ee1bca468" providerId="ADAL" clId="{D384CEBE-BE98-4C3F-8F1E-6AD1F22AE020}" dt="2023-12-14T11:17:33.705" v="4272" actId="26606"/>
        <pc:sldMkLst>
          <pc:docMk/>
          <pc:sldMk cId="481169942" sldId="27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41283983" sldId="278"/>
        </pc:sldMkLst>
      </pc:sldChg>
      <pc:sldChg chg="addSp modSp new mod modClrScheme chgLayout">
        <pc:chgData name="Patrick Merritt" userId="b92c223c-8880-48c6-9b0c-d25ee1bca468" providerId="ADAL" clId="{D384CEBE-BE98-4C3F-8F1E-6AD1F22AE020}" dt="2023-12-14T11:23:40.372" v="5033" actId="20577"/>
        <pc:sldMkLst>
          <pc:docMk/>
          <pc:sldMk cId="57437478" sldId="27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37118319" sldId="279"/>
        </pc:sldMkLst>
      </pc:sldChg>
      <pc:sldChg chg="addSp modSp new mod modClrScheme chgLayout">
        <pc:chgData name="Patrick Merritt" userId="b92c223c-8880-48c6-9b0c-d25ee1bca468" providerId="ADAL" clId="{D384CEBE-BE98-4C3F-8F1E-6AD1F22AE020}" dt="2023-12-14T11:20:33.744" v="4663" actId="20577"/>
        <pc:sldMkLst>
          <pc:docMk/>
          <pc:sldMk cId="639206012" sldId="28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5401093" sldId="281"/>
        </pc:sldMkLst>
      </pc:sldChg>
      <pc:sldChg chg="modSp new mod">
        <pc:chgData name="Patrick Merritt" userId="b92c223c-8880-48c6-9b0c-d25ee1bca468" providerId="ADAL" clId="{D384CEBE-BE98-4C3F-8F1E-6AD1F22AE020}" dt="2023-12-14T11:36:22.565" v="6001" actId="27636"/>
        <pc:sldMkLst>
          <pc:docMk/>
          <pc:sldMk cId="2747582081" sldId="281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1:30:37.241" v="5805" actId="313"/>
        <pc:sldMkLst>
          <pc:docMk/>
          <pc:sldMk cId="4085231695" sldId="282"/>
        </pc:sldMkLst>
      </pc:sldChg>
      <pc:sldChg chg="addSp modSp new mod">
        <pc:chgData name="Patrick Merritt" userId="b92c223c-8880-48c6-9b0c-d25ee1bca468" providerId="ADAL" clId="{D384CEBE-BE98-4C3F-8F1E-6AD1F22AE020}" dt="2023-12-14T11:32:54.785" v="5820" actId="27636"/>
        <pc:sldMkLst>
          <pc:docMk/>
          <pc:sldMk cId="861414133" sldId="28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75355655" sldId="28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67526534" sldId="284"/>
        </pc:sldMkLst>
      </pc:sldChg>
      <pc:sldChg chg="addSp modSp add mod">
        <pc:chgData name="Patrick Merritt" userId="b92c223c-8880-48c6-9b0c-d25ee1bca468" providerId="ADAL" clId="{D384CEBE-BE98-4C3F-8F1E-6AD1F22AE020}" dt="2023-12-14T11:33:11.217" v="5827" actId="1076"/>
        <pc:sldMkLst>
          <pc:docMk/>
          <pc:sldMk cId="1690954885" sldId="284"/>
        </pc:sldMkLst>
      </pc:sldChg>
      <pc:sldChg chg="modSp new mod">
        <pc:chgData name="Patrick Merritt" userId="b92c223c-8880-48c6-9b0c-d25ee1bca468" providerId="ADAL" clId="{D384CEBE-BE98-4C3F-8F1E-6AD1F22AE020}" dt="2023-12-14T11:38:31.535" v="6096" actId="27636"/>
        <pc:sldMkLst>
          <pc:docMk/>
          <pc:sldMk cId="478102423" sldId="28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39425583" sldId="28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21497073" sldId="286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2:01:51.891" v="6229" actId="22"/>
        <pc:sldMkLst>
          <pc:docMk/>
          <pc:sldMk cId="4225291369" sldId="286"/>
        </pc:sldMkLst>
      </pc:sldChg>
      <pc:sldChg chg="add ord">
        <pc:chgData name="Patrick Merritt" userId="b92c223c-8880-48c6-9b0c-d25ee1bca468" providerId="ADAL" clId="{D384CEBE-BE98-4C3F-8F1E-6AD1F22AE020}" dt="2023-12-14T12:01:18.624" v="6220"/>
        <pc:sldMkLst>
          <pc:docMk/>
          <pc:sldMk cId="2373353585" sldId="28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171293960" sldId="28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91405496" sldId="288"/>
        </pc:sldMkLst>
      </pc:sldChg>
      <pc:sldChg chg="addSp delSp modSp new mod">
        <pc:chgData name="Patrick Merritt" userId="b92c223c-8880-48c6-9b0c-d25ee1bca468" providerId="ADAL" clId="{D384CEBE-BE98-4C3F-8F1E-6AD1F22AE020}" dt="2023-12-14T12:02:55.047" v="6281" actId="20577"/>
        <pc:sldMkLst>
          <pc:docMk/>
          <pc:sldMk cId="1932368986" sldId="288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2:08:42.663" v="6306" actId="5793"/>
        <pc:sldMkLst>
          <pc:docMk/>
          <pc:sldMk cId="1920045742" sldId="289"/>
        </pc:sldMkLst>
      </pc:sldChg>
      <pc:sldChg chg="addSp modSp add mod">
        <pc:chgData name="Patrick Merritt" userId="b92c223c-8880-48c6-9b0c-d25ee1bca468" providerId="ADAL" clId="{D384CEBE-BE98-4C3F-8F1E-6AD1F22AE020}" dt="2023-12-14T12:18:09.058" v="6338" actId="207"/>
        <pc:sldMkLst>
          <pc:docMk/>
          <pc:sldMk cId="1357407568" sldId="290"/>
        </pc:sldMkLst>
      </pc:sldChg>
      <pc:sldChg chg="new del">
        <pc:chgData name="Patrick Merritt" userId="b92c223c-8880-48c6-9b0c-d25ee1bca468" providerId="ADAL" clId="{D384CEBE-BE98-4C3F-8F1E-6AD1F22AE020}" dt="2023-12-14T12:08:03.734" v="6284" actId="47"/>
        <pc:sldMkLst>
          <pc:docMk/>
          <pc:sldMk cId="1565928494" sldId="29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31356135" sldId="290"/>
        </pc:sldMkLst>
      </pc:sldChg>
      <pc:sldChg chg="modSp new del mod">
        <pc:chgData name="Patrick Merritt" userId="b92c223c-8880-48c6-9b0c-d25ee1bca468" providerId="ADAL" clId="{D384CEBE-BE98-4C3F-8F1E-6AD1F22AE020}" dt="2023-12-14T12:10:32.660" v="6331" actId="47"/>
        <pc:sldMkLst>
          <pc:docMk/>
          <pc:sldMk cId="2293263866" sldId="29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02592564" sldId="29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678482395" sldId="29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228849730" sldId="29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664712549" sldId="29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827035631" sldId="29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59619629" sldId="29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435094948" sldId="29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58622669" sldId="29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870768544" sldId="30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331293" sldId="30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277474212" sldId="30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216974133" sldId="30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474397540" sldId="30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3973386" sldId="30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93215013" sldId="30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015670441" sldId="307"/>
        </pc:sldMkLst>
      </pc:sldChg>
    </pc:docChg>
  </pc:docChgLst>
  <pc:docChgLst>
    <pc:chgData name="Patrick Merritt" userId="b92c223c-8880-48c6-9b0c-d25ee1bca468" providerId="ADAL" clId="{96CF625F-8371-4819-BD99-DC127E5F4242}"/>
    <pc:docChg chg="custSel addSld delSld modSld">
      <pc:chgData name="Patrick Merritt" userId="b92c223c-8880-48c6-9b0c-d25ee1bca468" providerId="ADAL" clId="{96CF625F-8371-4819-BD99-DC127E5F4242}" dt="2024-12-05T11:21:12.077" v="35"/>
      <pc:docMkLst>
        <pc:docMk/>
      </pc:docMkLst>
      <pc:sldChg chg="modSp mod">
        <pc:chgData name="Patrick Merritt" userId="b92c223c-8880-48c6-9b0c-d25ee1bca468" providerId="ADAL" clId="{96CF625F-8371-4819-BD99-DC127E5F4242}" dt="2024-12-05T11:17:05.516" v="13" actId="20577"/>
        <pc:sldMkLst>
          <pc:docMk/>
          <pc:sldMk cId="357346659" sldId="256"/>
        </pc:sldMkLst>
        <pc:spChg chg="mod">
          <ac:chgData name="Patrick Merritt" userId="b92c223c-8880-48c6-9b0c-d25ee1bca468" providerId="ADAL" clId="{96CF625F-8371-4819-BD99-DC127E5F4242}" dt="2024-12-05T11:17:05.516" v="13" actId="20577"/>
          <ac:spMkLst>
            <pc:docMk/>
            <pc:sldMk cId="357346659" sldId="256"/>
            <ac:spMk id="2" creationId="{B2975A7C-D54D-05E0-876F-826FC221EA09}"/>
          </ac:spMkLst>
        </pc:spChg>
      </pc:sldChg>
      <pc:sldChg chg="modSp mod">
        <pc:chgData name="Patrick Merritt" userId="b92c223c-8880-48c6-9b0c-d25ee1bca468" providerId="ADAL" clId="{96CF625F-8371-4819-BD99-DC127E5F4242}" dt="2024-12-05T11:17:35.228" v="31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96CF625F-8371-4819-BD99-DC127E5F4242}" dt="2024-12-05T11:17:35.228" v="31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643226764" sldId="258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400112143" sldId="259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45965397" sldId="260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410822207" sldId="261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501404912" sldId="262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785412237" sldId="263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033738458" sldId="263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798386530" sldId="26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723962898" sldId="264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907545779" sldId="265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864344909" sldId="266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09188467" sldId="267"/>
        </pc:sldMkLst>
      </pc:sldChg>
      <pc:sldChg chg="addSp delSp modSp add mod delAnim modAnim">
        <pc:chgData name="Patrick Merritt" userId="b92c223c-8880-48c6-9b0c-d25ee1bca468" providerId="ADAL" clId="{96CF625F-8371-4819-BD99-DC127E5F4242}" dt="2024-12-05T11:21:12.077" v="35"/>
        <pc:sldMkLst>
          <pc:docMk/>
          <pc:sldMk cId="2947865505" sldId="267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94204192" sldId="268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655057417" sldId="268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78872301" sldId="269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267088107" sldId="269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418088095" sldId="270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4246686104" sldId="270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736372329" sldId="271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823147857" sldId="271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353193195" sldId="272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223698202" sldId="272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158973794" sldId="273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710162996" sldId="273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086801845" sldId="27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090251342" sldId="27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54804066" sldId="275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468742148" sldId="275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704503967" sldId="276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728935354" sldId="278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406682562" sldId="279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56070879" sldId="280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200761655" sldId="281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055570672" sldId="282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418082063" sldId="283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670911908" sldId="284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4191806753" sldId="285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744340245" sldId="286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333891272" sldId="287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488182904" sldId="299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082441681" sldId="300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822635746" sldId="301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252660681" sldId="308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411430812" sldId="309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698691563" sldId="310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806415050" sldId="311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544972048" sldId="312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848811781" sldId="313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863767341" sldId="31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934552243" sldId="315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663194595" sldId="316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56513250" sldId="318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958916394" sldId="319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4138742750" sldId="321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928693247" sldId="322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36467188" sldId="323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819674825" sldId="32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4029739881" sldId="325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602225794" sldId="326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252716401" sldId="327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670238693" sldId="328"/>
        </pc:sldMkLst>
      </pc:sldChg>
    </pc:docChg>
  </pc:docChgLst>
  <pc:docChgLst>
    <pc:chgData name="Patrick Merritt" userId="b92c223c-8880-48c6-9b0c-d25ee1bca468" providerId="ADAL" clId="{F1BB5505-4C9A-4EC7-86DE-41EFD854B8F8}"/>
    <pc:docChg chg="undo custSel addSld delSld modSld sldOrd">
      <pc:chgData name="Patrick Merritt" userId="b92c223c-8880-48c6-9b0c-d25ee1bca468" providerId="ADAL" clId="{F1BB5505-4C9A-4EC7-86DE-41EFD854B8F8}" dt="2024-09-15T13:33:16.033" v="3886" actId="20577"/>
      <pc:docMkLst>
        <pc:docMk/>
      </pc:docMkLst>
      <pc:sldChg chg="modSp mod">
        <pc:chgData name="Patrick Merritt" userId="b92c223c-8880-48c6-9b0c-d25ee1bca468" providerId="ADAL" clId="{F1BB5505-4C9A-4EC7-86DE-41EFD854B8F8}" dt="2024-09-15T12:29:35.242" v="836" actId="20577"/>
        <pc:sldMkLst>
          <pc:docMk/>
          <pc:sldMk cId="357346659" sldId="256"/>
        </pc:sldMkLst>
      </pc:sldChg>
      <pc:sldChg chg="addSp delSp modSp new mod modClrScheme chgLayout">
        <pc:chgData name="Patrick Merritt" userId="b92c223c-8880-48c6-9b0c-d25ee1bca468" providerId="ADAL" clId="{F1BB5505-4C9A-4EC7-86DE-41EFD854B8F8}" dt="2024-09-15T12:19:02.193" v="71" actId="20577"/>
        <pc:sldMkLst>
          <pc:docMk/>
          <pc:sldMk cId="46242323" sldId="25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081798048" sldId="25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643284777" sldId="259"/>
        </pc:sldMkLst>
      </pc:sldChg>
      <pc:sldChg chg="modSp new mod">
        <pc:chgData name="Patrick Merritt" userId="b92c223c-8880-48c6-9b0c-d25ee1bca468" providerId="ADAL" clId="{F1BB5505-4C9A-4EC7-86DE-41EFD854B8F8}" dt="2024-09-15T12:21:41.042" v="409" actId="20577"/>
        <pc:sldMkLst>
          <pc:docMk/>
          <pc:sldMk cId="2648245939" sldId="259"/>
        </pc:sldMkLst>
      </pc:sldChg>
      <pc:sldChg chg="addSp delSp modSp new mod modClrScheme chgLayout">
        <pc:chgData name="Patrick Merritt" userId="b92c223c-8880-48c6-9b0c-d25ee1bca468" providerId="ADAL" clId="{F1BB5505-4C9A-4EC7-86DE-41EFD854B8F8}" dt="2024-09-15T12:28:57.078" v="764" actId="20577"/>
        <pc:sldMkLst>
          <pc:docMk/>
          <pc:sldMk cId="388867105" sldId="260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153999841" sldId="260"/>
        </pc:sldMkLst>
      </pc:sldChg>
      <pc:sldChg chg="addSp delSp modSp new mod modClrScheme chgLayout">
        <pc:chgData name="Patrick Merritt" userId="b92c223c-8880-48c6-9b0c-d25ee1bca468" providerId="ADAL" clId="{F1BB5505-4C9A-4EC7-86DE-41EFD854B8F8}" dt="2024-09-15T12:34:39.083" v="1096" actId="20577"/>
        <pc:sldMkLst>
          <pc:docMk/>
          <pc:sldMk cId="260157542" sldId="261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521548385" sldId="261"/>
        </pc:sldMkLst>
      </pc:sldChg>
      <pc:sldChg chg="modSp new mod">
        <pc:chgData name="Patrick Merritt" userId="b92c223c-8880-48c6-9b0c-d25ee1bca468" providerId="ADAL" clId="{F1BB5505-4C9A-4EC7-86DE-41EFD854B8F8}" dt="2024-09-15T12:36:38.706" v="1448" actId="20577"/>
        <pc:sldMkLst>
          <pc:docMk/>
          <pc:sldMk cId="1089327717" sldId="262"/>
        </pc:sldMkLst>
      </pc:sldChg>
      <pc:sldChg chg="new del ord">
        <pc:chgData name="Patrick Merritt" userId="b92c223c-8880-48c6-9b0c-d25ee1bca468" providerId="ADAL" clId="{F1BB5505-4C9A-4EC7-86DE-41EFD854B8F8}" dt="2024-09-15T12:30:17.631" v="844" actId="47"/>
        <pc:sldMkLst>
          <pc:docMk/>
          <pc:sldMk cId="2414345814" sldId="262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642388207" sldId="262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902923686" sldId="263"/>
        </pc:sldMkLst>
      </pc:sldChg>
      <pc:sldChg chg="modSp new mod">
        <pc:chgData name="Patrick Merritt" userId="b92c223c-8880-48c6-9b0c-d25ee1bca468" providerId="ADAL" clId="{F1BB5505-4C9A-4EC7-86DE-41EFD854B8F8}" dt="2024-09-15T12:37:12.778" v="1533" actId="20577"/>
        <pc:sldMkLst>
          <pc:docMk/>
          <pc:sldMk cId="4018784516" sldId="263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632783477" sldId="264"/>
        </pc:sldMkLst>
      </pc:sldChg>
      <pc:sldChg chg="modSp add mod">
        <pc:chgData name="Patrick Merritt" userId="b92c223c-8880-48c6-9b0c-d25ee1bca468" providerId="ADAL" clId="{F1BB5505-4C9A-4EC7-86DE-41EFD854B8F8}" dt="2024-09-15T12:37:39.059" v="1547" actId="207"/>
        <pc:sldMkLst>
          <pc:docMk/>
          <pc:sldMk cId="2446147249" sldId="264"/>
        </pc:sldMkLst>
      </pc:sldChg>
      <pc:sldChg chg="modSp add mod">
        <pc:chgData name="Patrick Merritt" userId="b92c223c-8880-48c6-9b0c-d25ee1bca468" providerId="ADAL" clId="{F1BB5505-4C9A-4EC7-86DE-41EFD854B8F8}" dt="2024-09-15T12:39:57.138" v="2018" actId="20577"/>
        <pc:sldMkLst>
          <pc:docMk/>
          <pc:sldMk cId="2857973167" sldId="265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115540011" sldId="265"/>
        </pc:sldMkLst>
      </pc:sldChg>
      <pc:sldChg chg="new del">
        <pc:chgData name="Patrick Merritt" userId="b92c223c-8880-48c6-9b0c-d25ee1bca468" providerId="ADAL" clId="{F1BB5505-4C9A-4EC7-86DE-41EFD854B8F8}" dt="2024-09-15T12:37:44.166" v="1549" actId="47"/>
        <pc:sldMkLst>
          <pc:docMk/>
          <pc:sldMk cId="3463496588" sldId="265"/>
        </pc:sldMkLst>
      </pc:sldChg>
      <pc:sldChg chg="new del">
        <pc:chgData name="Patrick Merritt" userId="b92c223c-8880-48c6-9b0c-d25ee1bca468" providerId="ADAL" clId="{F1BB5505-4C9A-4EC7-86DE-41EFD854B8F8}" dt="2024-09-15T12:37:47.944" v="1551" actId="47"/>
        <pc:sldMkLst>
          <pc:docMk/>
          <pc:sldMk cId="3512387394" sldId="265"/>
        </pc:sldMkLst>
      </pc:sldChg>
      <pc:sldChg chg="addSp delSp modSp new mod ord modClrScheme chgLayout">
        <pc:chgData name="Patrick Merritt" userId="b92c223c-8880-48c6-9b0c-d25ee1bca468" providerId="ADAL" clId="{F1BB5505-4C9A-4EC7-86DE-41EFD854B8F8}" dt="2024-09-15T12:41:30.085" v="2026" actId="1076"/>
        <pc:sldMkLst>
          <pc:docMk/>
          <pc:sldMk cId="416306400" sldId="266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651173371" sldId="266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942241606" sldId="267"/>
        </pc:sldMkLst>
      </pc:sldChg>
      <pc:sldChg chg="addSp modSp new">
        <pc:chgData name="Patrick Merritt" userId="b92c223c-8880-48c6-9b0c-d25ee1bca468" providerId="ADAL" clId="{F1BB5505-4C9A-4EC7-86DE-41EFD854B8F8}" dt="2024-09-15T12:42:00.920" v="2031" actId="1076"/>
        <pc:sldMkLst>
          <pc:docMk/>
          <pc:sldMk cId="2812103937" sldId="267"/>
        </pc:sldMkLst>
      </pc:sldChg>
      <pc:sldChg chg="addSp modSp new">
        <pc:chgData name="Patrick Merritt" userId="b92c223c-8880-48c6-9b0c-d25ee1bca468" providerId="ADAL" clId="{F1BB5505-4C9A-4EC7-86DE-41EFD854B8F8}" dt="2024-09-15T12:42:44.744" v="2036" actId="1076"/>
        <pc:sldMkLst>
          <pc:docMk/>
          <pc:sldMk cId="3230562751" sldId="26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950319171" sldId="26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372205005" sldId="269"/>
        </pc:sldMkLst>
      </pc:sldChg>
      <pc:sldChg chg="addSp modSp new">
        <pc:chgData name="Patrick Merritt" userId="b92c223c-8880-48c6-9b0c-d25ee1bca468" providerId="ADAL" clId="{F1BB5505-4C9A-4EC7-86DE-41EFD854B8F8}" dt="2024-09-15T12:43:13.905" v="2041" actId="1076"/>
        <pc:sldMkLst>
          <pc:docMk/>
          <pc:sldMk cId="1644957450" sldId="269"/>
        </pc:sldMkLst>
      </pc:sldChg>
      <pc:sldChg chg="addSp modSp new">
        <pc:chgData name="Patrick Merritt" userId="b92c223c-8880-48c6-9b0c-d25ee1bca468" providerId="ADAL" clId="{F1BB5505-4C9A-4EC7-86DE-41EFD854B8F8}" dt="2024-09-15T12:44:18.495" v="2043"/>
        <pc:sldMkLst>
          <pc:docMk/>
          <pc:sldMk cId="2490433693" sldId="270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808613249" sldId="270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708840307" sldId="271"/>
        </pc:sldMkLst>
      </pc:sldChg>
      <pc:sldChg chg="addSp modSp new">
        <pc:chgData name="Patrick Merritt" userId="b92c223c-8880-48c6-9b0c-d25ee1bca468" providerId="ADAL" clId="{F1BB5505-4C9A-4EC7-86DE-41EFD854B8F8}" dt="2024-09-15T12:44:27.031" v="2045"/>
        <pc:sldMkLst>
          <pc:docMk/>
          <pc:sldMk cId="2518663768" sldId="271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948560593" sldId="272"/>
        </pc:sldMkLst>
      </pc:sldChg>
      <pc:sldChg chg="new del">
        <pc:chgData name="Patrick Merritt" userId="b92c223c-8880-48c6-9b0c-d25ee1bca468" providerId="ADAL" clId="{F1BB5505-4C9A-4EC7-86DE-41EFD854B8F8}" dt="2024-09-15T12:44:46.158" v="2048" actId="47"/>
        <pc:sldMkLst>
          <pc:docMk/>
          <pc:sldMk cId="2470043693" sldId="272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58568247" sldId="273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753529972" sldId="274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473278988" sldId="275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887096211" sldId="276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421416547" sldId="277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371180618" sldId="27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381582549" sldId="280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676798621" sldId="281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236418525" sldId="283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186834786" sldId="284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741208071" sldId="286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800465981" sldId="287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002173286" sldId="288"/>
        </pc:sldMkLst>
      </pc:sldChg>
      <pc:sldChg chg="add setBg">
        <pc:chgData name="Patrick Merritt" userId="b92c223c-8880-48c6-9b0c-d25ee1bca468" providerId="ADAL" clId="{F1BB5505-4C9A-4EC7-86DE-41EFD854B8F8}" dt="2024-09-15T12:44:44.314" v="2047"/>
        <pc:sldMkLst>
          <pc:docMk/>
          <pc:sldMk cId="1307113388" sldId="324"/>
        </pc:sldMkLst>
      </pc:sldChg>
      <pc:sldChg chg="add setBg">
        <pc:chgData name="Patrick Merritt" userId="b92c223c-8880-48c6-9b0c-d25ee1bca468" providerId="ADAL" clId="{F1BB5505-4C9A-4EC7-86DE-41EFD854B8F8}" dt="2024-09-15T12:44:44.314" v="2047"/>
        <pc:sldMkLst>
          <pc:docMk/>
          <pc:sldMk cId="3662487895" sldId="325"/>
        </pc:sldMkLst>
      </pc:sldChg>
      <pc:sldChg chg="modSp new mod">
        <pc:chgData name="Patrick Merritt" userId="b92c223c-8880-48c6-9b0c-d25ee1bca468" providerId="ADAL" clId="{F1BB5505-4C9A-4EC7-86DE-41EFD854B8F8}" dt="2024-09-15T12:53:47.045" v="2310" actId="313"/>
        <pc:sldMkLst>
          <pc:docMk/>
          <pc:sldMk cId="1955289497" sldId="326"/>
        </pc:sldMkLst>
      </pc:sldChg>
      <pc:sldChg chg="addSp delSp modSp new mod modClrScheme modAnim chgLayout">
        <pc:chgData name="Patrick Merritt" userId="b92c223c-8880-48c6-9b0c-d25ee1bca468" providerId="ADAL" clId="{F1BB5505-4C9A-4EC7-86DE-41EFD854B8F8}" dt="2024-09-15T12:53:35.667" v="2309"/>
        <pc:sldMkLst>
          <pc:docMk/>
          <pc:sldMk cId="3707838747" sldId="327"/>
        </pc:sldMkLst>
      </pc:sldChg>
      <pc:sldChg chg="addSp delSp modSp new mod">
        <pc:chgData name="Patrick Merritt" userId="b92c223c-8880-48c6-9b0c-d25ee1bca468" providerId="ADAL" clId="{F1BB5505-4C9A-4EC7-86DE-41EFD854B8F8}" dt="2024-09-15T12:55:02.458" v="2344" actId="207"/>
        <pc:sldMkLst>
          <pc:docMk/>
          <pc:sldMk cId="724421886" sldId="328"/>
        </pc:sldMkLst>
      </pc:sldChg>
      <pc:sldChg chg="addSp delSp modSp new mod">
        <pc:chgData name="Patrick Merritt" userId="b92c223c-8880-48c6-9b0c-d25ee1bca468" providerId="ADAL" clId="{F1BB5505-4C9A-4EC7-86DE-41EFD854B8F8}" dt="2024-09-15T12:56:33.237" v="2395" actId="1076"/>
        <pc:sldMkLst>
          <pc:docMk/>
          <pc:sldMk cId="3709438690" sldId="329"/>
        </pc:sldMkLst>
      </pc:sldChg>
      <pc:sldChg chg="addSp delSp modSp new mod">
        <pc:chgData name="Patrick Merritt" userId="b92c223c-8880-48c6-9b0c-d25ee1bca468" providerId="ADAL" clId="{F1BB5505-4C9A-4EC7-86DE-41EFD854B8F8}" dt="2024-09-15T12:56:47.370" v="2421" actId="20577"/>
        <pc:sldMkLst>
          <pc:docMk/>
          <pc:sldMk cId="1422887737" sldId="330"/>
        </pc:sldMkLst>
      </pc:sldChg>
      <pc:sldChg chg="addSp delSp modSp new mod">
        <pc:chgData name="Patrick Merritt" userId="b92c223c-8880-48c6-9b0c-d25ee1bca468" providerId="ADAL" clId="{F1BB5505-4C9A-4EC7-86DE-41EFD854B8F8}" dt="2024-09-15T12:58:05.443" v="2436" actId="22"/>
        <pc:sldMkLst>
          <pc:docMk/>
          <pc:sldMk cId="2422338787" sldId="331"/>
        </pc:sldMkLst>
      </pc:sldChg>
      <pc:sldChg chg="addSp modSp add mod">
        <pc:chgData name="Patrick Merritt" userId="b92c223c-8880-48c6-9b0c-d25ee1bca468" providerId="ADAL" clId="{F1BB5505-4C9A-4EC7-86DE-41EFD854B8F8}" dt="2024-09-15T12:58:34.285" v="2455" actId="5793"/>
        <pc:sldMkLst>
          <pc:docMk/>
          <pc:sldMk cId="2927313181" sldId="332"/>
        </pc:sldMkLst>
      </pc:sldChg>
      <pc:sldChg chg="addSp delSp modSp new mod">
        <pc:chgData name="Patrick Merritt" userId="b92c223c-8880-48c6-9b0c-d25ee1bca468" providerId="ADAL" clId="{F1BB5505-4C9A-4EC7-86DE-41EFD854B8F8}" dt="2024-09-15T12:59:24.791" v="2475" actId="22"/>
        <pc:sldMkLst>
          <pc:docMk/>
          <pc:sldMk cId="2575478432" sldId="333"/>
        </pc:sldMkLst>
      </pc:sldChg>
      <pc:sldChg chg="modSp new mod">
        <pc:chgData name="Patrick Merritt" userId="b92c223c-8880-48c6-9b0c-d25ee1bca468" providerId="ADAL" clId="{F1BB5505-4C9A-4EC7-86DE-41EFD854B8F8}" dt="2024-09-15T13:04:02.312" v="2910" actId="20577"/>
        <pc:sldMkLst>
          <pc:docMk/>
          <pc:sldMk cId="787939706" sldId="334"/>
        </pc:sldMkLst>
      </pc:sldChg>
      <pc:sldChg chg="addSp delSp modSp new mod">
        <pc:chgData name="Patrick Merritt" userId="b92c223c-8880-48c6-9b0c-d25ee1bca468" providerId="ADAL" clId="{F1BB5505-4C9A-4EC7-86DE-41EFD854B8F8}" dt="2024-09-15T13:06:15.299" v="2944" actId="20577"/>
        <pc:sldMkLst>
          <pc:docMk/>
          <pc:sldMk cId="3875669439" sldId="335"/>
        </pc:sldMkLst>
      </pc:sldChg>
      <pc:sldChg chg="addSp delSp modSp new mod chgLayout">
        <pc:chgData name="Patrick Merritt" userId="b92c223c-8880-48c6-9b0c-d25ee1bca468" providerId="ADAL" clId="{F1BB5505-4C9A-4EC7-86DE-41EFD854B8F8}" dt="2024-09-15T13:18:22.875" v="2974" actId="20577"/>
        <pc:sldMkLst>
          <pc:docMk/>
          <pc:sldMk cId="2651853090" sldId="336"/>
        </pc:sldMkLst>
      </pc:sldChg>
      <pc:sldChg chg="addSp delSp modSp new mod">
        <pc:chgData name="Patrick Merritt" userId="b92c223c-8880-48c6-9b0c-d25ee1bca468" providerId="ADAL" clId="{F1BB5505-4C9A-4EC7-86DE-41EFD854B8F8}" dt="2024-09-15T13:21:46.026" v="3021" actId="20577"/>
        <pc:sldMkLst>
          <pc:docMk/>
          <pc:sldMk cId="731809977" sldId="337"/>
        </pc:sldMkLst>
      </pc:sldChg>
      <pc:sldChg chg="modSp new mod">
        <pc:chgData name="Patrick Merritt" userId="b92c223c-8880-48c6-9b0c-d25ee1bca468" providerId="ADAL" clId="{F1BB5505-4C9A-4EC7-86DE-41EFD854B8F8}" dt="2024-09-15T13:23:56.706" v="3415" actId="20577"/>
        <pc:sldMkLst>
          <pc:docMk/>
          <pc:sldMk cId="2564796546" sldId="338"/>
        </pc:sldMkLst>
      </pc:sldChg>
      <pc:sldChg chg="modSp new mod">
        <pc:chgData name="Patrick Merritt" userId="b92c223c-8880-48c6-9b0c-d25ee1bca468" providerId="ADAL" clId="{F1BB5505-4C9A-4EC7-86DE-41EFD854B8F8}" dt="2024-09-15T13:33:16.033" v="3886" actId="20577"/>
        <pc:sldMkLst>
          <pc:docMk/>
          <pc:sldMk cId="4105099718" sldId="339"/>
        </pc:sldMkLst>
      </pc:sldChg>
      <pc:sldChg chg="addSp delSp modSp new mod modClrScheme chgLayout">
        <pc:chgData name="Patrick Merritt" userId="b92c223c-8880-48c6-9b0c-d25ee1bca468" providerId="ADAL" clId="{F1BB5505-4C9A-4EC7-86DE-41EFD854B8F8}" dt="2024-09-15T13:29:21.936" v="3604" actId="20577"/>
        <pc:sldMkLst>
          <pc:docMk/>
          <pc:sldMk cId="4065160579" sldId="340"/>
        </pc:sldMkLst>
      </pc:sldChg>
      <pc:sldChg chg="addSp modSp add mod">
        <pc:chgData name="Patrick Merritt" userId="b92c223c-8880-48c6-9b0c-d25ee1bca468" providerId="ADAL" clId="{F1BB5505-4C9A-4EC7-86DE-41EFD854B8F8}" dt="2024-09-15T13:31:25.600" v="3656" actId="5793"/>
        <pc:sldMkLst>
          <pc:docMk/>
          <pc:sldMk cId="1113094226" sldId="341"/>
        </pc:sldMkLst>
      </pc:sldChg>
      <pc:sldChg chg="addSp modSp add mod">
        <pc:chgData name="Patrick Merritt" userId="b92c223c-8880-48c6-9b0c-d25ee1bca468" providerId="ADAL" clId="{F1BB5505-4C9A-4EC7-86DE-41EFD854B8F8}" dt="2024-09-15T13:32:06.550" v="3706" actId="20577"/>
        <pc:sldMkLst>
          <pc:docMk/>
          <pc:sldMk cId="1979081947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C10B4-05E3-478A-B708-F50A7003DFFF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BD0E7-8837-4BF6-B851-7BB4B8A1F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82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44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7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90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20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084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1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5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3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42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75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220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354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407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58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334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857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972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666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26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678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382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2209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4622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017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5104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050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7401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087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349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2276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5422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7146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493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2052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6141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593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864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7438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1401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449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631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6937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8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0572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92036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58474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37275C8-4AE2-4455-B865-B825CDA7C26E}" type="datetimeFigureOut">
              <a:rPr lang="en-GB" smtClean="0"/>
              <a:pPr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5018A7C-E6E8-40A8-9043-D805FF32AC5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01933B-D66D-4E21-A340-59EE4E4FBA19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A516EF1-0331-4462-A818-21927B12836E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  <p:pic>
        <p:nvPicPr>
          <p:cNvPr id="12" name="Picture 11" descr="A picture containing icon&#10;&#10;Description automatically generated">
            <a:extLst>
              <a:ext uri="{FF2B5EF4-FFF2-40B4-BE49-F238E27FC236}">
                <a16:creationId xmlns:a16="http://schemas.microsoft.com/office/drawing/2014/main" id="{E609A9DB-4A7B-4D92-AD69-730A31C67E0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49" y="228371"/>
            <a:ext cx="987568" cy="100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5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app=desktop&amp;v=xxFEngt0REU&amp;t=510s&amp;ab_channel=OperatorDrewsk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app=desktop&amp;v=xxFEngt0REU&amp;t=510s&amp;ab_channel=OperatorDrewsk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5A7C-D54D-05E0-876F-826FC221E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14-1 Gunplay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70642-29A2-1695-40D0-B1CAC0942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5CM503 Virtual Environment Development</a:t>
            </a:r>
          </a:p>
          <a:p>
            <a:r>
              <a:rPr lang="en-GB" dirty="0"/>
              <a:t>Dr Patrick Merritt</a:t>
            </a:r>
          </a:p>
        </p:txBody>
      </p:sp>
    </p:spTree>
    <p:extLst>
      <p:ext uri="{BB962C8B-B14F-4D97-AF65-F5344CB8AC3E}">
        <p14:creationId xmlns:p14="http://schemas.microsoft.com/office/powerpoint/2010/main" val="35734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EC39-CC43-F297-1CF7-78B890BC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640D-DD62-D9DE-4EB6-0E4F52384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Gunplay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071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E3D0-4DC2-44D3-C65A-F57F5D0B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4FC9-2608-EF82-8E1A-20869BBB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do we mean by “Gunplay”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751A6-428F-D583-06DB-F1CD7060F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212529"/>
                </a:solidFill>
                <a:latin typeface="-apple-system"/>
              </a:rPr>
              <a:t>How good do the weapons feel within the game?</a:t>
            </a:r>
          </a:p>
          <a:p>
            <a:pPr lvl="1"/>
            <a:endParaRPr lang="en-GB" b="0" dirty="0">
              <a:solidFill>
                <a:srgbClr val="212529"/>
              </a:solidFill>
              <a:effectLst/>
              <a:latin typeface="-apple-system"/>
            </a:endParaRPr>
          </a:p>
          <a:p>
            <a:pPr lvl="1"/>
            <a:endParaRPr lang="en-GB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2A8B9-107C-FD14-9CAE-B3DE1D840C82}"/>
              </a:ext>
            </a:extLst>
          </p:cNvPr>
          <p:cNvSpPr txBox="1"/>
          <p:nvPr/>
        </p:nvSpPr>
        <p:spPr>
          <a:xfrm>
            <a:off x="838200" y="6185097"/>
            <a:ext cx="10076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Worth a watch </a:t>
            </a:r>
            <a:r>
              <a:rPr lang="en-GB" sz="1400" dirty="0">
                <a:hlinkClick r:id="rId2"/>
              </a:rPr>
              <a:t>https://www.youtube.com/watch?app=desktop&amp;v=xxFEngt0REU&amp;t=510s&amp;ab_channel=OperatorDrewski</a:t>
            </a:r>
            <a:r>
              <a:rPr lang="en-GB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86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9971-422F-2EC5-9755-AE5D9339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5A4E-B0BA-2116-9956-B459057E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do we mean by “Gunplay”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45FEF-9BFB-461D-630A-2F4072C84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212529"/>
                </a:solidFill>
                <a:latin typeface="-apple-system"/>
              </a:rPr>
              <a:t>How good do the weapons feel within the game?</a:t>
            </a:r>
          </a:p>
          <a:p>
            <a:endParaRPr lang="en-GB" dirty="0">
              <a:solidFill>
                <a:srgbClr val="212529"/>
              </a:solidFill>
              <a:latin typeface="-apple-system"/>
            </a:endParaRPr>
          </a:p>
          <a:p>
            <a:r>
              <a:rPr lang="en-GB" dirty="0">
                <a:solidFill>
                  <a:srgbClr val="212529"/>
                </a:solidFill>
                <a:latin typeface="-apple-system"/>
              </a:rPr>
              <a:t>Better described as how </a:t>
            </a:r>
            <a:r>
              <a:rPr lang="en-GB" i="1" dirty="0">
                <a:solidFill>
                  <a:srgbClr val="212529"/>
                </a:solidFill>
                <a:latin typeface="-apple-system"/>
              </a:rPr>
              <a:t>convincing </a:t>
            </a:r>
            <a:r>
              <a:rPr lang="en-GB" dirty="0">
                <a:solidFill>
                  <a:srgbClr val="212529"/>
                </a:solidFill>
                <a:latin typeface="-apple-system"/>
              </a:rPr>
              <a:t>the guns are within the game.</a:t>
            </a:r>
          </a:p>
          <a:p>
            <a:endParaRPr lang="en-GB" dirty="0">
              <a:solidFill>
                <a:srgbClr val="212529"/>
              </a:solidFill>
              <a:latin typeface="-apple-system"/>
            </a:endParaRPr>
          </a:p>
          <a:p>
            <a:pPr lvl="1"/>
            <a:r>
              <a:rPr lang="en-GB" dirty="0">
                <a:solidFill>
                  <a:srgbClr val="212529"/>
                </a:solidFill>
                <a:latin typeface="-apple-system"/>
              </a:rPr>
              <a:t>Do they feel good to shoot?</a:t>
            </a:r>
          </a:p>
          <a:p>
            <a:pPr lvl="1"/>
            <a:r>
              <a:rPr lang="en-GB" dirty="0">
                <a:solidFill>
                  <a:srgbClr val="212529"/>
                </a:solidFill>
                <a:latin typeface="-apple-system"/>
              </a:rPr>
              <a:t>Do they feel good to aim?</a:t>
            </a:r>
          </a:p>
          <a:p>
            <a:pPr lvl="1"/>
            <a:r>
              <a:rPr lang="en-GB" dirty="0">
                <a:solidFill>
                  <a:srgbClr val="212529"/>
                </a:solidFill>
                <a:latin typeface="-apple-system"/>
              </a:rPr>
              <a:t>Do they feel good to aim?</a:t>
            </a:r>
            <a:endParaRPr lang="en-GB" b="0" dirty="0">
              <a:solidFill>
                <a:srgbClr val="212529"/>
              </a:solidFill>
              <a:effectLst/>
              <a:latin typeface="-apple-system"/>
            </a:endParaRPr>
          </a:p>
          <a:p>
            <a:pPr lvl="1"/>
            <a:endParaRPr lang="en-GB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AFE37-95FD-2EA8-4DDF-50A6E675BB56}"/>
              </a:ext>
            </a:extLst>
          </p:cNvPr>
          <p:cNvSpPr txBox="1"/>
          <p:nvPr/>
        </p:nvSpPr>
        <p:spPr>
          <a:xfrm>
            <a:off x="838200" y="6185097"/>
            <a:ext cx="10076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Worth a watch </a:t>
            </a:r>
            <a:r>
              <a:rPr lang="en-GB" sz="1400" dirty="0">
                <a:hlinkClick r:id="rId2"/>
              </a:rPr>
              <a:t>https://www.youtube.com/watch?app=desktop&amp;v=xxFEngt0REU&amp;t=510s&amp;ab_channel=OperatorDrewski</a:t>
            </a:r>
            <a:r>
              <a:rPr lang="en-GB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561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6F3E-4F67-7504-EEE9-4531855F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makes a gun feel good?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7790A-EC09-ED07-E3D2-D11D5703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with just about everything in this module </a:t>
            </a:r>
            <a:r>
              <a:rPr lang="en-GB" i="1" dirty="0"/>
              <a:t>it depends</a:t>
            </a:r>
            <a:r>
              <a:rPr lang="en-GB" dirty="0"/>
              <a:t>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306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FCEE1-23C8-B692-A3D1-ECFB3C10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Review: 'Overwatch 2' beta inspires little excitement for the new sequel">
            <a:extLst>
              <a:ext uri="{FF2B5EF4-FFF2-40B4-BE49-F238E27FC236}">
                <a16:creationId xmlns:a16="http://schemas.microsoft.com/office/drawing/2014/main" id="{6FFBA691-AC7B-A65B-D62B-E5E62118F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75"/>
            <a:ext cx="12192000" cy="674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58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03D2-56E9-C324-9F35-513696D9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Arma 3 review | PC Gamer">
            <a:extLst>
              <a:ext uri="{FF2B5EF4-FFF2-40B4-BE49-F238E27FC236}">
                <a16:creationId xmlns:a16="http://schemas.microsoft.com/office/drawing/2014/main" id="{1D69A12C-6732-EEB9-0ABC-E2EF4D732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10972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31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B49E-E112-1AD2-0FEF-F2FC31C5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Close work with the artists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DA14D-2688-5FE2-1CC8-68EF9AF91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the gun takes up a quarter of the screen, it’s important to “know” what is in that quarter.</a:t>
            </a:r>
          </a:p>
          <a:p>
            <a:endParaRPr lang="en-GB" dirty="0"/>
          </a:p>
          <a:p>
            <a:r>
              <a:rPr lang="en-GB" dirty="0"/>
              <a:t>It’s the primary method of interacting with the game, and the tool with which the player is defending themselves.</a:t>
            </a:r>
          </a:p>
          <a:p>
            <a:pPr lvl="1"/>
            <a:r>
              <a:rPr lang="en-GB" dirty="0"/>
              <a:t>If it feels bad, the game usually will feel bad…</a:t>
            </a:r>
          </a:p>
          <a:p>
            <a:pPr lvl="1"/>
            <a:endParaRPr lang="en-GB" dirty="0"/>
          </a:p>
          <a:p>
            <a:r>
              <a:rPr lang="en-GB" dirty="0"/>
              <a:t>If the visuals and performance do not match it can leave the player confused…</a:t>
            </a:r>
          </a:p>
          <a:p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67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796F-64D8-EB8E-D21C-9299C951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Accuracy and licencing…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22B77-CD86-3CC7-547A-CBE6F5C83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Gun manufacturers own the rights to the designs of their guns.</a:t>
            </a:r>
          </a:p>
          <a:p>
            <a:pPr lvl="1"/>
            <a:r>
              <a:rPr lang="en-GB" dirty="0"/>
              <a:t>This means you can’t just stick any modern gun you like in a game and use its name, you would have to pay a licence.</a:t>
            </a:r>
          </a:p>
          <a:p>
            <a:pPr lvl="1"/>
            <a:r>
              <a:rPr lang="en-GB" dirty="0"/>
              <a:t>Most classic guns such as the AK-47 can appear in so many places as the patent on the design has expired…</a:t>
            </a:r>
          </a:p>
          <a:p>
            <a:pPr lvl="1"/>
            <a:endParaRPr lang="en-GB" dirty="0"/>
          </a:p>
          <a:p>
            <a:r>
              <a:rPr lang="en-GB" dirty="0"/>
              <a:t>So you either,</a:t>
            </a:r>
          </a:p>
          <a:p>
            <a:pPr lvl="1"/>
            <a:r>
              <a:rPr lang="en-GB" dirty="0"/>
              <a:t>Make a deal with the manufacturer.</a:t>
            </a:r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Or make a variation and change the name slightly</a:t>
            </a:r>
          </a:p>
          <a:p>
            <a:pPr lvl="2"/>
            <a:r>
              <a:rPr lang="en-GB" dirty="0"/>
              <a:t>So a lookalike P-90 called the Q-91 is probably OK.</a:t>
            </a:r>
          </a:p>
        </p:txBody>
      </p:sp>
    </p:spTree>
    <p:extLst>
      <p:ext uri="{BB962C8B-B14F-4D97-AF65-F5344CB8AC3E}">
        <p14:creationId xmlns:p14="http://schemas.microsoft.com/office/powerpoint/2010/main" val="3838236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B390-4891-F702-7452-7C2332BA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Terms…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816C-86DC-57E8-5286-0E519C917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Time to kill</a:t>
            </a:r>
          </a:p>
          <a:p>
            <a:pPr lvl="1"/>
            <a:r>
              <a:rPr lang="en-GB" dirty="0"/>
              <a:t>No, I’m not just trying to sound edgy.</a:t>
            </a:r>
          </a:p>
          <a:p>
            <a:pPr lvl="1"/>
            <a:r>
              <a:rPr lang="en-GB" dirty="0"/>
              <a:t>It’s the term given to the average amount of time to kill an enemy with a weapon.</a:t>
            </a:r>
          </a:p>
          <a:p>
            <a:pPr lvl="1"/>
            <a:endParaRPr lang="en-GB" dirty="0"/>
          </a:p>
          <a:p>
            <a:r>
              <a:rPr lang="en-GB" dirty="0"/>
              <a:t>Short TTK (time to kill) means weapons </a:t>
            </a:r>
          </a:p>
          <a:p>
            <a:pPr lvl="1"/>
            <a:r>
              <a:rPr lang="en-GB" dirty="0"/>
              <a:t>deal more damage </a:t>
            </a:r>
          </a:p>
          <a:p>
            <a:pPr lvl="1"/>
            <a:r>
              <a:rPr lang="en-GB" dirty="0"/>
              <a:t>are more accurate</a:t>
            </a:r>
          </a:p>
          <a:p>
            <a:pPr lvl="1"/>
            <a:r>
              <a:rPr lang="en-GB" dirty="0"/>
              <a:t>and combat is generally more dangerous.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Long TTK means weapons</a:t>
            </a:r>
          </a:p>
          <a:p>
            <a:pPr lvl="1"/>
            <a:r>
              <a:rPr lang="en-GB" dirty="0"/>
              <a:t>Deal less damage</a:t>
            </a:r>
          </a:p>
          <a:p>
            <a:pPr lvl="1"/>
            <a:r>
              <a:rPr lang="en-GB" dirty="0"/>
              <a:t>Are less accurate</a:t>
            </a:r>
          </a:p>
          <a:p>
            <a:pPr lvl="1"/>
            <a:r>
              <a:rPr lang="en-GB" dirty="0"/>
              <a:t>And combat usually lasts longer</a:t>
            </a:r>
          </a:p>
        </p:txBody>
      </p:sp>
    </p:spTree>
    <p:extLst>
      <p:ext uri="{BB962C8B-B14F-4D97-AF65-F5344CB8AC3E}">
        <p14:creationId xmlns:p14="http://schemas.microsoft.com/office/powerpoint/2010/main" val="1953280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D6B46-B635-202E-069B-BD251E3DD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Modelling TTK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B91A1-A06C-B799-FF08-58B91698B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Depends on the game, but it can be modelled in multiple ways…</a:t>
            </a:r>
          </a:p>
          <a:p>
            <a:endParaRPr lang="en-GB" dirty="0"/>
          </a:p>
          <a:p>
            <a:pPr lvl="1"/>
            <a:r>
              <a:rPr lang="en-GB" dirty="0"/>
              <a:t>Mathematical modelling is usually the starting point.</a:t>
            </a:r>
          </a:p>
          <a:p>
            <a:pPr lvl="2"/>
            <a:r>
              <a:rPr lang="en-GB" dirty="0"/>
              <a:t>At this range I can see this much of the target there for I should hit this many times giving an average TTK of x seconds.</a:t>
            </a:r>
          </a:p>
          <a:p>
            <a:pPr lvl="2"/>
            <a:r>
              <a:rPr lang="en-GB" dirty="0"/>
              <a:t>This usually does not survive contact with players…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Statistical modelling</a:t>
            </a:r>
          </a:p>
          <a:p>
            <a:pPr lvl="2"/>
            <a:r>
              <a:rPr lang="en-GB" dirty="0"/>
              <a:t>At this range the player on average killed that player in x seconds.</a:t>
            </a:r>
          </a:p>
          <a:p>
            <a:pPr lvl="2"/>
            <a:r>
              <a:rPr lang="en-GB" dirty="0"/>
              <a:t>Averaged over the whole player base gives a TTK of x seconds.</a:t>
            </a:r>
          </a:p>
          <a:p>
            <a:pPr lvl="2"/>
            <a:r>
              <a:rPr lang="en-GB" dirty="0"/>
              <a:t>Widely variable by skill…</a:t>
            </a:r>
          </a:p>
          <a:p>
            <a:pPr lvl="2"/>
            <a:endParaRPr lang="en-GB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3513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82B0-F5B1-C9E1-C90E-837818C66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Aim down sight (ADS)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92FA1-1149-8171-E980-17F8E76FB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Ads is the time it takes to bring the weapon from a standard “hip fire” position to an aimed sighted position.</a:t>
            </a:r>
          </a:p>
          <a:p>
            <a:endParaRPr lang="en-GB" dirty="0"/>
          </a:p>
          <a:p>
            <a:r>
              <a:rPr lang="en-GB" dirty="0"/>
              <a:t>Usually in modern games accuracy is reduced significantly in hip-fire mode.</a:t>
            </a:r>
          </a:p>
          <a:p>
            <a:pPr lvl="1"/>
            <a:r>
              <a:rPr lang="en-GB" dirty="0"/>
              <a:t>Other features may also be missing such as a crosshair.</a:t>
            </a:r>
          </a:p>
          <a:p>
            <a:pPr lvl="1"/>
            <a:endParaRPr lang="en-GB" dirty="0"/>
          </a:p>
          <a:p>
            <a:r>
              <a:rPr lang="en-GB" dirty="0"/>
              <a:t>Aiming down the sight increases accuracy by zooming the camera into the sight and placing it in a more central position.</a:t>
            </a:r>
          </a:p>
          <a:p>
            <a:pPr lvl="1"/>
            <a:r>
              <a:rPr lang="en-GB" dirty="0"/>
              <a:t>But this also reduces peripheral vision making it harder to see what's around you. </a:t>
            </a:r>
          </a:p>
        </p:txBody>
      </p:sp>
    </p:spTree>
    <p:extLst>
      <p:ext uri="{BB962C8B-B14F-4D97-AF65-F5344CB8AC3E}">
        <p14:creationId xmlns:p14="http://schemas.microsoft.com/office/powerpoint/2010/main" val="20861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A931-0961-26AF-DEC0-E77439FC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Recoil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D469E-E047-B370-7FAE-F768DD58B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Movement of the gun in the opposite direction of the bullet.</a:t>
            </a:r>
          </a:p>
          <a:p>
            <a:endParaRPr lang="en-GB" dirty="0"/>
          </a:p>
          <a:p>
            <a:r>
              <a:rPr lang="en-GB" i="1" dirty="0"/>
              <a:t>“If two bodies exert forces on each other, these forces have the same magnitude but opposite directions.”</a:t>
            </a:r>
          </a:p>
          <a:p>
            <a:pPr lvl="1"/>
            <a:r>
              <a:rPr lang="en-GB" i="1" dirty="0"/>
              <a:t>“For every action there is an equal and opposite reaction”</a:t>
            </a:r>
          </a:p>
          <a:p>
            <a:pPr lvl="1"/>
            <a:endParaRPr lang="en-GB" i="1" dirty="0"/>
          </a:p>
          <a:p>
            <a:r>
              <a:rPr lang="en-GB" dirty="0"/>
              <a:t>The action of firing the gun sends an equal force into the gun which is transmitted to the shooter.</a:t>
            </a:r>
          </a:p>
          <a:p>
            <a:pPr lvl="1"/>
            <a:r>
              <a:rPr lang="en-GB" dirty="0"/>
              <a:t>This causes the muzzle to climb and deviate from the desired direction of shooting. </a:t>
            </a:r>
          </a:p>
          <a:p>
            <a:pPr lvl="1"/>
            <a:r>
              <a:rPr lang="en-GB" dirty="0"/>
              <a:t>Compensated after each shot, more recoil longer compensation.</a:t>
            </a:r>
          </a:p>
        </p:txBody>
      </p:sp>
    </p:spTree>
    <p:extLst>
      <p:ext uri="{BB962C8B-B14F-4D97-AF65-F5344CB8AC3E}">
        <p14:creationId xmlns:p14="http://schemas.microsoft.com/office/powerpoint/2010/main" val="2776732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6911-7591-2FA7-4454-2BFF7C43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21421-443B-5AA1-759B-1C6954D34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ability of the weapon to be kept on target pointing in the correct direction.</a:t>
            </a:r>
          </a:p>
          <a:p>
            <a:endParaRPr lang="en-GB" dirty="0"/>
          </a:p>
          <a:p>
            <a:r>
              <a:rPr lang="en-GB" dirty="0"/>
              <a:t>Affected by many factors in the real world such as…</a:t>
            </a:r>
          </a:p>
          <a:p>
            <a:pPr lvl="1"/>
            <a:r>
              <a:rPr lang="en-GB" dirty="0"/>
              <a:t>Training</a:t>
            </a:r>
          </a:p>
          <a:p>
            <a:pPr lvl="1"/>
            <a:r>
              <a:rPr lang="en-GB" dirty="0"/>
              <a:t>Strength (guns are surprisingly heavy)</a:t>
            </a:r>
          </a:p>
          <a:p>
            <a:pPr lvl="1"/>
            <a:r>
              <a:rPr lang="en-GB" dirty="0"/>
              <a:t>Weight of the weapon</a:t>
            </a:r>
          </a:p>
          <a:p>
            <a:pPr lvl="1"/>
            <a:r>
              <a:rPr lang="en-GB" dirty="0"/>
              <a:t>Distribution of the weight.</a:t>
            </a:r>
          </a:p>
          <a:p>
            <a:pPr lvl="1"/>
            <a:endParaRPr lang="en-GB" dirty="0"/>
          </a:p>
          <a:p>
            <a:r>
              <a:rPr lang="en-GB" dirty="0"/>
              <a:t>Manifests in games as sight sway in all directions.</a:t>
            </a:r>
          </a:p>
        </p:txBody>
      </p:sp>
    </p:spTree>
    <p:extLst>
      <p:ext uri="{BB962C8B-B14F-4D97-AF65-F5344CB8AC3E}">
        <p14:creationId xmlns:p14="http://schemas.microsoft.com/office/powerpoint/2010/main" val="4195600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B754-A5BF-AC6E-6F51-629E5896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Fire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D5948-1A28-0A0C-FFA8-6E869E40B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number of rounds the weapon can send “downrange” over example,.</a:t>
            </a:r>
          </a:p>
          <a:p>
            <a:endParaRPr lang="en-GB" dirty="0"/>
          </a:p>
          <a:p>
            <a:r>
              <a:rPr lang="en-GB" dirty="0"/>
              <a:t>Commonly specified per minute.</a:t>
            </a:r>
          </a:p>
          <a:p>
            <a:pPr lvl="1"/>
            <a:r>
              <a:rPr lang="en-GB" dirty="0"/>
              <a:t>Unusual for a magazine to support continuous firing for a minute.</a:t>
            </a:r>
          </a:p>
          <a:p>
            <a:pPr lvl="1"/>
            <a:r>
              <a:rPr lang="en-GB" dirty="0"/>
              <a:t>For example a standard M4 shoots 700 – 950 rounds a minute </a:t>
            </a:r>
          </a:p>
          <a:p>
            <a:pPr lvl="2"/>
            <a:r>
              <a:rPr lang="en-GB" dirty="0"/>
              <a:t>Standard magazine size is a 30-round box.</a:t>
            </a:r>
          </a:p>
          <a:p>
            <a:pPr lvl="2"/>
            <a:endParaRPr lang="en-GB" dirty="0"/>
          </a:p>
          <a:p>
            <a:r>
              <a:rPr lang="en-GB" dirty="0"/>
              <a:t>Higer fire rates lead to less time to compensate for recoil making the gun harder to control.</a:t>
            </a:r>
          </a:p>
        </p:txBody>
      </p:sp>
    </p:spTree>
    <p:extLst>
      <p:ext uri="{BB962C8B-B14F-4D97-AF65-F5344CB8AC3E}">
        <p14:creationId xmlns:p14="http://schemas.microsoft.com/office/powerpoint/2010/main" val="2337754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F19D-8147-7438-D411-07DC230B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Projectile velocity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6F47C-9D57-CF1F-F3E1-E3C13778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speed at which the bullet travels after leaving the barrel of the gun (often referred to as muzzle velocity).</a:t>
            </a:r>
          </a:p>
          <a:p>
            <a:endParaRPr lang="en-GB" dirty="0"/>
          </a:p>
          <a:p>
            <a:r>
              <a:rPr lang="en-GB" dirty="0"/>
              <a:t>Commonly constant in videogames</a:t>
            </a:r>
          </a:p>
          <a:p>
            <a:pPr lvl="1"/>
            <a:r>
              <a:rPr lang="en-GB" dirty="0"/>
              <a:t>Slows down over distance for real life.</a:t>
            </a:r>
          </a:p>
          <a:p>
            <a:endParaRPr lang="en-GB" dirty="0"/>
          </a:p>
          <a:p>
            <a:r>
              <a:rPr lang="en-GB" dirty="0"/>
              <a:t>How fast the bullet travels through the game world.</a:t>
            </a:r>
          </a:p>
          <a:p>
            <a:pPr lvl="1"/>
            <a:r>
              <a:rPr lang="en-GB" dirty="0"/>
              <a:t>Slow-moving projectiles are simulated as actual objects.</a:t>
            </a:r>
          </a:p>
          <a:p>
            <a:pPr lvl="1"/>
            <a:r>
              <a:rPr lang="en-GB" dirty="0"/>
              <a:t>Fast-moving objects are usually resolved as line traces (“hit scan weapons”).</a:t>
            </a:r>
          </a:p>
        </p:txBody>
      </p:sp>
    </p:spTree>
    <p:extLst>
      <p:ext uri="{BB962C8B-B14F-4D97-AF65-F5344CB8AC3E}">
        <p14:creationId xmlns:p14="http://schemas.microsoft.com/office/powerpoint/2010/main" val="23861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88C3-E454-FA30-07DD-5AAD5358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Effective range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D1B06-7A0B-D556-5FD7-38557765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far away a bullet can be expected to have the desired effect on the target.</a:t>
            </a:r>
          </a:p>
          <a:p>
            <a:endParaRPr lang="en-GB" dirty="0"/>
          </a:p>
          <a:p>
            <a:r>
              <a:rPr lang="en-GB" dirty="0"/>
              <a:t>Shots beyond this range have a less-than-desirable effect on the target due to</a:t>
            </a:r>
          </a:p>
          <a:p>
            <a:pPr lvl="1"/>
            <a:r>
              <a:rPr lang="en-GB" dirty="0"/>
              <a:t>Loss of energy rendering the round ineffective.</a:t>
            </a:r>
          </a:p>
          <a:p>
            <a:pPr lvl="1"/>
            <a:r>
              <a:rPr lang="en-GB" dirty="0"/>
              <a:t>Degradation of projectile accuracy to the point of the shot being non-viable.</a:t>
            </a:r>
          </a:p>
          <a:p>
            <a:pPr lvl="1"/>
            <a:endParaRPr lang="en-GB" dirty="0"/>
          </a:p>
          <a:p>
            <a:r>
              <a:rPr lang="en-GB" dirty="0"/>
              <a:t>Commonly simulated with a drop off in damage based on distance or time between shooter and target.</a:t>
            </a:r>
          </a:p>
        </p:txBody>
      </p:sp>
    </p:spTree>
    <p:extLst>
      <p:ext uri="{BB962C8B-B14F-4D97-AF65-F5344CB8AC3E}">
        <p14:creationId xmlns:p14="http://schemas.microsoft.com/office/powerpoint/2010/main" val="1983103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9748-5CB0-6265-5E3D-7F3A9521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925A6-74B5-06AB-61A9-124BCCC9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system used to line up the shot with target.</a:t>
            </a:r>
          </a:p>
          <a:p>
            <a:endParaRPr lang="en-GB" dirty="0"/>
          </a:p>
          <a:p>
            <a:r>
              <a:rPr lang="en-GB" dirty="0"/>
              <a:t>Most weapons default to “iron sights” </a:t>
            </a:r>
          </a:p>
          <a:p>
            <a:pPr lvl="1"/>
            <a:r>
              <a:rPr lang="en-GB" dirty="0"/>
              <a:t>Physical markers at the front and rear of the gun that when lined up show the direction the shot will go.</a:t>
            </a:r>
          </a:p>
          <a:p>
            <a:pPr lvl="1"/>
            <a:endParaRPr lang="en-GB" dirty="0"/>
          </a:p>
          <a:p>
            <a:r>
              <a:rPr lang="en-GB" dirty="0"/>
              <a:t>Most modern weapons support varying optics for easier “target acquisition”.</a:t>
            </a:r>
          </a:p>
          <a:p>
            <a:pPr lvl="1"/>
            <a:r>
              <a:rPr lang="en-GB" dirty="0"/>
              <a:t>At extreme range optics require adjustment or compensation to function correctly.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4396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Ruined First Person Shooters? – Iron Sights – Celia Alexis Wagar's  CritPoints">
            <a:extLst>
              <a:ext uri="{FF2B5EF4-FFF2-40B4-BE49-F238E27FC236}">
                <a16:creationId xmlns:a16="http://schemas.microsoft.com/office/drawing/2014/main" id="{550E4E68-0053-3499-8798-8F7C67DA62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39"/>
          <a:stretch/>
        </p:blipFill>
        <p:spPr bwMode="auto">
          <a:xfrm>
            <a:off x="0" y="0"/>
            <a:ext cx="6057900" cy="295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re is an entire person dead center in these iron sights. Can you see  them? : r/CODWarzone">
            <a:extLst>
              <a:ext uri="{FF2B5EF4-FFF2-40B4-BE49-F238E27FC236}">
                <a16:creationId xmlns:a16="http://schemas.microsoft.com/office/drawing/2014/main" id="{E4D506AE-5AD9-9B89-8C9E-092B40B43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-1"/>
            <a:ext cx="6134100" cy="345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ow does aiming with wonky sights work in this game? : r/ModernWarfareIII">
            <a:extLst>
              <a:ext uri="{FF2B5EF4-FFF2-40B4-BE49-F238E27FC236}">
                <a16:creationId xmlns:a16="http://schemas.microsoft.com/office/drawing/2014/main" id="{64982690-9DFF-8EAB-4F6E-C184E3981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6" y="2951818"/>
            <a:ext cx="5136810" cy="390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Glitched Battle Pass R-99 has the best iron sights in the game. :  r/ApexUncovered">
            <a:extLst>
              <a:ext uri="{FF2B5EF4-FFF2-40B4-BE49-F238E27FC236}">
                <a16:creationId xmlns:a16="http://schemas.microsoft.com/office/drawing/2014/main" id="{C989D5F5-5288-5A97-B326-A460AE3F2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56" y="2951818"/>
            <a:ext cx="6950044" cy="390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613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I wish more games had scopes like this : r/gaming">
            <a:extLst>
              <a:ext uri="{FF2B5EF4-FFF2-40B4-BE49-F238E27FC236}">
                <a16:creationId xmlns:a16="http://schemas.microsoft.com/office/drawing/2014/main" id="{1125B0F9-4CCE-EEF2-E1B5-05B0D1A81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Best optics in XDefiant: Short-range sights, scopes, more - Charlie INTEL">
            <a:extLst>
              <a:ext uri="{FF2B5EF4-FFF2-40B4-BE49-F238E27FC236}">
                <a16:creationId xmlns:a16="http://schemas.microsoft.com/office/drawing/2014/main" id="{3FEB21BE-50C8-26B9-1D6D-A59199422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000375"/>
            <a:ext cx="6857999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ere are several examples of different scopes in video games. Which one  would be the best fit for bf2042? : r/battlefield2042">
            <a:extLst>
              <a:ext uri="{FF2B5EF4-FFF2-40B4-BE49-F238E27FC236}">
                <a16:creationId xmlns:a16="http://schemas.microsoft.com/office/drawing/2014/main" id="{408DB68F-F076-9AEB-0D62-4D195834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what are your opinions on the thermal scopes in the game? :  r/battlefield2042">
            <a:extLst>
              <a:ext uri="{FF2B5EF4-FFF2-40B4-BE49-F238E27FC236}">
                <a16:creationId xmlns:a16="http://schemas.microsoft.com/office/drawing/2014/main" id="{3DD3BD7E-166C-9568-94BE-1E8226413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79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DE97-CC05-666F-E3A8-4B53E334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“Magic”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E1388-2514-0380-8322-805421BF9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Refers to the gamification of realistic firearms.</a:t>
            </a:r>
          </a:p>
          <a:p>
            <a:pPr lvl="1"/>
            <a:r>
              <a:rPr lang="en-GB" dirty="0"/>
              <a:t>Changes that don’t affect the visuals of the firearm, but improve its effectiveness in some way.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+1 accuracy</a:t>
            </a:r>
          </a:p>
          <a:p>
            <a:pPr lvl="1"/>
            <a:r>
              <a:rPr lang="en-GB" dirty="0"/>
              <a:t>+5 to magazine size</a:t>
            </a:r>
          </a:p>
          <a:p>
            <a:pPr lvl="1"/>
            <a:r>
              <a:rPr lang="en-GB" dirty="0"/>
              <a:t>+100 range</a:t>
            </a:r>
          </a:p>
          <a:p>
            <a:pPr lvl="1"/>
            <a:endParaRPr lang="en-GB" dirty="0"/>
          </a:p>
          <a:p>
            <a:r>
              <a:rPr lang="en-GB" dirty="0"/>
              <a:t>These effects can be natural or supernatural.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5862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2066-2296-4710-4A85-11E0FA27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FA59A-56EF-2014-0BA2-508550FDD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100" name="Picture 4" descr="Every Standard Rifle - Far Cry 6 Guide - IGN">
            <a:extLst>
              <a:ext uri="{FF2B5EF4-FFF2-40B4-BE49-F238E27FC236}">
                <a16:creationId xmlns:a16="http://schemas.microsoft.com/office/drawing/2014/main" id="{435552B6-826E-4374-E5BD-0C99717C0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433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575A-3D81-4504-6B9A-3A4F21F3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BF605-16AA-E975-F137-FCD143B89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 descr="Borderlands 3 | T.K.'s WAVE - BUFFED!!! | Legendary Item Guide">
            <a:extLst>
              <a:ext uri="{FF2B5EF4-FFF2-40B4-BE49-F238E27FC236}">
                <a16:creationId xmlns:a16="http://schemas.microsoft.com/office/drawing/2014/main" id="{9A1A9FC0-6DD5-3FDA-64F5-8F17B902A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87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DD18-E3CD-5D5E-18F2-ABC5E71FC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Customisation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08F9-31EB-AACA-330B-3F5687D2F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Customisation is a key part of most modern games</a:t>
            </a:r>
          </a:p>
          <a:p>
            <a:endParaRPr lang="en-GB" dirty="0"/>
          </a:p>
          <a:p>
            <a:r>
              <a:rPr lang="en-GB" dirty="0"/>
              <a:t>Particularly in games as a service model (</a:t>
            </a:r>
            <a:r>
              <a:rPr lang="en-GB" dirty="0" err="1"/>
              <a:t>GaaS</a:t>
            </a:r>
            <a:r>
              <a:rPr lang="en-GB" dirty="0"/>
              <a:t> more on this later).</a:t>
            </a:r>
          </a:p>
          <a:p>
            <a:endParaRPr lang="en-GB" dirty="0"/>
          </a:p>
          <a:p>
            <a:r>
              <a:rPr lang="en-GB" dirty="0"/>
              <a:t>It is not enough for me to be better than you at the game, I must </a:t>
            </a:r>
            <a:r>
              <a:rPr lang="en-GB" b="1" dirty="0"/>
              <a:t>SHOW</a:t>
            </a:r>
            <a:r>
              <a:rPr lang="en-GB" dirty="0"/>
              <a:t> you I am better than you.</a:t>
            </a:r>
          </a:p>
          <a:p>
            <a:endParaRPr lang="en-GB" dirty="0"/>
          </a:p>
          <a:p>
            <a:r>
              <a:rPr lang="en-GB" dirty="0"/>
              <a:t>Also allows players to adjust the gun performance somewhat to match their preference.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9390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6DE84-5FCE-6001-8ACF-AE94F0EE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525B-C57D-EB84-C010-3CAEC0AF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Customisation (</a:t>
            </a:r>
            <a:r>
              <a:rPr lang="en-GB" dirty="0" err="1"/>
              <a:t>Cont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1F12B-C6EE-AEA1-D458-90B90E9A3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Fortunately, most modern firearms are designed to be modular.</a:t>
            </a:r>
          </a:p>
          <a:p>
            <a:pPr lvl="1"/>
            <a:r>
              <a:rPr lang="en-GB" dirty="0"/>
              <a:t>Grips, scopes magazines and stocks can be changed among other things.</a:t>
            </a:r>
          </a:p>
          <a:p>
            <a:pPr lvl="1"/>
            <a:endParaRPr lang="en-GB" dirty="0"/>
          </a:p>
          <a:p>
            <a:r>
              <a:rPr lang="en-GB" dirty="0"/>
              <a:t>This usually means most guns are modelled in multiple parts and combined to create the final weapon.</a:t>
            </a:r>
          </a:p>
          <a:p>
            <a:pPr lvl="1"/>
            <a:r>
              <a:rPr lang="en-GB" dirty="0"/>
              <a:t>The meshes may or may not be combined before play depending upon the ease of changing attachments during gameplay.</a:t>
            </a:r>
          </a:p>
          <a:p>
            <a:pPr lvl="1"/>
            <a:endParaRPr lang="en-GB" dirty="0"/>
          </a:p>
          <a:p>
            <a:r>
              <a:rPr lang="en-GB" dirty="0"/>
              <a:t>Changing parts usually accompanies a stat change.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2338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Can someone explain SPT's gun balance and how it affects the player and/or  weapon? : r/SPTarkov">
            <a:extLst>
              <a:ext uri="{FF2B5EF4-FFF2-40B4-BE49-F238E27FC236}">
                <a16:creationId xmlns:a16="http://schemas.microsoft.com/office/drawing/2014/main" id="{879B9AE9-4F86-9161-DE94-94AD34798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221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3B1C-E205-5F28-1B65-9E41DA25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B909-3882-3B75-94FA-7A9A9A17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Customisation (</a:t>
            </a:r>
            <a:r>
              <a:rPr lang="en-GB" dirty="0" err="1"/>
              <a:t>Cont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1248C-B470-E759-F9E9-8ED9B9F69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Commonly gun skins can be changed to match a users preference (particularly in competitive multiplayer environments).</a:t>
            </a:r>
          </a:p>
          <a:p>
            <a:endParaRPr lang="en-GB" dirty="0"/>
          </a:p>
          <a:p>
            <a:r>
              <a:rPr lang="en-GB" dirty="0"/>
              <a:t>Skins can be unlocked via gameplay signifying significant achievements or purchased with currency.</a:t>
            </a:r>
          </a:p>
          <a:p>
            <a:endParaRPr lang="en-GB" dirty="0"/>
          </a:p>
          <a:p>
            <a:r>
              <a:rPr lang="en-GB" dirty="0"/>
              <a:t>Skins may have a gameplay effect, providing a magic stat bonus.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Whats your favorite Ugly Gun to use and what do you call it? I just got  this girl gold and Im sorta sad I'll be shelving it for awhile I give you">
            <a:extLst>
              <a:ext uri="{FF2B5EF4-FFF2-40B4-BE49-F238E27FC236}">
                <a16:creationId xmlns:a16="http://schemas.microsoft.com/office/drawing/2014/main" id="{73F00EEA-AF95-6911-3653-E547E7DA0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Saug 9mm | Call of Duty Wiki | Fandom">
            <a:extLst>
              <a:ext uri="{FF2B5EF4-FFF2-40B4-BE49-F238E27FC236}">
                <a16:creationId xmlns:a16="http://schemas.microsoft.com/office/drawing/2014/main" id="{F6B16760-729C-919E-118F-F066C68B4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4448175"/>
            <a:ext cx="342900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DAMASCUS CAMO UNLOCKED! | CoD: Mobile Amino">
            <a:extLst>
              <a:ext uri="{FF2B5EF4-FFF2-40B4-BE49-F238E27FC236}">
                <a16:creationId xmlns:a16="http://schemas.microsoft.com/office/drawing/2014/main" id="{38CF4B87-08A8-8BE3-F2EC-F3D8FFE2FA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/>
        </p:blipFill>
        <p:spPr bwMode="auto">
          <a:xfrm>
            <a:off x="0" y="0"/>
            <a:ext cx="6096000" cy="46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Santa's Slay - Operator Bundle - Warzone &amp; BO6 Bundle">
            <a:extLst>
              <a:ext uri="{FF2B5EF4-FFF2-40B4-BE49-F238E27FC236}">
                <a16:creationId xmlns:a16="http://schemas.microsoft.com/office/drawing/2014/main" id="{A311258B-CD8B-0DA8-ECE4-EE3FB19011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t="34306" r="1251" b="27222"/>
          <a:stretch/>
        </p:blipFill>
        <p:spPr bwMode="auto">
          <a:xfrm>
            <a:off x="2066925" y="4219574"/>
            <a:ext cx="6696075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The Best CS2 Skins for Knives (Top 15 ...">
            <a:extLst>
              <a:ext uri="{FF2B5EF4-FFF2-40B4-BE49-F238E27FC236}">
                <a16:creationId xmlns:a16="http://schemas.microsoft.com/office/drawing/2014/main" id="{6CA0CC74-485A-9931-B54C-5594624BC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25"/>
          <a:stretch/>
        </p:blipFill>
        <p:spPr bwMode="auto">
          <a:xfrm>
            <a:off x="0" y="5376863"/>
            <a:ext cx="2533650" cy="148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 descr="VALORANT knife skins">
            <a:extLst>
              <a:ext uri="{FF2B5EF4-FFF2-40B4-BE49-F238E27FC236}">
                <a16:creationId xmlns:a16="http://schemas.microsoft.com/office/drawing/2014/main" id="{B4096A70-B2ED-CC2F-FD64-CF13E6D5E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61" t="27397" r="29651" b="17808"/>
          <a:stretch/>
        </p:blipFill>
        <p:spPr bwMode="auto">
          <a:xfrm>
            <a:off x="0" y="4204140"/>
            <a:ext cx="2066925" cy="117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1566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1240</Words>
  <Application>Microsoft Office PowerPoint</Application>
  <PresentationFormat>Widescreen</PresentationFormat>
  <Paragraphs>158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-apple-system</vt:lpstr>
      <vt:lpstr>Aptos</vt:lpstr>
      <vt:lpstr>Arial</vt:lpstr>
      <vt:lpstr>Custom Design</vt:lpstr>
      <vt:lpstr>1_Custom Design</vt:lpstr>
      <vt:lpstr>2_Custom Design</vt:lpstr>
      <vt:lpstr>3_Custom Design</vt:lpstr>
      <vt:lpstr>14-1 Gunplay</vt:lpstr>
      <vt:lpstr>Contents</vt:lpstr>
      <vt:lpstr>What do we mean by “Gunplay”</vt:lpstr>
      <vt:lpstr>What do we mean by “Gunplay”</vt:lpstr>
      <vt:lpstr>What makes a gun feel good?</vt:lpstr>
      <vt:lpstr>PowerPoint Presentation</vt:lpstr>
      <vt:lpstr>PowerPoint Presentation</vt:lpstr>
      <vt:lpstr>Close work with the artists</vt:lpstr>
      <vt:lpstr>Accuracy and licencing…</vt:lpstr>
      <vt:lpstr>Terms… </vt:lpstr>
      <vt:lpstr>Modelling TTK</vt:lpstr>
      <vt:lpstr>Aim down sight (ADS)</vt:lpstr>
      <vt:lpstr>Recoil</vt:lpstr>
      <vt:lpstr>Stability</vt:lpstr>
      <vt:lpstr>Fire rate</vt:lpstr>
      <vt:lpstr>Projectile velocity</vt:lpstr>
      <vt:lpstr>Effective range </vt:lpstr>
      <vt:lpstr>Sights</vt:lpstr>
      <vt:lpstr>PowerPoint Presentation</vt:lpstr>
      <vt:lpstr>PowerPoint Presentation</vt:lpstr>
      <vt:lpstr>“Magic” stats</vt:lpstr>
      <vt:lpstr>PowerPoint Presentation</vt:lpstr>
      <vt:lpstr>PowerPoint Presentation</vt:lpstr>
      <vt:lpstr>Customisation</vt:lpstr>
      <vt:lpstr>Customisation (Cont)</vt:lpstr>
      <vt:lpstr>PowerPoint Presentation</vt:lpstr>
      <vt:lpstr>Customisation (Cont)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Patrick Merritt</dc:creator>
  <cp:lastModifiedBy>Patrick Merritt</cp:lastModifiedBy>
  <cp:revision>6</cp:revision>
  <dcterms:created xsi:type="dcterms:W3CDTF">2021-09-13T14:48:00Z</dcterms:created>
  <dcterms:modified xsi:type="dcterms:W3CDTF">2025-01-27T14:26:39Z</dcterms:modified>
</cp:coreProperties>
</file>