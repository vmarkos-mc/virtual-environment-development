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0" r:id="rId1"/>
    <p:sldMasterId id="2147483722" r:id="rId2"/>
    <p:sldMasterId id="2147483734" r:id="rId3"/>
    <p:sldMasterId id="2147483746" r:id="rId4"/>
  </p:sldMasterIdLst>
  <p:sldIdLst>
    <p:sldId id="256" r:id="rId5"/>
    <p:sldId id="259" r:id="rId6"/>
    <p:sldId id="260" r:id="rId7"/>
    <p:sldId id="269" r:id="rId8"/>
    <p:sldId id="270" r:id="rId9"/>
    <p:sldId id="271" r:id="rId10"/>
    <p:sldId id="272" r:id="rId11"/>
    <p:sldId id="263" r:id="rId12"/>
    <p:sldId id="264" r:id="rId13"/>
    <p:sldId id="265" r:id="rId14"/>
    <p:sldId id="261" r:id="rId15"/>
    <p:sldId id="262" r:id="rId16"/>
    <p:sldId id="266" r:id="rId17"/>
    <p:sldId id="267" r:id="rId18"/>
    <p:sldId id="273" r:id="rId19"/>
    <p:sldId id="274" r:id="rId20"/>
    <p:sldId id="268" r:id="rId21"/>
    <p:sldId id="275" r:id="rId22"/>
    <p:sldId id="276" r:id="rId23"/>
    <p:sldId id="277" r:id="rId24"/>
    <p:sldId id="278" r:id="rId25"/>
    <p:sldId id="279" r:id="rId26"/>
    <p:sldId id="280" r:id="rId27"/>
    <p:sldId id="284" r:id="rId28"/>
    <p:sldId id="286" r:id="rId29"/>
    <p:sldId id="281" r:id="rId30"/>
    <p:sldId id="282" r:id="rId31"/>
    <p:sldId id="283" r:id="rId32"/>
    <p:sldId id="285" r:id="rId33"/>
    <p:sldId id="287" r:id="rId34"/>
    <p:sldId id="288" r:id="rId35"/>
    <p:sldId id="289" r:id="rId36"/>
    <p:sldId id="290" r:id="rId37"/>
    <p:sldId id="291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FEFBEC"/>
    <a:srgbClr val="EDF4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ck Merritt" userId="b92c223c-8880-48c6-9b0c-d25ee1bca468" providerId="ADAL" clId="{FC3677FD-5D87-43E9-A71A-9AA53A82D2C2}"/>
    <pc:docChg chg="custSel addSld delSld modSld">
      <pc:chgData name="Patrick Merritt" userId="b92c223c-8880-48c6-9b0c-d25ee1bca468" providerId="ADAL" clId="{FC3677FD-5D87-43E9-A71A-9AA53A82D2C2}" dt="2023-12-18T13:46:21.594" v="7165" actId="20577"/>
      <pc:docMkLst>
        <pc:docMk/>
      </pc:docMkLst>
      <pc:sldChg chg="modSp mod">
        <pc:chgData name="Patrick Merritt" userId="b92c223c-8880-48c6-9b0c-d25ee1bca468" providerId="ADAL" clId="{FC3677FD-5D87-43E9-A71A-9AA53A82D2C2}" dt="2023-12-18T12:21:57.046" v="1" actId="20577"/>
        <pc:sldMkLst>
          <pc:docMk/>
          <pc:sldMk cId="357346659" sldId="256"/>
        </pc:sldMkLst>
      </pc:sldChg>
      <pc:sldChg chg="modSp mod">
        <pc:chgData name="Patrick Merritt" userId="b92c223c-8880-48c6-9b0c-d25ee1bca468" providerId="ADAL" clId="{FC3677FD-5D87-43E9-A71A-9AA53A82D2C2}" dt="2023-12-18T12:22:15.573" v="16" actId="20577"/>
        <pc:sldMkLst>
          <pc:docMk/>
          <pc:sldMk cId="4090023474" sldId="257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3076130439" sldId="258"/>
        </pc:sldMkLst>
      </pc:sldChg>
      <pc:sldChg chg="modSp new mod">
        <pc:chgData name="Patrick Merritt" userId="b92c223c-8880-48c6-9b0c-d25ee1bca468" providerId="ADAL" clId="{FC3677FD-5D87-43E9-A71A-9AA53A82D2C2}" dt="2023-12-18T12:24:23.712" v="358" actId="5793"/>
        <pc:sldMkLst>
          <pc:docMk/>
          <pc:sldMk cId="4006123558" sldId="258"/>
        </pc:sldMkLst>
      </pc:sldChg>
      <pc:sldChg chg="modSp new mod">
        <pc:chgData name="Patrick Merritt" userId="b92c223c-8880-48c6-9b0c-d25ee1bca468" providerId="ADAL" clId="{FC3677FD-5D87-43E9-A71A-9AA53A82D2C2}" dt="2023-12-18T12:23:34.663" v="238" actId="20577"/>
        <pc:sldMkLst>
          <pc:docMk/>
          <pc:sldMk cId="3288268294" sldId="259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3866356596" sldId="259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1030628254" sldId="260"/>
        </pc:sldMkLst>
      </pc:sldChg>
      <pc:sldChg chg="modSp new mod">
        <pc:chgData name="Patrick Merritt" userId="b92c223c-8880-48c6-9b0c-d25ee1bca468" providerId="ADAL" clId="{FC3677FD-5D87-43E9-A71A-9AA53A82D2C2}" dt="2023-12-18T12:26:08.487" v="600" actId="5793"/>
        <pc:sldMkLst>
          <pc:docMk/>
          <pc:sldMk cId="3739289295" sldId="260"/>
        </pc:sldMkLst>
      </pc:sldChg>
      <pc:sldChg chg="addSp delSp modSp new mod">
        <pc:chgData name="Patrick Merritt" userId="b92c223c-8880-48c6-9b0c-d25ee1bca468" providerId="ADAL" clId="{FC3677FD-5D87-43E9-A71A-9AA53A82D2C2}" dt="2023-12-18T12:28:10.760" v="704" actId="27636"/>
        <pc:sldMkLst>
          <pc:docMk/>
          <pc:sldMk cId="14204195" sldId="261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3274393645" sldId="261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523429448" sldId="262"/>
        </pc:sldMkLst>
      </pc:sldChg>
      <pc:sldChg chg="modSp new mod">
        <pc:chgData name="Patrick Merritt" userId="b92c223c-8880-48c6-9b0c-d25ee1bca468" providerId="ADAL" clId="{FC3677FD-5D87-43E9-A71A-9AA53A82D2C2}" dt="2023-12-18T12:30:08.852" v="874" actId="27636"/>
        <pc:sldMkLst>
          <pc:docMk/>
          <pc:sldMk cId="2261975854" sldId="262"/>
        </pc:sldMkLst>
      </pc:sldChg>
      <pc:sldChg chg="modSp add mod">
        <pc:chgData name="Patrick Merritt" userId="b92c223c-8880-48c6-9b0c-d25ee1bca468" providerId="ADAL" clId="{FC3677FD-5D87-43E9-A71A-9AA53A82D2C2}" dt="2023-12-18T12:33:15.654" v="1164" actId="20577"/>
        <pc:sldMkLst>
          <pc:docMk/>
          <pc:sldMk cId="1196658162" sldId="263"/>
        </pc:sldMkLst>
      </pc:sldChg>
      <pc:sldChg chg="modSp new mod">
        <pc:chgData name="Patrick Merritt" userId="b92c223c-8880-48c6-9b0c-d25ee1bca468" providerId="ADAL" clId="{FC3677FD-5D87-43E9-A71A-9AA53A82D2C2}" dt="2023-12-18T12:41:32.967" v="2055" actId="20577"/>
        <pc:sldMkLst>
          <pc:docMk/>
          <pc:sldMk cId="2629441607" sldId="264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3615270891" sldId="264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1384249482" sldId="265"/>
        </pc:sldMkLst>
      </pc:sldChg>
      <pc:sldChg chg="addSp delSp modSp new mod">
        <pc:chgData name="Patrick Merritt" userId="b92c223c-8880-48c6-9b0c-d25ee1bca468" providerId="ADAL" clId="{FC3677FD-5D87-43E9-A71A-9AA53A82D2C2}" dt="2023-12-18T12:38:43.263" v="1740" actId="5793"/>
        <pc:sldMkLst>
          <pc:docMk/>
          <pc:sldMk cId="3852430347" sldId="265"/>
        </pc:sldMkLst>
      </pc:sldChg>
      <pc:sldChg chg="modSp new mod">
        <pc:chgData name="Patrick Merritt" userId="b92c223c-8880-48c6-9b0c-d25ee1bca468" providerId="ADAL" clId="{FC3677FD-5D87-43E9-A71A-9AA53A82D2C2}" dt="2023-12-18T12:43:26.456" v="2358" actId="5793"/>
        <pc:sldMkLst>
          <pc:docMk/>
          <pc:sldMk cId="2143789540" sldId="266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3587661452" sldId="266"/>
        </pc:sldMkLst>
      </pc:sldChg>
      <pc:sldChg chg="modSp new mod">
        <pc:chgData name="Patrick Merritt" userId="b92c223c-8880-48c6-9b0c-d25ee1bca468" providerId="ADAL" clId="{FC3677FD-5D87-43E9-A71A-9AA53A82D2C2}" dt="2023-12-18T12:44:31.789" v="2367" actId="27636"/>
        <pc:sldMkLst>
          <pc:docMk/>
          <pc:sldMk cId="1624448114" sldId="267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3391932264" sldId="267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537815886" sldId="268"/>
        </pc:sldMkLst>
      </pc:sldChg>
      <pc:sldChg chg="modSp new mod">
        <pc:chgData name="Patrick Merritt" userId="b92c223c-8880-48c6-9b0c-d25ee1bca468" providerId="ADAL" clId="{FC3677FD-5D87-43E9-A71A-9AA53A82D2C2}" dt="2023-12-18T12:47:27.967" v="2819" actId="20577"/>
        <pc:sldMkLst>
          <pc:docMk/>
          <pc:sldMk cId="940620572" sldId="268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419591805" sldId="269"/>
        </pc:sldMkLst>
      </pc:sldChg>
      <pc:sldChg chg="addSp delSp modSp new mod modClrScheme chgLayout">
        <pc:chgData name="Patrick Merritt" userId="b92c223c-8880-48c6-9b0c-d25ee1bca468" providerId="ADAL" clId="{FC3677FD-5D87-43E9-A71A-9AA53A82D2C2}" dt="2023-12-18T12:48:51.207" v="2911" actId="20577"/>
        <pc:sldMkLst>
          <pc:docMk/>
          <pc:sldMk cId="437213477" sldId="269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1040891428" sldId="270"/>
        </pc:sldMkLst>
      </pc:sldChg>
      <pc:sldChg chg="delSp modSp new mod modClrScheme chgLayout">
        <pc:chgData name="Patrick Merritt" userId="b92c223c-8880-48c6-9b0c-d25ee1bca468" providerId="ADAL" clId="{FC3677FD-5D87-43E9-A71A-9AA53A82D2C2}" dt="2023-12-18T12:50:23.885" v="3138" actId="700"/>
        <pc:sldMkLst>
          <pc:docMk/>
          <pc:sldMk cId="2364181911" sldId="270"/>
        </pc:sldMkLst>
      </pc:sldChg>
      <pc:sldChg chg="modSp new mod">
        <pc:chgData name="Patrick Merritt" userId="b92c223c-8880-48c6-9b0c-d25ee1bca468" providerId="ADAL" clId="{FC3677FD-5D87-43E9-A71A-9AA53A82D2C2}" dt="2023-12-18T12:52:18.025" v="3447" actId="20577"/>
        <pc:sldMkLst>
          <pc:docMk/>
          <pc:sldMk cId="1401724132" sldId="271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3535696024" sldId="271"/>
        </pc:sldMkLst>
      </pc:sldChg>
      <pc:sldChg chg="modSp new mod">
        <pc:chgData name="Patrick Merritt" userId="b92c223c-8880-48c6-9b0c-d25ee1bca468" providerId="ADAL" clId="{FC3677FD-5D87-43E9-A71A-9AA53A82D2C2}" dt="2023-12-18T12:52:53.653" v="3543" actId="313"/>
        <pc:sldMkLst>
          <pc:docMk/>
          <pc:sldMk cId="1649526996" sldId="272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3008755037" sldId="272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461794191" sldId="273"/>
        </pc:sldMkLst>
      </pc:sldChg>
      <pc:sldChg chg="addSp delSp modSp new mod">
        <pc:chgData name="Patrick Merritt" userId="b92c223c-8880-48c6-9b0c-d25ee1bca468" providerId="ADAL" clId="{FC3677FD-5D87-43E9-A71A-9AA53A82D2C2}" dt="2023-12-18T13:00:32.951" v="3570" actId="20577"/>
        <pc:sldMkLst>
          <pc:docMk/>
          <pc:sldMk cId="2182712779" sldId="273"/>
        </pc:sldMkLst>
      </pc:sldChg>
      <pc:sldChg chg="addSp delSp modSp new mod">
        <pc:chgData name="Patrick Merritt" userId="b92c223c-8880-48c6-9b0c-d25ee1bca468" providerId="ADAL" clId="{FC3677FD-5D87-43E9-A71A-9AA53A82D2C2}" dt="2023-12-18T13:02:11.283" v="3613"/>
        <pc:sldMkLst>
          <pc:docMk/>
          <pc:sldMk cId="298367199" sldId="274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984372452" sldId="274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113240421" sldId="275"/>
        </pc:sldMkLst>
      </pc:sldChg>
      <pc:sldChg chg="modSp new mod">
        <pc:chgData name="Patrick Merritt" userId="b92c223c-8880-48c6-9b0c-d25ee1bca468" providerId="ADAL" clId="{FC3677FD-5D87-43E9-A71A-9AA53A82D2C2}" dt="2023-12-18T13:01:44.104" v="3612" actId="20577"/>
        <pc:sldMkLst>
          <pc:docMk/>
          <pc:sldMk cId="2886003805" sldId="275"/>
        </pc:sldMkLst>
      </pc:sldChg>
      <pc:sldChg chg="modSp new mod">
        <pc:chgData name="Patrick Merritt" userId="b92c223c-8880-48c6-9b0c-d25ee1bca468" providerId="ADAL" clId="{FC3677FD-5D87-43E9-A71A-9AA53A82D2C2}" dt="2023-12-18T13:05:13.184" v="4044" actId="20577"/>
        <pc:sldMkLst>
          <pc:docMk/>
          <pc:sldMk cId="367257206" sldId="276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2381729718" sldId="276"/>
        </pc:sldMkLst>
      </pc:sldChg>
      <pc:sldChg chg="modSp new mod">
        <pc:chgData name="Patrick Merritt" userId="b92c223c-8880-48c6-9b0c-d25ee1bca468" providerId="ADAL" clId="{FC3677FD-5D87-43E9-A71A-9AA53A82D2C2}" dt="2023-12-18T13:07:05.870" v="4158" actId="20577"/>
        <pc:sldMkLst>
          <pc:docMk/>
          <pc:sldMk cId="2877363793" sldId="277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3595361527" sldId="277"/>
        </pc:sldMkLst>
      </pc:sldChg>
      <pc:sldChg chg="modSp new mod">
        <pc:chgData name="Patrick Merritt" userId="b92c223c-8880-48c6-9b0c-d25ee1bca468" providerId="ADAL" clId="{FC3677FD-5D87-43E9-A71A-9AA53A82D2C2}" dt="2023-12-18T13:09:04.584" v="4344" actId="20577"/>
        <pc:sldMkLst>
          <pc:docMk/>
          <pc:sldMk cId="2630142546" sldId="278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3408099803" sldId="278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1572062253" sldId="279"/>
        </pc:sldMkLst>
      </pc:sldChg>
      <pc:sldChg chg="modSp new mod">
        <pc:chgData name="Patrick Merritt" userId="b92c223c-8880-48c6-9b0c-d25ee1bca468" providerId="ADAL" clId="{FC3677FD-5D87-43E9-A71A-9AA53A82D2C2}" dt="2023-12-18T13:23:26.465" v="5891" actId="20577"/>
        <pc:sldMkLst>
          <pc:docMk/>
          <pc:sldMk cId="2669978787" sldId="279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988291103" sldId="280"/>
        </pc:sldMkLst>
      </pc:sldChg>
      <pc:sldChg chg="modSp new mod">
        <pc:chgData name="Patrick Merritt" userId="b92c223c-8880-48c6-9b0c-d25ee1bca468" providerId="ADAL" clId="{FC3677FD-5D87-43E9-A71A-9AA53A82D2C2}" dt="2023-12-18T13:12:20.264" v="4788" actId="20577"/>
        <pc:sldMkLst>
          <pc:docMk/>
          <pc:sldMk cId="2683611571" sldId="280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1800106693" sldId="281"/>
        </pc:sldMkLst>
      </pc:sldChg>
      <pc:sldChg chg="modSp new mod">
        <pc:chgData name="Patrick Merritt" userId="b92c223c-8880-48c6-9b0c-d25ee1bca468" providerId="ADAL" clId="{FC3677FD-5D87-43E9-A71A-9AA53A82D2C2}" dt="2023-12-18T13:16:00.121" v="5300" actId="20577"/>
        <pc:sldMkLst>
          <pc:docMk/>
          <pc:sldMk cId="3519961626" sldId="281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204494961" sldId="282"/>
        </pc:sldMkLst>
      </pc:sldChg>
      <pc:sldChg chg="modSp new del mod">
        <pc:chgData name="Patrick Merritt" userId="b92c223c-8880-48c6-9b0c-d25ee1bca468" providerId="ADAL" clId="{FC3677FD-5D87-43E9-A71A-9AA53A82D2C2}" dt="2023-12-18T13:21:52.275" v="5823" actId="47"/>
        <pc:sldMkLst>
          <pc:docMk/>
          <pc:sldMk cId="2982461699" sldId="282"/>
        </pc:sldMkLst>
      </pc:sldChg>
      <pc:sldChg chg="addSp delSp modSp new mod">
        <pc:chgData name="Patrick Merritt" userId="b92c223c-8880-48c6-9b0c-d25ee1bca468" providerId="ADAL" clId="{FC3677FD-5D87-43E9-A71A-9AA53A82D2C2}" dt="2023-12-18T13:28:21.834" v="5959"/>
        <pc:sldMkLst>
          <pc:docMk/>
          <pc:sldMk cId="1834705654" sldId="283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2606639962" sldId="283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3201941291" sldId="284"/>
        </pc:sldMkLst>
      </pc:sldChg>
      <pc:sldChg chg="modSp new mod">
        <pc:chgData name="Patrick Merritt" userId="b92c223c-8880-48c6-9b0c-d25ee1bca468" providerId="ADAL" clId="{FC3677FD-5D87-43E9-A71A-9AA53A82D2C2}" dt="2023-12-18T13:28:30.921" v="5966" actId="20577"/>
        <pc:sldMkLst>
          <pc:docMk/>
          <pc:sldMk cId="3507591953" sldId="284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472658482" sldId="285"/>
        </pc:sldMkLst>
      </pc:sldChg>
      <pc:sldChg chg="modSp new mod">
        <pc:chgData name="Patrick Merritt" userId="b92c223c-8880-48c6-9b0c-d25ee1bca468" providerId="ADAL" clId="{FC3677FD-5D87-43E9-A71A-9AA53A82D2C2}" dt="2023-12-18T13:29:31.921" v="6041" actId="20577"/>
        <pc:sldMkLst>
          <pc:docMk/>
          <pc:sldMk cId="2706905928" sldId="285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2060456983" sldId="286"/>
        </pc:sldMkLst>
      </pc:sldChg>
      <pc:sldChg chg="modSp new mod">
        <pc:chgData name="Patrick Merritt" userId="b92c223c-8880-48c6-9b0c-d25ee1bca468" providerId="ADAL" clId="{FC3677FD-5D87-43E9-A71A-9AA53A82D2C2}" dt="2023-12-18T13:39:20.505" v="6767" actId="20577"/>
        <pc:sldMkLst>
          <pc:docMk/>
          <pc:sldMk cId="3761621274" sldId="286"/>
        </pc:sldMkLst>
      </pc:sldChg>
      <pc:sldChg chg="modSp new mod">
        <pc:chgData name="Patrick Merritt" userId="b92c223c-8880-48c6-9b0c-d25ee1bca468" providerId="ADAL" clId="{FC3677FD-5D87-43E9-A71A-9AA53A82D2C2}" dt="2023-12-18T13:42:07.776" v="6913" actId="20577"/>
        <pc:sldMkLst>
          <pc:docMk/>
          <pc:sldMk cId="405829582" sldId="287"/>
        </pc:sldMkLst>
      </pc:sldChg>
      <pc:sldChg chg="del">
        <pc:chgData name="Patrick Merritt" userId="b92c223c-8880-48c6-9b0c-d25ee1bca468" providerId="ADAL" clId="{FC3677FD-5D87-43E9-A71A-9AA53A82D2C2}" dt="2023-12-18T12:22:07.190" v="2" actId="47"/>
        <pc:sldMkLst>
          <pc:docMk/>
          <pc:sldMk cId="4109730789" sldId="287"/>
        </pc:sldMkLst>
      </pc:sldChg>
      <pc:sldChg chg="modSp new mod">
        <pc:chgData name="Patrick Merritt" userId="b92c223c-8880-48c6-9b0c-d25ee1bca468" providerId="ADAL" clId="{FC3677FD-5D87-43E9-A71A-9AA53A82D2C2}" dt="2023-12-18T13:46:21.594" v="7165" actId="20577"/>
        <pc:sldMkLst>
          <pc:docMk/>
          <pc:sldMk cId="2928451974" sldId="288"/>
        </pc:sldMkLst>
      </pc:sldChg>
    </pc:docChg>
  </pc:docChgLst>
  <pc:docChgLst>
    <pc:chgData name="Patrick Merritt" userId="b92c223c-8880-48c6-9b0c-d25ee1bca468" providerId="ADAL" clId="{25637283-C8EB-455D-B077-C4092FB35210}"/>
    <pc:docChg chg="undo custSel addSld delSld modSld">
      <pc:chgData name="Patrick Merritt" userId="b92c223c-8880-48c6-9b0c-d25ee1bca468" providerId="ADAL" clId="{25637283-C8EB-455D-B077-C4092FB35210}" dt="2024-02-28T10:51:47.775" v="3962" actId="5793"/>
      <pc:docMkLst>
        <pc:docMk/>
      </pc:docMkLst>
      <pc:sldChg chg="modSp mod">
        <pc:chgData name="Patrick Merritt" userId="b92c223c-8880-48c6-9b0c-d25ee1bca468" providerId="ADAL" clId="{25637283-C8EB-455D-B077-C4092FB35210}" dt="2024-02-28T08:13:00.063" v="1" actId="20577"/>
        <pc:sldMkLst>
          <pc:docMk/>
          <pc:sldMk cId="357346659" sldId="256"/>
        </pc:sldMkLst>
      </pc:sldChg>
      <pc:sldChg chg="modSp mod">
        <pc:chgData name="Patrick Merritt" userId="b92c223c-8880-48c6-9b0c-d25ee1bca468" providerId="ADAL" clId="{25637283-C8EB-455D-B077-C4092FB35210}" dt="2024-02-28T08:27:59.582" v="30" actId="20577"/>
        <pc:sldMkLst>
          <pc:docMk/>
          <pc:sldMk cId="4090023474" sldId="259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3220211011" sldId="260"/>
        </pc:sldMkLst>
      </pc:sldChg>
      <pc:sldChg chg="modSp new mod">
        <pc:chgData name="Patrick Merritt" userId="b92c223c-8880-48c6-9b0c-d25ee1bca468" providerId="ADAL" clId="{25637283-C8EB-455D-B077-C4092FB35210}" dt="2024-02-28T08:35:32.532" v="367" actId="20577"/>
        <pc:sldMkLst>
          <pc:docMk/>
          <pc:sldMk cId="3569512027" sldId="260"/>
        </pc:sldMkLst>
      </pc:sldChg>
      <pc:sldChg chg="addSp delSp modSp new mod modClrScheme chgLayout">
        <pc:chgData name="Patrick Merritt" userId="b92c223c-8880-48c6-9b0c-d25ee1bca468" providerId="ADAL" clId="{25637283-C8EB-455D-B077-C4092FB35210}" dt="2024-02-28T08:34:36.544" v="359" actId="20577"/>
        <pc:sldMkLst>
          <pc:docMk/>
          <pc:sldMk cId="2373401095" sldId="261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4255940389" sldId="261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194009912" sldId="262"/>
        </pc:sldMkLst>
      </pc:sldChg>
      <pc:sldChg chg="addSp delSp new mod modClrScheme chgLayout">
        <pc:chgData name="Patrick Merritt" userId="b92c223c-8880-48c6-9b0c-d25ee1bca468" providerId="ADAL" clId="{25637283-C8EB-455D-B077-C4092FB35210}" dt="2024-02-28T08:36:50.798" v="370" actId="22"/>
        <pc:sldMkLst>
          <pc:docMk/>
          <pc:sldMk cId="267534423" sldId="262"/>
        </pc:sldMkLst>
      </pc:sldChg>
      <pc:sldChg chg="addSp delSp modSp new mod modClrScheme chgLayout">
        <pc:chgData name="Patrick Merritt" userId="b92c223c-8880-48c6-9b0c-d25ee1bca468" providerId="ADAL" clId="{25637283-C8EB-455D-B077-C4092FB35210}" dt="2024-02-28T08:49:49.907" v="531" actId="20577"/>
        <pc:sldMkLst>
          <pc:docMk/>
          <pc:sldMk cId="3616242699" sldId="263"/>
        </pc:sldMkLst>
      </pc:sldChg>
      <pc:sldChg chg="addSp delSp modSp new mod modClrScheme chgLayout">
        <pc:chgData name="Patrick Merritt" userId="b92c223c-8880-48c6-9b0c-d25ee1bca468" providerId="ADAL" clId="{25637283-C8EB-455D-B077-C4092FB35210}" dt="2024-02-28T08:50:42.057" v="538" actId="22"/>
        <pc:sldMkLst>
          <pc:docMk/>
          <pc:sldMk cId="999326190" sldId="264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1381975443" sldId="264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1646518234" sldId="265"/>
        </pc:sldMkLst>
      </pc:sldChg>
      <pc:sldChg chg="addSp modSp new mod">
        <pc:chgData name="Patrick Merritt" userId="b92c223c-8880-48c6-9b0c-d25ee1bca468" providerId="ADAL" clId="{25637283-C8EB-455D-B077-C4092FB35210}" dt="2024-02-28T08:51:36.743" v="609" actId="20577"/>
        <pc:sldMkLst>
          <pc:docMk/>
          <pc:sldMk cId="3494792815" sldId="265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899640561" sldId="266"/>
        </pc:sldMkLst>
      </pc:sldChg>
      <pc:sldChg chg="addSp delSp modSp new mod modClrScheme chgLayout">
        <pc:chgData name="Patrick Merritt" userId="b92c223c-8880-48c6-9b0c-d25ee1bca468" providerId="ADAL" clId="{25637283-C8EB-455D-B077-C4092FB35210}" dt="2024-02-28T08:53:55.467" v="724" actId="20577"/>
        <pc:sldMkLst>
          <pc:docMk/>
          <pc:sldMk cId="1079950984" sldId="266"/>
        </pc:sldMkLst>
      </pc:sldChg>
      <pc:sldChg chg="addSp delSp modSp new mod modClrScheme chgLayout">
        <pc:chgData name="Patrick Merritt" userId="b92c223c-8880-48c6-9b0c-d25ee1bca468" providerId="ADAL" clId="{25637283-C8EB-455D-B077-C4092FB35210}" dt="2024-02-28T08:55:32.830" v="731" actId="22"/>
        <pc:sldMkLst>
          <pc:docMk/>
          <pc:sldMk cId="1717678091" sldId="267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1828174363" sldId="267"/>
        </pc:sldMkLst>
      </pc:sldChg>
      <pc:sldChg chg="addSp delSp modSp new mod modClrScheme chgLayout">
        <pc:chgData name="Patrick Merritt" userId="b92c223c-8880-48c6-9b0c-d25ee1bca468" providerId="ADAL" clId="{25637283-C8EB-455D-B077-C4092FB35210}" dt="2024-02-28T09:16:26.487" v="2690" actId="20577"/>
        <pc:sldMkLst>
          <pc:docMk/>
          <pc:sldMk cId="1400080146" sldId="268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4070213266" sldId="268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201773658" sldId="269"/>
        </pc:sldMkLst>
      </pc:sldChg>
      <pc:sldChg chg="modSp new mod">
        <pc:chgData name="Patrick Merritt" userId="b92c223c-8880-48c6-9b0c-d25ee1bca468" providerId="ADAL" clId="{25637283-C8EB-455D-B077-C4092FB35210}" dt="2024-02-28T09:19:34.843" v="2828" actId="20577"/>
        <pc:sldMkLst>
          <pc:docMk/>
          <pc:sldMk cId="2112717936" sldId="269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2551126643" sldId="270"/>
        </pc:sldMkLst>
      </pc:sldChg>
      <pc:sldChg chg="addSp delSp modSp new mod">
        <pc:chgData name="Patrick Merritt" userId="b92c223c-8880-48c6-9b0c-d25ee1bca468" providerId="ADAL" clId="{25637283-C8EB-455D-B077-C4092FB35210}" dt="2024-02-28T09:04:38.689" v="1271" actId="20577"/>
        <pc:sldMkLst>
          <pc:docMk/>
          <pc:sldMk cId="4037738653" sldId="270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2686793011" sldId="271"/>
        </pc:sldMkLst>
      </pc:sldChg>
      <pc:sldChg chg="modSp new mod">
        <pc:chgData name="Patrick Merritt" userId="b92c223c-8880-48c6-9b0c-d25ee1bca468" providerId="ADAL" clId="{25637283-C8EB-455D-B077-C4092FB35210}" dt="2024-02-28T09:08:54.911" v="2040" actId="20577"/>
        <pc:sldMkLst>
          <pc:docMk/>
          <pc:sldMk cId="3438953258" sldId="271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28505729" sldId="272"/>
        </pc:sldMkLst>
      </pc:sldChg>
      <pc:sldChg chg="addSp delSp modSp new mod modClrScheme chgLayout">
        <pc:chgData name="Patrick Merritt" userId="b92c223c-8880-48c6-9b0c-d25ee1bca468" providerId="ADAL" clId="{25637283-C8EB-455D-B077-C4092FB35210}" dt="2024-02-28T09:09:23.104" v="2085" actId="20577"/>
        <pc:sldMkLst>
          <pc:docMk/>
          <pc:sldMk cId="1402157570" sldId="272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856013186" sldId="273"/>
        </pc:sldMkLst>
      </pc:sldChg>
      <pc:sldChg chg="addSp delSp modSp new mod modClrScheme chgLayout">
        <pc:chgData name="Patrick Merritt" userId="b92c223c-8880-48c6-9b0c-d25ee1bca468" providerId="ADAL" clId="{25637283-C8EB-455D-B077-C4092FB35210}" dt="2024-02-28T09:10:08.731" v="2126" actId="20577"/>
        <pc:sldMkLst>
          <pc:docMk/>
          <pc:sldMk cId="1934888768" sldId="273"/>
        </pc:sldMkLst>
      </pc:sldChg>
      <pc:sldChg chg="addSp delSp modSp new mod modClrScheme chgLayout">
        <pc:chgData name="Patrick Merritt" userId="b92c223c-8880-48c6-9b0c-d25ee1bca468" providerId="ADAL" clId="{25637283-C8EB-455D-B077-C4092FB35210}" dt="2024-02-28T09:12:32.704" v="2512"/>
        <pc:sldMkLst>
          <pc:docMk/>
          <pc:sldMk cId="2091103060" sldId="274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2735444027" sldId="274"/>
        </pc:sldMkLst>
      </pc:sldChg>
      <pc:sldChg chg="addSp modSp add mod">
        <pc:chgData name="Patrick Merritt" userId="b92c223c-8880-48c6-9b0c-d25ee1bca468" providerId="ADAL" clId="{25637283-C8EB-455D-B077-C4092FB35210}" dt="2024-02-28T09:15:55.392" v="2660" actId="20577"/>
        <pc:sldMkLst>
          <pc:docMk/>
          <pc:sldMk cId="2974521360" sldId="275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3564156289" sldId="275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1200111887" sldId="276"/>
        </pc:sldMkLst>
      </pc:sldChg>
      <pc:sldChg chg="addSp delSp modSp new mod">
        <pc:chgData name="Patrick Merritt" userId="b92c223c-8880-48c6-9b0c-d25ee1bca468" providerId="ADAL" clId="{25637283-C8EB-455D-B077-C4092FB35210}" dt="2024-02-28T09:18:03.233" v="2735" actId="14100"/>
        <pc:sldMkLst>
          <pc:docMk/>
          <pc:sldMk cId="2625136815" sldId="276"/>
        </pc:sldMkLst>
      </pc:sldChg>
      <pc:sldChg chg="addSp delSp modSp new mod">
        <pc:chgData name="Patrick Merritt" userId="b92c223c-8880-48c6-9b0c-d25ee1bca468" providerId="ADAL" clId="{25637283-C8EB-455D-B077-C4092FB35210}" dt="2024-02-28T09:25:01.080" v="2868" actId="1076"/>
        <pc:sldMkLst>
          <pc:docMk/>
          <pc:sldMk cId="2692410870" sldId="277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1260970175" sldId="278"/>
        </pc:sldMkLst>
      </pc:sldChg>
      <pc:sldChg chg="addSp delSp modSp new mod">
        <pc:chgData name="Patrick Merritt" userId="b92c223c-8880-48c6-9b0c-d25ee1bca468" providerId="ADAL" clId="{25637283-C8EB-455D-B077-C4092FB35210}" dt="2024-02-28T09:27:58.893" v="2912" actId="1076"/>
        <pc:sldMkLst>
          <pc:docMk/>
          <pc:sldMk cId="1610835265" sldId="278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1562694714" sldId="279"/>
        </pc:sldMkLst>
      </pc:sldChg>
      <pc:sldChg chg="addSp delSp modSp new mod modClrScheme chgLayout">
        <pc:chgData name="Patrick Merritt" userId="b92c223c-8880-48c6-9b0c-d25ee1bca468" providerId="ADAL" clId="{25637283-C8EB-455D-B077-C4092FB35210}" dt="2024-02-28T09:32:07.360" v="3227" actId="20577"/>
        <pc:sldMkLst>
          <pc:docMk/>
          <pc:sldMk cId="3056776035" sldId="279"/>
        </pc:sldMkLst>
      </pc:sldChg>
      <pc:sldChg chg="addSp delSp modSp new mod modClrScheme chgLayout">
        <pc:chgData name="Patrick Merritt" userId="b92c223c-8880-48c6-9b0c-d25ee1bca468" providerId="ADAL" clId="{25637283-C8EB-455D-B077-C4092FB35210}" dt="2024-02-28T09:34:26.299" v="3274" actId="1076"/>
        <pc:sldMkLst>
          <pc:docMk/>
          <pc:sldMk cId="958348644" sldId="280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2989599628" sldId="280"/>
        </pc:sldMkLst>
      </pc:sldChg>
      <pc:sldChg chg="addSp delSp modSp new mod modClrScheme chgLayout">
        <pc:chgData name="Patrick Merritt" userId="b92c223c-8880-48c6-9b0c-d25ee1bca468" providerId="ADAL" clId="{25637283-C8EB-455D-B077-C4092FB35210}" dt="2024-02-28T09:53:30.523" v="3367" actId="20577"/>
        <pc:sldMkLst>
          <pc:docMk/>
          <pc:sldMk cId="3009848713" sldId="281"/>
        </pc:sldMkLst>
      </pc:sldChg>
      <pc:sldChg chg="del">
        <pc:chgData name="Patrick Merritt" userId="b92c223c-8880-48c6-9b0c-d25ee1bca468" providerId="ADAL" clId="{25637283-C8EB-455D-B077-C4092FB35210}" dt="2024-02-28T08:13:08.940" v="2" actId="47"/>
        <pc:sldMkLst>
          <pc:docMk/>
          <pc:sldMk cId="4176621276" sldId="281"/>
        </pc:sldMkLst>
      </pc:sldChg>
      <pc:sldChg chg="addSp delSp modSp new mod modClrScheme chgLayout">
        <pc:chgData name="Patrick Merritt" userId="b92c223c-8880-48c6-9b0c-d25ee1bca468" providerId="ADAL" clId="{25637283-C8EB-455D-B077-C4092FB35210}" dt="2024-02-28T09:57:14.490" v="3387" actId="20577"/>
        <pc:sldMkLst>
          <pc:docMk/>
          <pc:sldMk cId="1064862004" sldId="282"/>
        </pc:sldMkLst>
      </pc:sldChg>
      <pc:sldChg chg="addSp delSp modSp new mod">
        <pc:chgData name="Patrick Merritt" userId="b92c223c-8880-48c6-9b0c-d25ee1bca468" providerId="ADAL" clId="{25637283-C8EB-455D-B077-C4092FB35210}" dt="2024-02-28T10:03:28.512" v="3507" actId="1076"/>
        <pc:sldMkLst>
          <pc:docMk/>
          <pc:sldMk cId="3015757081" sldId="283"/>
        </pc:sldMkLst>
      </pc:sldChg>
      <pc:sldChg chg="addSp delSp modSp new mod">
        <pc:chgData name="Patrick Merritt" userId="b92c223c-8880-48c6-9b0c-d25ee1bca468" providerId="ADAL" clId="{25637283-C8EB-455D-B077-C4092FB35210}" dt="2024-02-28T10:02:20.182" v="3484" actId="20577"/>
        <pc:sldMkLst>
          <pc:docMk/>
          <pc:sldMk cId="132292203" sldId="284"/>
        </pc:sldMkLst>
      </pc:sldChg>
      <pc:sldChg chg="addSp delSp modSp new mod">
        <pc:chgData name="Patrick Merritt" userId="b92c223c-8880-48c6-9b0c-d25ee1bca468" providerId="ADAL" clId="{25637283-C8EB-455D-B077-C4092FB35210}" dt="2024-02-28T10:20:26.559" v="3801" actId="22"/>
        <pc:sldMkLst>
          <pc:docMk/>
          <pc:sldMk cId="1353253882" sldId="285"/>
        </pc:sldMkLst>
      </pc:sldChg>
      <pc:sldChg chg="addSp delSp modSp new mod">
        <pc:chgData name="Patrick Merritt" userId="b92c223c-8880-48c6-9b0c-d25ee1bca468" providerId="ADAL" clId="{25637283-C8EB-455D-B077-C4092FB35210}" dt="2024-02-28T10:19:44.773" v="3781"/>
        <pc:sldMkLst>
          <pc:docMk/>
          <pc:sldMk cId="1890071987" sldId="286"/>
        </pc:sldMkLst>
      </pc:sldChg>
      <pc:sldChg chg="addSp delSp modSp new mod">
        <pc:chgData name="Patrick Merritt" userId="b92c223c-8880-48c6-9b0c-d25ee1bca468" providerId="ADAL" clId="{25637283-C8EB-455D-B077-C4092FB35210}" dt="2024-02-28T10:22:37.711" v="3828" actId="20577"/>
        <pc:sldMkLst>
          <pc:docMk/>
          <pc:sldMk cId="3460072270" sldId="287"/>
        </pc:sldMkLst>
      </pc:sldChg>
      <pc:sldChg chg="addSp delSp modSp new mod">
        <pc:chgData name="Patrick Merritt" userId="b92c223c-8880-48c6-9b0c-d25ee1bca468" providerId="ADAL" clId="{25637283-C8EB-455D-B077-C4092FB35210}" dt="2024-02-28T10:30:52.133" v="3879" actId="20577"/>
        <pc:sldMkLst>
          <pc:docMk/>
          <pc:sldMk cId="1762301233" sldId="288"/>
        </pc:sldMkLst>
      </pc:sldChg>
      <pc:sldChg chg="addSp delSp modSp new mod">
        <pc:chgData name="Patrick Merritt" userId="b92c223c-8880-48c6-9b0c-d25ee1bca468" providerId="ADAL" clId="{25637283-C8EB-455D-B077-C4092FB35210}" dt="2024-02-28T10:31:47.885" v="3900" actId="5793"/>
        <pc:sldMkLst>
          <pc:docMk/>
          <pc:sldMk cId="480151300" sldId="289"/>
        </pc:sldMkLst>
      </pc:sldChg>
      <pc:sldChg chg="addSp delSp modSp add mod">
        <pc:chgData name="Patrick Merritt" userId="b92c223c-8880-48c6-9b0c-d25ee1bca468" providerId="ADAL" clId="{25637283-C8EB-455D-B077-C4092FB35210}" dt="2024-02-28T10:41:54.035" v="3939" actId="22"/>
        <pc:sldMkLst>
          <pc:docMk/>
          <pc:sldMk cId="1119150662" sldId="290"/>
        </pc:sldMkLst>
      </pc:sldChg>
      <pc:sldChg chg="addSp delSp modSp new mod">
        <pc:chgData name="Patrick Merritt" userId="b92c223c-8880-48c6-9b0c-d25ee1bca468" providerId="ADAL" clId="{25637283-C8EB-455D-B077-C4092FB35210}" dt="2024-02-28T10:51:47.775" v="3962" actId="5793"/>
        <pc:sldMkLst>
          <pc:docMk/>
          <pc:sldMk cId="1001096454" sldId="291"/>
        </pc:sldMkLst>
      </pc:sldChg>
    </pc:docChg>
  </pc:docChgLst>
  <pc:docChgLst>
    <pc:chgData name="Patrick Merritt" userId="b92c223c-8880-48c6-9b0c-d25ee1bca468" providerId="ADAL" clId="{42DF792E-68D2-4FFB-8006-997EE746745C}"/>
    <pc:docChg chg="undo custSel addSld delSld modSld">
      <pc:chgData name="Patrick Merritt" userId="b92c223c-8880-48c6-9b0c-d25ee1bca468" providerId="ADAL" clId="{42DF792E-68D2-4FFB-8006-997EE746745C}" dt="2023-12-19T15:01:45.813" v="1809" actId="20577"/>
      <pc:docMkLst>
        <pc:docMk/>
      </pc:docMkLst>
      <pc:sldChg chg="modSp mod">
        <pc:chgData name="Patrick Merritt" userId="b92c223c-8880-48c6-9b0c-d25ee1bca468" providerId="ADAL" clId="{42DF792E-68D2-4FFB-8006-997EE746745C}" dt="2023-12-19T14:56:12.785" v="1263"/>
        <pc:sldMkLst>
          <pc:docMk/>
          <pc:sldMk cId="4090023474" sldId="257"/>
        </pc:sldMkLst>
      </pc:sldChg>
      <pc:sldChg chg="modSp new mod">
        <pc:chgData name="Patrick Merritt" userId="b92c223c-8880-48c6-9b0c-d25ee1bca468" providerId="ADAL" clId="{42DF792E-68D2-4FFB-8006-997EE746745C}" dt="2023-12-19T14:56:12.785" v="1263"/>
        <pc:sldMkLst>
          <pc:docMk/>
          <pc:sldMk cId="1102325555" sldId="258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4006123558" sldId="258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3288268294" sldId="259"/>
        </pc:sldMkLst>
      </pc:sldChg>
      <pc:sldChg chg="modSp new mod">
        <pc:chgData name="Patrick Merritt" userId="b92c223c-8880-48c6-9b0c-d25ee1bca468" providerId="ADAL" clId="{42DF792E-68D2-4FFB-8006-997EE746745C}" dt="2023-12-19T14:56:12.785" v="1263"/>
        <pc:sldMkLst>
          <pc:docMk/>
          <pc:sldMk cId="3764636564" sldId="259"/>
        </pc:sldMkLst>
      </pc:sldChg>
      <pc:sldChg chg="modSp new mod">
        <pc:chgData name="Patrick Merritt" userId="b92c223c-8880-48c6-9b0c-d25ee1bca468" providerId="ADAL" clId="{42DF792E-68D2-4FFB-8006-997EE746745C}" dt="2023-12-19T14:56:12.785" v="1263"/>
        <pc:sldMkLst>
          <pc:docMk/>
          <pc:sldMk cId="1075416141" sldId="260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3739289295" sldId="260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14204195" sldId="261"/>
        </pc:sldMkLst>
      </pc:sldChg>
      <pc:sldChg chg="addSp delSp modSp new mod modClrScheme chgLayout">
        <pc:chgData name="Patrick Merritt" userId="b92c223c-8880-48c6-9b0c-d25ee1bca468" providerId="ADAL" clId="{42DF792E-68D2-4FFB-8006-997EE746745C}" dt="2023-12-19T13:53:38.770" v="907" actId="732"/>
        <pc:sldMkLst>
          <pc:docMk/>
          <pc:sldMk cId="3983270316" sldId="261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2261975854" sldId="262"/>
        </pc:sldMkLst>
      </pc:sldChg>
      <pc:sldChg chg="modSp new del mod">
        <pc:chgData name="Patrick Merritt" userId="b92c223c-8880-48c6-9b0c-d25ee1bca468" providerId="ADAL" clId="{42DF792E-68D2-4FFB-8006-997EE746745C}" dt="2023-12-19T13:38:55.937" v="562" actId="47"/>
        <pc:sldMkLst>
          <pc:docMk/>
          <pc:sldMk cId="2673607205" sldId="262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1196658162" sldId="263"/>
        </pc:sldMkLst>
      </pc:sldChg>
      <pc:sldChg chg="modSp add mod">
        <pc:chgData name="Patrick Merritt" userId="b92c223c-8880-48c6-9b0c-d25ee1bca468" providerId="ADAL" clId="{42DF792E-68D2-4FFB-8006-997EE746745C}" dt="2023-12-19T14:56:12.785" v="1263"/>
        <pc:sldMkLst>
          <pc:docMk/>
          <pc:sldMk cId="3193418125" sldId="263"/>
        </pc:sldMkLst>
      </pc:sldChg>
      <pc:sldChg chg="addSp modSp add mod">
        <pc:chgData name="Patrick Merritt" userId="b92c223c-8880-48c6-9b0c-d25ee1bca468" providerId="ADAL" clId="{42DF792E-68D2-4FFB-8006-997EE746745C}" dt="2023-12-19T13:53:29.450" v="906" actId="732"/>
        <pc:sldMkLst>
          <pc:docMk/>
          <pc:sldMk cId="2475839904" sldId="264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2629441607" sldId="264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3852430347" sldId="265"/>
        </pc:sldMkLst>
      </pc:sldChg>
      <pc:sldChg chg="addSp modSp new mod">
        <pc:chgData name="Patrick Merritt" userId="b92c223c-8880-48c6-9b0c-d25ee1bca468" providerId="ADAL" clId="{42DF792E-68D2-4FFB-8006-997EE746745C}" dt="2023-12-19T13:53:21.353" v="905" actId="732"/>
        <pc:sldMkLst>
          <pc:docMk/>
          <pc:sldMk cId="4220806833" sldId="265"/>
        </pc:sldMkLst>
      </pc:sldChg>
      <pc:sldChg chg="addSp delSp modSp add mod">
        <pc:chgData name="Patrick Merritt" userId="b92c223c-8880-48c6-9b0c-d25ee1bca468" providerId="ADAL" clId="{42DF792E-68D2-4FFB-8006-997EE746745C}" dt="2023-12-19T13:53:14.748" v="904" actId="732"/>
        <pc:sldMkLst>
          <pc:docMk/>
          <pc:sldMk cId="1204821529" sldId="266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2143789540" sldId="266"/>
        </pc:sldMkLst>
      </pc:sldChg>
      <pc:sldChg chg="addSp delSp modSp add mod">
        <pc:chgData name="Patrick Merritt" userId="b92c223c-8880-48c6-9b0c-d25ee1bca468" providerId="ADAL" clId="{42DF792E-68D2-4FFB-8006-997EE746745C}" dt="2023-12-19T13:53:04.584" v="903" actId="732"/>
        <pc:sldMkLst>
          <pc:docMk/>
          <pc:sldMk cId="138283189" sldId="267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1624448114" sldId="267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940620572" sldId="268"/>
        </pc:sldMkLst>
      </pc:sldChg>
      <pc:sldChg chg="addSp delSp modSp add mod">
        <pc:chgData name="Patrick Merritt" userId="b92c223c-8880-48c6-9b0c-d25ee1bca468" providerId="ADAL" clId="{42DF792E-68D2-4FFB-8006-997EE746745C}" dt="2023-12-19T13:52:47.692" v="902" actId="732"/>
        <pc:sldMkLst>
          <pc:docMk/>
          <pc:sldMk cId="2606323532" sldId="268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437213477" sldId="269"/>
        </pc:sldMkLst>
      </pc:sldChg>
      <pc:sldChg chg="addSp new mod">
        <pc:chgData name="Patrick Merritt" userId="b92c223c-8880-48c6-9b0c-d25ee1bca468" providerId="ADAL" clId="{42DF792E-68D2-4FFB-8006-997EE746745C}" dt="2023-12-19T14:11:20.113" v="909" actId="22"/>
        <pc:sldMkLst>
          <pc:docMk/>
          <pc:sldMk cId="3067296891" sldId="269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2364181911" sldId="270"/>
        </pc:sldMkLst>
      </pc:sldChg>
      <pc:sldChg chg="addSp delSp modSp new mod">
        <pc:chgData name="Patrick Merritt" userId="b92c223c-8880-48c6-9b0c-d25ee1bca468" providerId="ADAL" clId="{42DF792E-68D2-4FFB-8006-997EE746745C}" dt="2023-12-19T14:18:19.306" v="919" actId="18131"/>
        <pc:sldMkLst>
          <pc:docMk/>
          <pc:sldMk cId="3000209206" sldId="270"/>
        </pc:sldMkLst>
      </pc:sldChg>
      <pc:sldChg chg="addSp delSp modSp new mod">
        <pc:chgData name="Patrick Merritt" userId="b92c223c-8880-48c6-9b0c-d25ee1bca468" providerId="ADAL" clId="{42DF792E-68D2-4FFB-8006-997EE746745C}" dt="2023-12-19T14:20:28.901" v="930" actId="1076"/>
        <pc:sldMkLst>
          <pc:docMk/>
          <pc:sldMk cId="27238211" sldId="271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1401724132" sldId="271"/>
        </pc:sldMkLst>
      </pc:sldChg>
      <pc:sldChg chg="addSp modSp new mod">
        <pc:chgData name="Patrick Merritt" userId="b92c223c-8880-48c6-9b0c-d25ee1bca468" providerId="ADAL" clId="{42DF792E-68D2-4FFB-8006-997EE746745C}" dt="2023-12-19T14:22:02.396" v="954" actId="207"/>
        <pc:sldMkLst>
          <pc:docMk/>
          <pc:sldMk cId="1382082173" sldId="272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1649526996" sldId="272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2182712779" sldId="273"/>
        </pc:sldMkLst>
      </pc:sldChg>
      <pc:sldChg chg="addSp modSp new mod">
        <pc:chgData name="Patrick Merritt" userId="b92c223c-8880-48c6-9b0c-d25ee1bca468" providerId="ADAL" clId="{42DF792E-68D2-4FFB-8006-997EE746745C}" dt="2023-12-19T14:24:20.008" v="959" actId="1076"/>
        <pc:sldMkLst>
          <pc:docMk/>
          <pc:sldMk cId="4199535154" sldId="273"/>
        </pc:sldMkLst>
      </pc:sldChg>
      <pc:sldChg chg="addSp new mod">
        <pc:chgData name="Patrick Merritt" userId="b92c223c-8880-48c6-9b0c-d25ee1bca468" providerId="ADAL" clId="{42DF792E-68D2-4FFB-8006-997EE746745C}" dt="2023-12-19T14:25:16.057" v="961" actId="22"/>
        <pc:sldMkLst>
          <pc:docMk/>
          <pc:sldMk cId="237246477" sldId="274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298367199" sldId="274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2886003805" sldId="275"/>
        </pc:sldMkLst>
      </pc:sldChg>
      <pc:sldChg chg="addSp delSp modSp new mod">
        <pc:chgData name="Patrick Merritt" userId="b92c223c-8880-48c6-9b0c-d25ee1bca468" providerId="ADAL" clId="{42DF792E-68D2-4FFB-8006-997EE746745C}" dt="2023-12-19T14:35:19.843" v="970" actId="14100"/>
        <pc:sldMkLst>
          <pc:docMk/>
          <pc:sldMk cId="3585922048" sldId="275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367257206" sldId="276"/>
        </pc:sldMkLst>
      </pc:sldChg>
      <pc:sldChg chg="addSp delSp modSp new mod modClrScheme chgLayout">
        <pc:chgData name="Patrick Merritt" userId="b92c223c-8880-48c6-9b0c-d25ee1bca468" providerId="ADAL" clId="{42DF792E-68D2-4FFB-8006-997EE746745C}" dt="2023-12-19T14:56:12.785" v="1263"/>
        <pc:sldMkLst>
          <pc:docMk/>
          <pc:sldMk cId="1987770348" sldId="276"/>
        </pc:sldMkLst>
      </pc:sldChg>
      <pc:sldChg chg="addSp delSp modSp new mod modClrScheme chgLayout">
        <pc:chgData name="Patrick Merritt" userId="b92c223c-8880-48c6-9b0c-d25ee1bca468" providerId="ADAL" clId="{42DF792E-68D2-4FFB-8006-997EE746745C}" dt="2023-12-19T14:57:12.502" v="1335" actId="207"/>
        <pc:sldMkLst>
          <pc:docMk/>
          <pc:sldMk cId="1190732726" sldId="277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2877363793" sldId="277"/>
        </pc:sldMkLst>
      </pc:sldChg>
      <pc:sldChg chg="addSp modSp new mod modClrScheme chgLayout">
        <pc:chgData name="Patrick Merritt" userId="b92c223c-8880-48c6-9b0c-d25ee1bca468" providerId="ADAL" clId="{42DF792E-68D2-4FFB-8006-997EE746745C}" dt="2023-12-19T15:01:45.813" v="1809" actId="20577"/>
        <pc:sldMkLst>
          <pc:docMk/>
          <pc:sldMk cId="1056294071" sldId="278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2630142546" sldId="278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2669978787" sldId="279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2683611571" sldId="280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3519961626" sldId="281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1834705654" sldId="283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3507591953" sldId="284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2706905928" sldId="285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3761621274" sldId="286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405829582" sldId="287"/>
        </pc:sldMkLst>
      </pc:sldChg>
      <pc:sldChg chg="del">
        <pc:chgData name="Patrick Merritt" userId="b92c223c-8880-48c6-9b0c-d25ee1bca468" providerId="ADAL" clId="{42DF792E-68D2-4FFB-8006-997EE746745C}" dt="2023-12-19T13:33:44.712" v="65" actId="47"/>
        <pc:sldMkLst>
          <pc:docMk/>
          <pc:sldMk cId="2928451974" sldId="288"/>
        </pc:sldMkLst>
      </pc:sldChg>
    </pc:docChg>
  </pc:docChgLst>
  <pc:docChgLst>
    <pc:chgData name="Patrick Merritt" userId="b92c223c-8880-48c6-9b0c-d25ee1bca468" providerId="ADAL" clId="{B0BA8528-E698-4F37-A56B-EBD14F798BD9}"/>
    <pc:docChg chg="custSel modSld">
      <pc:chgData name="Patrick Merritt" userId="b92c223c-8880-48c6-9b0c-d25ee1bca468" providerId="ADAL" clId="{B0BA8528-E698-4F37-A56B-EBD14F798BD9}" dt="2023-12-19T13:31:42.567" v="56" actId="20577"/>
      <pc:docMkLst>
        <pc:docMk/>
      </pc:docMkLst>
      <pc:sldChg chg="modSp mod">
        <pc:chgData name="Patrick Merritt" userId="b92c223c-8880-48c6-9b0c-d25ee1bca468" providerId="ADAL" clId="{B0BA8528-E698-4F37-A56B-EBD14F798BD9}" dt="2023-12-19T13:23:24.167" v="41" actId="20577"/>
        <pc:sldMkLst>
          <pc:docMk/>
          <pc:sldMk cId="357346659" sldId="256"/>
        </pc:sldMkLst>
      </pc:sldChg>
      <pc:sldChg chg="modSp mod">
        <pc:chgData name="Patrick Merritt" userId="b92c223c-8880-48c6-9b0c-d25ee1bca468" providerId="ADAL" clId="{B0BA8528-E698-4F37-A56B-EBD14F798BD9}" dt="2023-12-19T13:31:02.833" v="42" actId="20577"/>
        <pc:sldMkLst>
          <pc:docMk/>
          <pc:sldMk cId="2629441607" sldId="264"/>
        </pc:sldMkLst>
      </pc:sldChg>
      <pc:sldChg chg="modSp mod">
        <pc:chgData name="Patrick Merritt" userId="b92c223c-8880-48c6-9b0c-d25ee1bca468" providerId="ADAL" clId="{B0BA8528-E698-4F37-A56B-EBD14F798BD9}" dt="2023-12-19T13:31:42.567" v="56" actId="20577"/>
        <pc:sldMkLst>
          <pc:docMk/>
          <pc:sldMk cId="3519961626" sldId="281"/>
        </pc:sldMkLst>
      </pc:sldChg>
    </pc:docChg>
  </pc:docChgLst>
  <pc:docChgLst>
    <pc:chgData name="Patrick Merritt" userId="b92c223c-8880-48c6-9b0c-d25ee1bca468" providerId="ADAL" clId="{D384CEBE-BE98-4C3F-8F1E-6AD1F22AE020}"/>
    <pc:docChg chg="undo custSel addSld delSld modSld sldOrd">
      <pc:chgData name="Patrick Merritt" userId="b92c223c-8880-48c6-9b0c-d25ee1bca468" providerId="ADAL" clId="{D384CEBE-BE98-4C3F-8F1E-6AD1F22AE020}" dt="2023-12-14T12:18:09.058" v="6338" actId="207"/>
      <pc:docMkLst>
        <pc:docMk/>
      </pc:docMkLst>
      <pc:sldChg chg="modSp new mod">
        <pc:chgData name="Patrick Merritt" userId="b92c223c-8880-48c6-9b0c-d25ee1bca468" providerId="ADAL" clId="{D384CEBE-BE98-4C3F-8F1E-6AD1F22AE020}" dt="2023-12-14T10:14:26.650" v="107" actId="20577"/>
        <pc:sldMkLst>
          <pc:docMk/>
          <pc:sldMk cId="357346659" sldId="256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832481721" sldId="256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3598668132" sldId="257"/>
        </pc:sldMkLst>
      </pc:sldChg>
      <pc:sldChg chg="modSp new mod">
        <pc:chgData name="Patrick Merritt" userId="b92c223c-8880-48c6-9b0c-d25ee1bca468" providerId="ADAL" clId="{D384CEBE-BE98-4C3F-8F1E-6AD1F22AE020}" dt="2023-12-14T11:05:34.033" v="3710" actId="20577"/>
        <pc:sldMkLst>
          <pc:docMk/>
          <pc:sldMk cId="4090023474" sldId="257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0:17:22.769" v="441" actId="20577"/>
        <pc:sldMkLst>
          <pc:docMk/>
          <pc:sldMk cId="2171259363" sldId="258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36903847" sldId="259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0:22:53.701" v="664" actId="20577"/>
        <pc:sldMkLst>
          <pc:docMk/>
          <pc:sldMk cId="2197901773" sldId="259"/>
        </pc:sldMkLst>
      </pc:sldChg>
      <pc:sldChg chg="modSp add mod">
        <pc:chgData name="Patrick Merritt" userId="b92c223c-8880-48c6-9b0c-d25ee1bca468" providerId="ADAL" clId="{D384CEBE-BE98-4C3F-8F1E-6AD1F22AE020}" dt="2023-12-14T10:24:11.050" v="867" actId="313"/>
        <pc:sldMkLst>
          <pc:docMk/>
          <pc:sldMk cId="3824764564" sldId="260"/>
        </pc:sldMkLst>
      </pc:sldChg>
      <pc:sldChg chg="modSp new mod">
        <pc:chgData name="Patrick Merritt" userId="b92c223c-8880-48c6-9b0c-d25ee1bca468" providerId="ADAL" clId="{D384CEBE-BE98-4C3F-8F1E-6AD1F22AE020}" dt="2023-12-14T10:24:39.111" v="920" actId="5793"/>
        <pc:sldMkLst>
          <pc:docMk/>
          <pc:sldMk cId="1141273340" sldId="261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179843640" sldId="261"/>
        </pc:sldMkLst>
      </pc:sldChg>
      <pc:sldChg chg="new del">
        <pc:chgData name="Patrick Merritt" userId="b92c223c-8880-48c6-9b0c-d25ee1bca468" providerId="ADAL" clId="{D384CEBE-BE98-4C3F-8F1E-6AD1F22AE020}" dt="2023-12-14T10:24:23.260" v="870" actId="47"/>
        <pc:sldMkLst>
          <pc:docMk/>
          <pc:sldMk cId="149360825" sldId="262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171473882" sldId="262"/>
        </pc:sldMkLst>
      </pc:sldChg>
      <pc:sldChg chg="addSp delSp modSp new mod">
        <pc:chgData name="Patrick Merritt" userId="b92c223c-8880-48c6-9b0c-d25ee1bca468" providerId="ADAL" clId="{D384CEBE-BE98-4C3F-8F1E-6AD1F22AE020}" dt="2023-12-14T10:26:15.948" v="1048" actId="20577"/>
        <pc:sldMkLst>
          <pc:docMk/>
          <pc:sldMk cId="3866769334" sldId="262"/>
        </pc:sldMkLst>
      </pc:sldChg>
      <pc:sldChg chg="modSp add mod">
        <pc:chgData name="Patrick Merritt" userId="b92c223c-8880-48c6-9b0c-d25ee1bca468" providerId="ADAL" clId="{D384CEBE-BE98-4C3F-8F1E-6AD1F22AE020}" dt="2023-12-14T10:28:59.611" v="1395" actId="313"/>
        <pc:sldMkLst>
          <pc:docMk/>
          <pc:sldMk cId="635429887" sldId="263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437141227" sldId="264"/>
        </pc:sldMkLst>
      </pc:sldChg>
      <pc:sldChg chg="modSp add mod">
        <pc:chgData name="Patrick Merritt" userId="b92c223c-8880-48c6-9b0c-d25ee1bca468" providerId="ADAL" clId="{D384CEBE-BE98-4C3F-8F1E-6AD1F22AE020}" dt="2023-12-14T10:29:48.614" v="1491" actId="20577"/>
        <pc:sldMkLst>
          <pc:docMk/>
          <pc:sldMk cId="4124873510" sldId="264"/>
        </pc:sldMkLst>
      </pc:sldChg>
      <pc:sldChg chg="modSp new mod">
        <pc:chgData name="Patrick Merritt" userId="b92c223c-8880-48c6-9b0c-d25ee1bca468" providerId="ADAL" clId="{D384CEBE-BE98-4C3F-8F1E-6AD1F22AE020}" dt="2023-12-14T10:34:50.798" v="1832" actId="20577"/>
        <pc:sldMkLst>
          <pc:docMk/>
          <pc:sldMk cId="1324938249" sldId="265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109185629" sldId="265"/>
        </pc:sldMkLst>
      </pc:sldChg>
      <pc:sldChg chg="modSp new mod">
        <pc:chgData name="Patrick Merritt" userId="b92c223c-8880-48c6-9b0c-d25ee1bca468" providerId="ADAL" clId="{D384CEBE-BE98-4C3F-8F1E-6AD1F22AE020}" dt="2023-12-14T10:35:34.002" v="1934" actId="20577"/>
        <pc:sldMkLst>
          <pc:docMk/>
          <pc:sldMk cId="1897488428" sldId="266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768969185" sldId="266"/>
        </pc:sldMkLst>
      </pc:sldChg>
      <pc:sldChg chg="addSp delSp modSp add mod">
        <pc:chgData name="Patrick Merritt" userId="b92c223c-8880-48c6-9b0c-d25ee1bca468" providerId="ADAL" clId="{D384CEBE-BE98-4C3F-8F1E-6AD1F22AE020}" dt="2023-12-14T10:39:47.341" v="2200" actId="5793"/>
        <pc:sldMkLst>
          <pc:docMk/>
          <pc:sldMk cId="3565984026" sldId="267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8231087" sldId="268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0:50:19.688" v="2512" actId="20577"/>
        <pc:sldMkLst>
          <pc:docMk/>
          <pc:sldMk cId="466469310" sldId="268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624497700" sldId="269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0:51:37.078" v="2612" actId="20577"/>
        <pc:sldMkLst>
          <pc:docMk/>
          <pc:sldMk cId="4277664154" sldId="269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965830803" sldId="270"/>
        </pc:sldMkLst>
      </pc:sldChg>
      <pc:sldChg chg="addSp delSp modSp new mod ord modClrScheme chgLayout">
        <pc:chgData name="Patrick Merritt" userId="b92c223c-8880-48c6-9b0c-d25ee1bca468" providerId="ADAL" clId="{D384CEBE-BE98-4C3F-8F1E-6AD1F22AE020}" dt="2023-12-14T10:53:34.277" v="2687"/>
        <pc:sldMkLst>
          <pc:docMk/>
          <pc:sldMk cId="3125995448" sldId="270"/>
        </pc:sldMkLst>
      </pc:sldChg>
      <pc:sldChg chg="modSp add mod ord">
        <pc:chgData name="Patrick Merritt" userId="b92c223c-8880-48c6-9b0c-d25ee1bca468" providerId="ADAL" clId="{D384CEBE-BE98-4C3F-8F1E-6AD1F22AE020}" dt="2023-12-14T10:54:00.338" v="2760" actId="20577"/>
        <pc:sldMkLst>
          <pc:docMk/>
          <pc:sldMk cId="269786884" sldId="271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752346792" sldId="271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0:56:49.994" v="3025" actId="20577"/>
        <pc:sldMkLst>
          <pc:docMk/>
          <pc:sldMk cId="2442787233" sldId="272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3683400223" sldId="272"/>
        </pc:sldMkLst>
      </pc:sldChg>
      <pc:sldChg chg="modSp new mod">
        <pc:chgData name="Patrick Merritt" userId="b92c223c-8880-48c6-9b0c-d25ee1bca468" providerId="ADAL" clId="{D384CEBE-BE98-4C3F-8F1E-6AD1F22AE020}" dt="2023-12-14T11:02:45.861" v="3295" actId="5793"/>
        <pc:sldMkLst>
          <pc:docMk/>
          <pc:sldMk cId="324901865" sldId="273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933621702" sldId="273"/>
        </pc:sldMkLst>
      </pc:sldChg>
      <pc:sldChg chg="modSp new mod">
        <pc:chgData name="Patrick Merritt" userId="b92c223c-8880-48c6-9b0c-d25ee1bca468" providerId="ADAL" clId="{D384CEBE-BE98-4C3F-8F1E-6AD1F22AE020}" dt="2023-12-14T11:04:27.110" v="3590" actId="20577"/>
        <pc:sldMkLst>
          <pc:docMk/>
          <pc:sldMk cId="897306204" sldId="274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168371442" sldId="274"/>
        </pc:sldMkLst>
      </pc:sldChg>
      <pc:sldChg chg="modSp new mod">
        <pc:chgData name="Patrick Merritt" userId="b92c223c-8880-48c6-9b0c-d25ee1bca468" providerId="ADAL" clId="{D384CEBE-BE98-4C3F-8F1E-6AD1F22AE020}" dt="2023-12-14T11:09:01.275" v="4150" actId="20577"/>
        <pc:sldMkLst>
          <pc:docMk/>
          <pc:sldMk cId="1671767789" sldId="275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3113594896" sldId="275"/>
        </pc:sldMkLst>
      </pc:sldChg>
      <pc:sldChg chg="addSp delSp modSp new mod">
        <pc:chgData name="Patrick Merritt" userId="b92c223c-8880-48c6-9b0c-d25ee1bca468" providerId="ADAL" clId="{D384CEBE-BE98-4C3F-8F1E-6AD1F22AE020}" dt="2023-12-14T11:10:37.971" v="4206" actId="20577"/>
        <pc:sldMkLst>
          <pc:docMk/>
          <pc:sldMk cId="2541414701" sldId="276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242571437" sldId="277"/>
        </pc:sldMkLst>
      </pc:sldChg>
      <pc:sldChg chg="addSp modSp add mod">
        <pc:chgData name="Patrick Merritt" userId="b92c223c-8880-48c6-9b0c-d25ee1bca468" providerId="ADAL" clId="{D384CEBE-BE98-4C3F-8F1E-6AD1F22AE020}" dt="2023-12-14T11:11:12.077" v="4212" actId="1582"/>
        <pc:sldMkLst>
          <pc:docMk/>
          <pc:sldMk cId="2732513907" sldId="277"/>
        </pc:sldMkLst>
      </pc:sldChg>
      <pc:sldChg chg="addSp delSp modSp new mod setBg modClrScheme chgLayout">
        <pc:chgData name="Patrick Merritt" userId="b92c223c-8880-48c6-9b0c-d25ee1bca468" providerId="ADAL" clId="{D384CEBE-BE98-4C3F-8F1E-6AD1F22AE020}" dt="2023-12-14T11:17:33.705" v="4272" actId="26606"/>
        <pc:sldMkLst>
          <pc:docMk/>
          <pc:sldMk cId="481169942" sldId="278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741283983" sldId="278"/>
        </pc:sldMkLst>
      </pc:sldChg>
      <pc:sldChg chg="addSp modSp new mod modClrScheme chgLayout">
        <pc:chgData name="Patrick Merritt" userId="b92c223c-8880-48c6-9b0c-d25ee1bca468" providerId="ADAL" clId="{D384CEBE-BE98-4C3F-8F1E-6AD1F22AE020}" dt="2023-12-14T11:23:40.372" v="5033" actId="20577"/>
        <pc:sldMkLst>
          <pc:docMk/>
          <pc:sldMk cId="57437478" sldId="279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637118319" sldId="279"/>
        </pc:sldMkLst>
      </pc:sldChg>
      <pc:sldChg chg="addSp modSp new mod modClrScheme chgLayout">
        <pc:chgData name="Patrick Merritt" userId="b92c223c-8880-48c6-9b0c-d25ee1bca468" providerId="ADAL" clId="{D384CEBE-BE98-4C3F-8F1E-6AD1F22AE020}" dt="2023-12-14T11:20:33.744" v="4663" actId="20577"/>
        <pc:sldMkLst>
          <pc:docMk/>
          <pc:sldMk cId="639206012" sldId="280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5401093" sldId="281"/>
        </pc:sldMkLst>
      </pc:sldChg>
      <pc:sldChg chg="modSp new mod">
        <pc:chgData name="Patrick Merritt" userId="b92c223c-8880-48c6-9b0c-d25ee1bca468" providerId="ADAL" clId="{D384CEBE-BE98-4C3F-8F1E-6AD1F22AE020}" dt="2023-12-14T11:36:22.565" v="6001" actId="27636"/>
        <pc:sldMkLst>
          <pc:docMk/>
          <pc:sldMk cId="2747582081" sldId="281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1:30:37.241" v="5805" actId="313"/>
        <pc:sldMkLst>
          <pc:docMk/>
          <pc:sldMk cId="4085231695" sldId="282"/>
        </pc:sldMkLst>
      </pc:sldChg>
      <pc:sldChg chg="addSp modSp new mod">
        <pc:chgData name="Patrick Merritt" userId="b92c223c-8880-48c6-9b0c-d25ee1bca468" providerId="ADAL" clId="{D384CEBE-BE98-4C3F-8F1E-6AD1F22AE020}" dt="2023-12-14T11:32:54.785" v="5820" actId="27636"/>
        <pc:sldMkLst>
          <pc:docMk/>
          <pc:sldMk cId="861414133" sldId="283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975355655" sldId="283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367526534" sldId="284"/>
        </pc:sldMkLst>
      </pc:sldChg>
      <pc:sldChg chg="addSp modSp add mod">
        <pc:chgData name="Patrick Merritt" userId="b92c223c-8880-48c6-9b0c-d25ee1bca468" providerId="ADAL" clId="{D384CEBE-BE98-4C3F-8F1E-6AD1F22AE020}" dt="2023-12-14T11:33:11.217" v="5827" actId="1076"/>
        <pc:sldMkLst>
          <pc:docMk/>
          <pc:sldMk cId="1690954885" sldId="284"/>
        </pc:sldMkLst>
      </pc:sldChg>
      <pc:sldChg chg="modSp new mod">
        <pc:chgData name="Patrick Merritt" userId="b92c223c-8880-48c6-9b0c-d25ee1bca468" providerId="ADAL" clId="{D384CEBE-BE98-4C3F-8F1E-6AD1F22AE020}" dt="2023-12-14T11:38:31.535" v="6096" actId="27636"/>
        <pc:sldMkLst>
          <pc:docMk/>
          <pc:sldMk cId="478102423" sldId="285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139425583" sldId="285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221497073" sldId="286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2:01:51.891" v="6229" actId="22"/>
        <pc:sldMkLst>
          <pc:docMk/>
          <pc:sldMk cId="4225291369" sldId="286"/>
        </pc:sldMkLst>
      </pc:sldChg>
      <pc:sldChg chg="add ord">
        <pc:chgData name="Patrick Merritt" userId="b92c223c-8880-48c6-9b0c-d25ee1bca468" providerId="ADAL" clId="{D384CEBE-BE98-4C3F-8F1E-6AD1F22AE020}" dt="2023-12-14T12:01:18.624" v="6220"/>
        <pc:sldMkLst>
          <pc:docMk/>
          <pc:sldMk cId="2373353585" sldId="287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4171293960" sldId="287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691405496" sldId="288"/>
        </pc:sldMkLst>
      </pc:sldChg>
      <pc:sldChg chg="addSp delSp modSp new mod">
        <pc:chgData name="Patrick Merritt" userId="b92c223c-8880-48c6-9b0c-d25ee1bca468" providerId="ADAL" clId="{D384CEBE-BE98-4C3F-8F1E-6AD1F22AE020}" dt="2023-12-14T12:02:55.047" v="6281" actId="20577"/>
        <pc:sldMkLst>
          <pc:docMk/>
          <pc:sldMk cId="1932368986" sldId="288"/>
        </pc:sldMkLst>
      </pc:sldChg>
      <pc:sldChg chg="addSp delSp modSp new mod modClrScheme chgLayout">
        <pc:chgData name="Patrick Merritt" userId="b92c223c-8880-48c6-9b0c-d25ee1bca468" providerId="ADAL" clId="{D384CEBE-BE98-4C3F-8F1E-6AD1F22AE020}" dt="2023-12-14T12:08:42.663" v="6306" actId="5793"/>
        <pc:sldMkLst>
          <pc:docMk/>
          <pc:sldMk cId="1920045742" sldId="289"/>
        </pc:sldMkLst>
      </pc:sldChg>
      <pc:sldChg chg="addSp modSp add mod">
        <pc:chgData name="Patrick Merritt" userId="b92c223c-8880-48c6-9b0c-d25ee1bca468" providerId="ADAL" clId="{D384CEBE-BE98-4C3F-8F1E-6AD1F22AE020}" dt="2023-12-14T12:18:09.058" v="6338" actId="207"/>
        <pc:sldMkLst>
          <pc:docMk/>
          <pc:sldMk cId="1357407568" sldId="290"/>
        </pc:sldMkLst>
      </pc:sldChg>
      <pc:sldChg chg="new del">
        <pc:chgData name="Patrick Merritt" userId="b92c223c-8880-48c6-9b0c-d25ee1bca468" providerId="ADAL" clId="{D384CEBE-BE98-4C3F-8F1E-6AD1F22AE020}" dt="2023-12-14T12:08:03.734" v="6284" actId="47"/>
        <pc:sldMkLst>
          <pc:docMk/>
          <pc:sldMk cId="1565928494" sldId="290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231356135" sldId="290"/>
        </pc:sldMkLst>
      </pc:sldChg>
      <pc:sldChg chg="modSp new del mod">
        <pc:chgData name="Patrick Merritt" userId="b92c223c-8880-48c6-9b0c-d25ee1bca468" providerId="ADAL" clId="{D384CEBE-BE98-4C3F-8F1E-6AD1F22AE020}" dt="2023-12-14T12:10:32.660" v="6331" actId="47"/>
        <pc:sldMkLst>
          <pc:docMk/>
          <pc:sldMk cId="2293263866" sldId="290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902592564" sldId="291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678482395" sldId="292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4228849730" sldId="294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664712549" sldId="295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827035631" sldId="296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759619629" sldId="297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3435094948" sldId="298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858622669" sldId="299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870768544" sldId="300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2331293" sldId="301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3277474212" sldId="302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216974133" sldId="303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474397540" sldId="304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23973386" sldId="305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1893215013" sldId="306"/>
        </pc:sldMkLst>
      </pc:sldChg>
      <pc:sldChg chg="del">
        <pc:chgData name="Patrick Merritt" userId="b92c223c-8880-48c6-9b0c-d25ee1bca468" providerId="ADAL" clId="{D384CEBE-BE98-4C3F-8F1E-6AD1F22AE020}" dt="2023-12-14T10:12:32.749" v="0" actId="47"/>
        <pc:sldMkLst>
          <pc:docMk/>
          <pc:sldMk cId="4015670441" sldId="307"/>
        </pc:sldMkLst>
      </pc:sldChg>
    </pc:docChg>
  </pc:docChgLst>
  <pc:docChgLst>
    <pc:chgData name="Patrick Merritt" userId="b92c223c-8880-48c6-9b0c-d25ee1bca468" providerId="ADAL" clId="{8487F1DF-1FBE-4FE1-B906-32D2CDBE68CD}"/>
    <pc:docChg chg="custSel addSld delSld modSld sldOrd">
      <pc:chgData name="Patrick Merritt" userId="b92c223c-8880-48c6-9b0c-d25ee1bca468" providerId="ADAL" clId="{8487F1DF-1FBE-4FE1-B906-32D2CDBE68CD}" dt="2023-12-20T12:06:35.902" v="1179" actId="47"/>
      <pc:docMkLst>
        <pc:docMk/>
      </pc:docMkLst>
      <pc:sldChg chg="modSp mod">
        <pc:chgData name="Patrick Merritt" userId="b92c223c-8880-48c6-9b0c-d25ee1bca468" providerId="ADAL" clId="{8487F1DF-1FBE-4FE1-B906-32D2CDBE68CD}" dt="2023-12-20T11:45:58.351" v="14" actId="20577"/>
        <pc:sldMkLst>
          <pc:docMk/>
          <pc:sldMk cId="357346659" sldId="256"/>
        </pc:sldMkLst>
      </pc:sldChg>
      <pc:sldChg chg="modSp new del mod">
        <pc:chgData name="Patrick Merritt" userId="b92c223c-8880-48c6-9b0c-d25ee1bca468" providerId="ADAL" clId="{8487F1DF-1FBE-4FE1-B906-32D2CDBE68CD}" dt="2023-12-20T11:46:38.704" v="20" actId="47"/>
        <pc:sldMkLst>
          <pc:docMk/>
          <pc:sldMk cId="731288465" sldId="257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4090023474" sldId="257"/>
        </pc:sldMkLst>
      </pc:sldChg>
      <pc:sldChg chg="add del">
        <pc:chgData name="Patrick Merritt" userId="b92c223c-8880-48c6-9b0c-d25ee1bca468" providerId="ADAL" clId="{8487F1DF-1FBE-4FE1-B906-32D2CDBE68CD}" dt="2023-12-20T11:46:39.602" v="21" actId="47"/>
        <pc:sldMkLst>
          <pc:docMk/>
          <pc:sldMk cId="4221430503" sldId="258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3764636564" sldId="259"/>
        </pc:sldMkLst>
      </pc:sldChg>
      <pc:sldChg chg="add">
        <pc:chgData name="Patrick Merritt" userId="b92c223c-8880-48c6-9b0c-d25ee1bca468" providerId="ADAL" clId="{8487F1DF-1FBE-4FE1-B906-32D2CDBE68CD}" dt="2023-12-20T11:46:35.765" v="18"/>
        <pc:sldMkLst>
          <pc:docMk/>
          <pc:sldMk cId="4090023474" sldId="259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1075416141" sldId="260"/>
        </pc:sldMkLst>
      </pc:sldChg>
      <pc:sldChg chg="add">
        <pc:chgData name="Patrick Merritt" userId="b92c223c-8880-48c6-9b0c-d25ee1bca468" providerId="ADAL" clId="{8487F1DF-1FBE-4FE1-B906-32D2CDBE68CD}" dt="2023-12-20T11:46:35.765" v="18"/>
        <pc:sldMkLst>
          <pc:docMk/>
          <pc:sldMk cId="2171259363" sldId="260"/>
        </pc:sldMkLst>
      </pc:sldChg>
      <pc:sldChg chg="add">
        <pc:chgData name="Patrick Merritt" userId="b92c223c-8880-48c6-9b0c-d25ee1bca468" providerId="ADAL" clId="{8487F1DF-1FBE-4FE1-B906-32D2CDBE68CD}" dt="2023-12-20T11:46:35.765" v="18"/>
        <pc:sldMkLst>
          <pc:docMk/>
          <pc:sldMk cId="2197901773" sldId="261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3983270316" sldId="261"/>
        </pc:sldMkLst>
      </pc:sldChg>
      <pc:sldChg chg="add">
        <pc:chgData name="Patrick Merritt" userId="b92c223c-8880-48c6-9b0c-d25ee1bca468" providerId="ADAL" clId="{8487F1DF-1FBE-4FE1-B906-32D2CDBE68CD}" dt="2023-12-20T11:46:35.765" v="18"/>
        <pc:sldMkLst>
          <pc:docMk/>
          <pc:sldMk cId="3824764564" sldId="262"/>
        </pc:sldMkLst>
      </pc:sldChg>
      <pc:sldChg chg="add">
        <pc:chgData name="Patrick Merritt" userId="b92c223c-8880-48c6-9b0c-d25ee1bca468" providerId="ADAL" clId="{8487F1DF-1FBE-4FE1-B906-32D2CDBE68CD}" dt="2023-12-20T11:46:35.765" v="18"/>
        <pc:sldMkLst>
          <pc:docMk/>
          <pc:sldMk cId="1141273340" sldId="263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3193418125" sldId="263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2475839904" sldId="264"/>
        </pc:sldMkLst>
      </pc:sldChg>
      <pc:sldChg chg="add del">
        <pc:chgData name="Patrick Merritt" userId="b92c223c-8880-48c6-9b0c-d25ee1bca468" providerId="ADAL" clId="{8487F1DF-1FBE-4FE1-B906-32D2CDBE68CD}" dt="2023-12-20T11:47:14.001" v="23" actId="47"/>
        <pc:sldMkLst>
          <pc:docMk/>
          <pc:sldMk cId="4124873510" sldId="264"/>
        </pc:sldMkLst>
      </pc:sldChg>
      <pc:sldChg chg="add del">
        <pc:chgData name="Patrick Merritt" userId="b92c223c-8880-48c6-9b0c-d25ee1bca468" providerId="ADAL" clId="{8487F1DF-1FBE-4FE1-B906-32D2CDBE68CD}" dt="2023-12-20T11:49:48.673" v="141" actId="47"/>
        <pc:sldMkLst>
          <pc:docMk/>
          <pc:sldMk cId="1324938249" sldId="265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4220806833" sldId="265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1204821529" sldId="266"/>
        </pc:sldMkLst>
      </pc:sldChg>
      <pc:sldChg chg="add del">
        <pc:chgData name="Patrick Merritt" userId="b92c223c-8880-48c6-9b0c-d25ee1bca468" providerId="ADAL" clId="{8487F1DF-1FBE-4FE1-B906-32D2CDBE68CD}" dt="2023-12-20T11:49:48.673" v="141" actId="47"/>
        <pc:sldMkLst>
          <pc:docMk/>
          <pc:sldMk cId="1897488428" sldId="266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138283189" sldId="267"/>
        </pc:sldMkLst>
      </pc:sldChg>
      <pc:sldChg chg="add del">
        <pc:chgData name="Patrick Merritt" userId="b92c223c-8880-48c6-9b0c-d25ee1bca468" providerId="ADAL" clId="{8487F1DF-1FBE-4FE1-B906-32D2CDBE68CD}" dt="2023-12-20T11:49:48.673" v="141" actId="47"/>
        <pc:sldMkLst>
          <pc:docMk/>
          <pc:sldMk cId="3565984026" sldId="267"/>
        </pc:sldMkLst>
      </pc:sldChg>
      <pc:sldChg chg="add del">
        <pc:chgData name="Patrick Merritt" userId="b92c223c-8880-48c6-9b0c-d25ee1bca468" providerId="ADAL" clId="{8487F1DF-1FBE-4FE1-B906-32D2CDBE68CD}" dt="2023-12-20T11:49:48.673" v="141" actId="47"/>
        <pc:sldMkLst>
          <pc:docMk/>
          <pc:sldMk cId="466469310" sldId="268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2606323532" sldId="268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3067296891" sldId="269"/>
        </pc:sldMkLst>
      </pc:sldChg>
      <pc:sldChg chg="add">
        <pc:chgData name="Patrick Merritt" userId="b92c223c-8880-48c6-9b0c-d25ee1bca468" providerId="ADAL" clId="{8487F1DF-1FBE-4FE1-B906-32D2CDBE68CD}" dt="2023-12-20T11:46:35.765" v="18"/>
        <pc:sldMkLst>
          <pc:docMk/>
          <pc:sldMk cId="4277664154" sldId="269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3000209206" sldId="270"/>
        </pc:sldMkLst>
      </pc:sldChg>
      <pc:sldChg chg="add del">
        <pc:chgData name="Patrick Merritt" userId="b92c223c-8880-48c6-9b0c-d25ee1bca468" providerId="ADAL" clId="{8487F1DF-1FBE-4FE1-B906-32D2CDBE68CD}" dt="2023-12-20T11:47:14.001" v="23" actId="47"/>
        <pc:sldMkLst>
          <pc:docMk/>
          <pc:sldMk cId="3866769334" sldId="270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27238211" sldId="271"/>
        </pc:sldMkLst>
      </pc:sldChg>
      <pc:sldChg chg="add del">
        <pc:chgData name="Patrick Merritt" userId="b92c223c-8880-48c6-9b0c-d25ee1bca468" providerId="ADAL" clId="{8487F1DF-1FBE-4FE1-B906-32D2CDBE68CD}" dt="2023-12-20T11:47:14.001" v="23" actId="47"/>
        <pc:sldMkLst>
          <pc:docMk/>
          <pc:sldMk cId="635429887" sldId="271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1382082173" sldId="272"/>
        </pc:sldMkLst>
      </pc:sldChg>
      <pc:sldChg chg="modSp add mod">
        <pc:chgData name="Patrick Merritt" userId="b92c223c-8880-48c6-9b0c-d25ee1bca468" providerId="ADAL" clId="{8487F1DF-1FBE-4FE1-B906-32D2CDBE68CD}" dt="2023-12-20T11:50:05.280" v="143" actId="255"/>
        <pc:sldMkLst>
          <pc:docMk/>
          <pc:sldMk cId="3125995448" sldId="272"/>
        </pc:sldMkLst>
      </pc:sldChg>
      <pc:sldChg chg="add del">
        <pc:chgData name="Patrick Merritt" userId="b92c223c-8880-48c6-9b0c-d25ee1bca468" providerId="ADAL" clId="{8487F1DF-1FBE-4FE1-B906-32D2CDBE68CD}" dt="2023-12-20T11:49:08.459" v="36" actId="47"/>
        <pc:sldMkLst>
          <pc:docMk/>
          <pc:sldMk cId="269786884" sldId="273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4199535154" sldId="273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237246477" sldId="274"/>
        </pc:sldMkLst>
      </pc:sldChg>
      <pc:sldChg chg="add del">
        <pc:chgData name="Patrick Merritt" userId="b92c223c-8880-48c6-9b0c-d25ee1bca468" providerId="ADAL" clId="{8487F1DF-1FBE-4FE1-B906-32D2CDBE68CD}" dt="2023-12-20T11:49:48.673" v="141" actId="47"/>
        <pc:sldMkLst>
          <pc:docMk/>
          <pc:sldMk cId="2442787233" sldId="274"/>
        </pc:sldMkLst>
      </pc:sldChg>
      <pc:sldChg chg="add ord">
        <pc:chgData name="Patrick Merritt" userId="b92c223c-8880-48c6-9b0c-d25ee1bca468" providerId="ADAL" clId="{8487F1DF-1FBE-4FE1-B906-32D2CDBE68CD}" dt="2023-12-20T11:58:51.374" v="1165"/>
        <pc:sldMkLst>
          <pc:docMk/>
          <pc:sldMk cId="324901865" sldId="275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3585922048" sldId="275"/>
        </pc:sldMkLst>
      </pc:sldChg>
      <pc:sldChg chg="modSp add del mod">
        <pc:chgData name="Patrick Merritt" userId="b92c223c-8880-48c6-9b0c-d25ee1bca468" providerId="ADAL" clId="{8487F1DF-1FBE-4FE1-B906-32D2CDBE68CD}" dt="2023-12-20T11:58:27.733" v="1155" actId="47"/>
        <pc:sldMkLst>
          <pc:docMk/>
          <pc:sldMk cId="897306204" sldId="276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1987770348" sldId="276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1190732726" sldId="277"/>
        </pc:sldMkLst>
      </pc:sldChg>
      <pc:sldChg chg="add del">
        <pc:chgData name="Patrick Merritt" userId="b92c223c-8880-48c6-9b0c-d25ee1bca468" providerId="ADAL" clId="{8487F1DF-1FBE-4FE1-B906-32D2CDBE68CD}" dt="2023-12-20T11:58:33.202" v="1156" actId="47"/>
        <pc:sldMkLst>
          <pc:docMk/>
          <pc:sldMk cId="1671767789" sldId="277"/>
        </pc:sldMkLst>
      </pc:sldChg>
      <pc:sldChg chg="del">
        <pc:chgData name="Patrick Merritt" userId="b92c223c-8880-48c6-9b0c-d25ee1bca468" providerId="ADAL" clId="{8487F1DF-1FBE-4FE1-B906-32D2CDBE68CD}" dt="2023-12-20T11:46:04.582" v="15" actId="47"/>
        <pc:sldMkLst>
          <pc:docMk/>
          <pc:sldMk cId="1056294071" sldId="278"/>
        </pc:sldMkLst>
      </pc:sldChg>
      <pc:sldChg chg="add">
        <pc:chgData name="Patrick Merritt" userId="b92c223c-8880-48c6-9b0c-d25ee1bca468" providerId="ADAL" clId="{8487F1DF-1FBE-4FE1-B906-32D2CDBE68CD}" dt="2023-12-20T11:46:35.765" v="18"/>
        <pc:sldMkLst>
          <pc:docMk/>
          <pc:sldMk cId="2541414701" sldId="278"/>
        </pc:sldMkLst>
      </pc:sldChg>
      <pc:sldChg chg="add">
        <pc:chgData name="Patrick Merritt" userId="b92c223c-8880-48c6-9b0c-d25ee1bca468" providerId="ADAL" clId="{8487F1DF-1FBE-4FE1-B906-32D2CDBE68CD}" dt="2023-12-20T11:46:35.765" v="18"/>
        <pc:sldMkLst>
          <pc:docMk/>
          <pc:sldMk cId="2732513907" sldId="279"/>
        </pc:sldMkLst>
      </pc:sldChg>
      <pc:sldChg chg="delSp add del setBg delDesignElem">
        <pc:chgData name="Patrick Merritt" userId="b92c223c-8880-48c6-9b0c-d25ee1bca468" providerId="ADAL" clId="{8487F1DF-1FBE-4FE1-B906-32D2CDBE68CD}" dt="2023-12-20T12:06:35.902" v="1179" actId="47"/>
        <pc:sldMkLst>
          <pc:docMk/>
          <pc:sldMk cId="481169942" sldId="280"/>
        </pc:sldMkLst>
      </pc:sldChg>
      <pc:sldChg chg="modSp add mod">
        <pc:chgData name="Patrick Merritt" userId="b92c223c-8880-48c6-9b0c-d25ee1bca468" providerId="ADAL" clId="{8487F1DF-1FBE-4FE1-B906-32D2CDBE68CD}" dt="2023-12-20T11:49:56.578" v="142" actId="255"/>
        <pc:sldMkLst>
          <pc:docMk/>
          <pc:sldMk cId="50183293" sldId="281"/>
        </pc:sldMkLst>
      </pc:sldChg>
      <pc:sldChg chg="add del">
        <pc:chgData name="Patrick Merritt" userId="b92c223c-8880-48c6-9b0c-d25ee1bca468" providerId="ADAL" clId="{8487F1DF-1FBE-4FE1-B906-32D2CDBE68CD}" dt="2023-12-20T11:46:49.485" v="22" actId="47"/>
        <pc:sldMkLst>
          <pc:docMk/>
          <pc:sldMk cId="57437478" sldId="281"/>
        </pc:sldMkLst>
      </pc:sldChg>
      <pc:sldChg chg="modSp new mod">
        <pc:chgData name="Patrick Merritt" userId="b92c223c-8880-48c6-9b0c-d25ee1bca468" providerId="ADAL" clId="{8487F1DF-1FBE-4FE1-B906-32D2CDBE68CD}" dt="2023-12-20T11:51:01.843" v="166" actId="20577"/>
        <pc:sldMkLst>
          <pc:docMk/>
          <pc:sldMk cId="946047" sldId="282"/>
        </pc:sldMkLst>
      </pc:sldChg>
      <pc:sldChg chg="add del">
        <pc:chgData name="Patrick Merritt" userId="b92c223c-8880-48c6-9b0c-d25ee1bca468" providerId="ADAL" clId="{8487F1DF-1FBE-4FE1-B906-32D2CDBE68CD}" dt="2023-12-20T11:46:49.485" v="22" actId="47"/>
        <pc:sldMkLst>
          <pc:docMk/>
          <pc:sldMk cId="4085231695" sldId="282"/>
        </pc:sldMkLst>
      </pc:sldChg>
      <pc:sldChg chg="add del">
        <pc:chgData name="Patrick Merritt" userId="b92c223c-8880-48c6-9b0c-d25ee1bca468" providerId="ADAL" clId="{8487F1DF-1FBE-4FE1-B906-32D2CDBE68CD}" dt="2023-12-20T11:46:49.485" v="22" actId="47"/>
        <pc:sldMkLst>
          <pc:docMk/>
          <pc:sldMk cId="639206012" sldId="283"/>
        </pc:sldMkLst>
      </pc:sldChg>
      <pc:sldChg chg="new del">
        <pc:chgData name="Patrick Merritt" userId="b92c223c-8880-48c6-9b0c-d25ee1bca468" providerId="ADAL" clId="{8487F1DF-1FBE-4FE1-B906-32D2CDBE68CD}" dt="2023-12-20T11:51:24.158" v="169" actId="47"/>
        <pc:sldMkLst>
          <pc:docMk/>
          <pc:sldMk cId="1616339128" sldId="283"/>
        </pc:sldMkLst>
      </pc:sldChg>
      <pc:sldChg chg="add del">
        <pc:chgData name="Patrick Merritt" userId="b92c223c-8880-48c6-9b0c-d25ee1bca468" providerId="ADAL" clId="{8487F1DF-1FBE-4FE1-B906-32D2CDBE68CD}" dt="2023-12-20T11:46:49.485" v="22" actId="47"/>
        <pc:sldMkLst>
          <pc:docMk/>
          <pc:sldMk cId="2747582081" sldId="284"/>
        </pc:sldMkLst>
      </pc:sldChg>
      <pc:sldChg chg="modSp add mod">
        <pc:chgData name="Patrick Merritt" userId="b92c223c-8880-48c6-9b0c-d25ee1bca468" providerId="ADAL" clId="{8487F1DF-1FBE-4FE1-B906-32D2CDBE68CD}" dt="2023-12-20T11:53:41.573" v="441" actId="20577"/>
        <pc:sldMkLst>
          <pc:docMk/>
          <pc:sldMk cId="4067051680" sldId="284"/>
        </pc:sldMkLst>
      </pc:sldChg>
      <pc:sldChg chg="add del">
        <pc:chgData name="Patrick Merritt" userId="b92c223c-8880-48c6-9b0c-d25ee1bca468" providerId="ADAL" clId="{8487F1DF-1FBE-4FE1-B906-32D2CDBE68CD}" dt="2023-12-20T11:46:49.485" v="22" actId="47"/>
        <pc:sldMkLst>
          <pc:docMk/>
          <pc:sldMk cId="861414133" sldId="285"/>
        </pc:sldMkLst>
      </pc:sldChg>
      <pc:sldChg chg="modSp add mod">
        <pc:chgData name="Patrick Merritt" userId="b92c223c-8880-48c6-9b0c-d25ee1bca468" providerId="ADAL" clId="{8487F1DF-1FBE-4FE1-B906-32D2CDBE68CD}" dt="2023-12-20T11:58:41.112" v="1163" actId="20577"/>
        <pc:sldMkLst>
          <pc:docMk/>
          <pc:sldMk cId="2951863759" sldId="285"/>
        </pc:sldMkLst>
      </pc:sldChg>
      <pc:sldChg chg="modSp new del mod">
        <pc:chgData name="Patrick Merritt" userId="b92c223c-8880-48c6-9b0c-d25ee1bca468" providerId="ADAL" clId="{8487F1DF-1FBE-4FE1-B906-32D2CDBE68CD}" dt="2023-12-20T11:54:29.807" v="478" actId="47"/>
        <pc:sldMkLst>
          <pc:docMk/>
          <pc:sldMk cId="590796289" sldId="286"/>
        </pc:sldMkLst>
      </pc:sldChg>
      <pc:sldChg chg="add del">
        <pc:chgData name="Patrick Merritt" userId="b92c223c-8880-48c6-9b0c-d25ee1bca468" providerId="ADAL" clId="{8487F1DF-1FBE-4FE1-B906-32D2CDBE68CD}" dt="2023-12-20T11:46:49.485" v="22" actId="47"/>
        <pc:sldMkLst>
          <pc:docMk/>
          <pc:sldMk cId="1690954885" sldId="286"/>
        </pc:sldMkLst>
      </pc:sldChg>
      <pc:sldChg chg="add del">
        <pc:chgData name="Patrick Merritt" userId="b92c223c-8880-48c6-9b0c-d25ee1bca468" providerId="ADAL" clId="{8487F1DF-1FBE-4FE1-B906-32D2CDBE68CD}" dt="2023-12-20T11:46:49.485" v="22" actId="47"/>
        <pc:sldMkLst>
          <pc:docMk/>
          <pc:sldMk cId="478102423" sldId="287"/>
        </pc:sldMkLst>
      </pc:sldChg>
      <pc:sldChg chg="add">
        <pc:chgData name="Patrick Merritt" userId="b92c223c-8880-48c6-9b0c-d25ee1bca468" providerId="ADAL" clId="{8487F1DF-1FBE-4FE1-B906-32D2CDBE68CD}" dt="2023-12-20T11:54:28.425" v="476"/>
        <pc:sldMkLst>
          <pc:docMk/>
          <pc:sldMk cId="3866769334" sldId="287"/>
        </pc:sldMkLst>
      </pc:sldChg>
      <pc:sldChg chg="modSp add mod">
        <pc:chgData name="Patrick Merritt" userId="b92c223c-8880-48c6-9b0c-d25ee1bca468" providerId="ADAL" clId="{8487F1DF-1FBE-4FE1-B906-32D2CDBE68CD}" dt="2023-12-20T11:54:59.504" v="540" actId="20577"/>
        <pc:sldMkLst>
          <pc:docMk/>
          <pc:sldMk cId="157197811" sldId="288"/>
        </pc:sldMkLst>
      </pc:sldChg>
      <pc:sldChg chg="add del">
        <pc:chgData name="Patrick Merritt" userId="b92c223c-8880-48c6-9b0c-d25ee1bca468" providerId="ADAL" clId="{8487F1DF-1FBE-4FE1-B906-32D2CDBE68CD}" dt="2023-12-20T11:46:49.485" v="22" actId="47"/>
        <pc:sldMkLst>
          <pc:docMk/>
          <pc:sldMk cId="4225291369" sldId="288"/>
        </pc:sldMkLst>
      </pc:sldChg>
      <pc:sldChg chg="modSp add mod">
        <pc:chgData name="Patrick Merritt" userId="b92c223c-8880-48c6-9b0c-d25ee1bca468" providerId="ADAL" clId="{8487F1DF-1FBE-4FE1-B906-32D2CDBE68CD}" dt="2023-12-20T11:55:25.448" v="601" actId="20577"/>
        <pc:sldMkLst>
          <pc:docMk/>
          <pc:sldMk cId="893304074" sldId="289"/>
        </pc:sldMkLst>
      </pc:sldChg>
      <pc:sldChg chg="add del">
        <pc:chgData name="Patrick Merritt" userId="b92c223c-8880-48c6-9b0c-d25ee1bca468" providerId="ADAL" clId="{8487F1DF-1FBE-4FE1-B906-32D2CDBE68CD}" dt="2023-12-20T11:46:49.485" v="22" actId="47"/>
        <pc:sldMkLst>
          <pc:docMk/>
          <pc:sldMk cId="1932368986" sldId="289"/>
        </pc:sldMkLst>
      </pc:sldChg>
      <pc:sldChg chg="modSp new mod">
        <pc:chgData name="Patrick Merritt" userId="b92c223c-8880-48c6-9b0c-d25ee1bca468" providerId="ADAL" clId="{8487F1DF-1FBE-4FE1-B906-32D2CDBE68CD}" dt="2023-12-20T11:58:12.658" v="1153" actId="20577"/>
        <pc:sldMkLst>
          <pc:docMk/>
          <pc:sldMk cId="2257472396" sldId="290"/>
        </pc:sldMkLst>
      </pc:sldChg>
      <pc:sldChg chg="add del">
        <pc:chgData name="Patrick Merritt" userId="b92c223c-8880-48c6-9b0c-d25ee1bca468" providerId="ADAL" clId="{8487F1DF-1FBE-4FE1-B906-32D2CDBE68CD}" dt="2023-12-20T11:46:49.485" v="22" actId="47"/>
        <pc:sldMkLst>
          <pc:docMk/>
          <pc:sldMk cId="2373353585" sldId="290"/>
        </pc:sldMkLst>
      </pc:sldChg>
      <pc:sldChg chg="addSp delSp new del mod modClrScheme chgLayout">
        <pc:chgData name="Patrick Merritt" userId="b92c223c-8880-48c6-9b0c-d25ee1bca468" providerId="ADAL" clId="{8487F1DF-1FBE-4FE1-B906-32D2CDBE68CD}" dt="2023-12-20T12:02:40.768" v="1174" actId="47"/>
        <pc:sldMkLst>
          <pc:docMk/>
          <pc:sldMk cId="884093486" sldId="291"/>
        </pc:sldMkLst>
      </pc:sldChg>
      <pc:sldChg chg="add del">
        <pc:chgData name="Patrick Merritt" userId="b92c223c-8880-48c6-9b0c-d25ee1bca468" providerId="ADAL" clId="{8487F1DF-1FBE-4FE1-B906-32D2CDBE68CD}" dt="2023-12-20T11:46:49.485" v="22" actId="47"/>
        <pc:sldMkLst>
          <pc:docMk/>
          <pc:sldMk cId="1920045742" sldId="291"/>
        </pc:sldMkLst>
      </pc:sldChg>
      <pc:sldChg chg="add del">
        <pc:chgData name="Patrick Merritt" userId="b92c223c-8880-48c6-9b0c-d25ee1bca468" providerId="ADAL" clId="{8487F1DF-1FBE-4FE1-B906-32D2CDBE68CD}" dt="2023-12-20T11:46:49.485" v="22" actId="47"/>
        <pc:sldMkLst>
          <pc:docMk/>
          <pc:sldMk cId="1357407568" sldId="292"/>
        </pc:sldMkLst>
      </pc:sldChg>
      <pc:sldChg chg="addSp delSp modSp new">
        <pc:chgData name="Patrick Merritt" userId="b92c223c-8880-48c6-9b0c-d25ee1bca468" providerId="ADAL" clId="{8487F1DF-1FBE-4FE1-B906-32D2CDBE68CD}" dt="2023-12-20T12:04:20.756" v="1176"/>
        <pc:sldMkLst>
          <pc:docMk/>
          <pc:sldMk cId="1413556152" sldId="292"/>
        </pc:sldMkLst>
      </pc:sldChg>
      <pc:sldChg chg="addSp new">
        <pc:chgData name="Patrick Merritt" userId="b92c223c-8880-48c6-9b0c-d25ee1bca468" providerId="ADAL" clId="{8487F1DF-1FBE-4FE1-B906-32D2CDBE68CD}" dt="2023-12-20T12:04:50.845" v="1178"/>
        <pc:sldMkLst>
          <pc:docMk/>
          <pc:sldMk cId="1764408726" sldId="293"/>
        </pc:sldMkLst>
      </pc:sldChg>
    </pc:docChg>
  </pc:docChgLst>
  <pc:docChgLst>
    <pc:chgData name="Patrick Merritt" userId="b92c223c-8880-48c6-9b0c-d25ee1bca468" providerId="ADAL" clId="{0ABCD1D4-EB9A-46C0-B1A4-725011174127}"/>
    <pc:docChg chg="delSld modSld">
      <pc:chgData name="Patrick Merritt" userId="b92c223c-8880-48c6-9b0c-d25ee1bca468" providerId="ADAL" clId="{0ABCD1D4-EB9A-46C0-B1A4-725011174127}" dt="2023-12-20T11:45:07.234" v="33" actId="47"/>
      <pc:docMkLst>
        <pc:docMk/>
      </pc:docMkLst>
      <pc:sldChg chg="modSp mod">
        <pc:chgData name="Patrick Merritt" userId="b92c223c-8880-48c6-9b0c-d25ee1bca468" providerId="ADAL" clId="{0ABCD1D4-EB9A-46C0-B1A4-725011174127}" dt="2023-12-20T11:44:57.952" v="32" actId="20577"/>
        <pc:sldMkLst>
          <pc:docMk/>
          <pc:sldMk cId="357346659" sldId="256"/>
        </pc:sldMkLst>
      </pc:sldChg>
      <pc:sldChg chg="del">
        <pc:chgData name="Patrick Merritt" userId="b92c223c-8880-48c6-9b0c-d25ee1bca468" providerId="ADAL" clId="{0ABCD1D4-EB9A-46C0-B1A4-725011174127}" dt="2023-12-20T11:45:07.234" v="33" actId="47"/>
        <pc:sldMkLst>
          <pc:docMk/>
          <pc:sldMk cId="1102325555" sldId="258"/>
        </pc:sldMkLst>
      </pc:sldChg>
    </pc:docChg>
  </pc:docChgLst>
  <pc:docChgLst>
    <pc:chgData name="Patrick Merritt" userId="b92c223c-8880-48c6-9b0c-d25ee1bca468" providerId="ADAL" clId="{9FEFEA57-FE8D-48EB-BAA8-F10550EDF441}"/>
    <pc:docChg chg="custSel modSld">
      <pc:chgData name="Patrick Merritt" userId="b92c223c-8880-48c6-9b0c-d25ee1bca468" providerId="ADAL" clId="{9FEFEA57-FE8D-48EB-BAA8-F10550EDF441}" dt="2025-01-28T15:34:40.091" v="39"/>
      <pc:docMkLst>
        <pc:docMk/>
      </pc:docMkLst>
      <pc:sldChg chg="modSp mod">
        <pc:chgData name="Patrick Merritt" userId="b92c223c-8880-48c6-9b0c-d25ee1bca468" providerId="ADAL" clId="{9FEFEA57-FE8D-48EB-BAA8-F10550EDF441}" dt="2025-01-28T15:34:40.091" v="39"/>
        <pc:sldMkLst>
          <pc:docMk/>
          <pc:sldMk cId="357346659" sldId="256"/>
        </pc:sldMkLst>
        <pc:spChg chg="mod">
          <ac:chgData name="Patrick Merritt" userId="b92c223c-8880-48c6-9b0c-d25ee1bca468" providerId="ADAL" clId="{9FEFEA57-FE8D-48EB-BAA8-F10550EDF441}" dt="2025-01-28T15:28:32.541" v="11" actId="20577"/>
          <ac:spMkLst>
            <pc:docMk/>
            <pc:sldMk cId="357346659" sldId="256"/>
            <ac:spMk id="2" creationId="{B2975A7C-D54D-05E0-876F-826FC221EA09}"/>
          </ac:spMkLst>
        </pc:spChg>
        <pc:spChg chg="mod">
          <ac:chgData name="Patrick Merritt" userId="b92c223c-8880-48c6-9b0c-d25ee1bca468" providerId="ADAL" clId="{9FEFEA57-FE8D-48EB-BAA8-F10550EDF441}" dt="2025-01-28T15:34:40.091" v="39"/>
          <ac:spMkLst>
            <pc:docMk/>
            <pc:sldMk cId="357346659" sldId="256"/>
            <ac:spMk id="3" creationId="{36870642-29A2-1695-40D0-B1CAC0942C8E}"/>
          </ac:spMkLst>
        </pc:spChg>
      </pc:sldChg>
      <pc:sldChg chg="modSp mod">
        <pc:chgData name="Patrick Merritt" userId="b92c223c-8880-48c6-9b0c-d25ee1bca468" providerId="ADAL" clId="{9FEFEA57-FE8D-48EB-BAA8-F10550EDF441}" dt="2025-01-28T15:28:38.022" v="12" actId="313"/>
        <pc:sldMkLst>
          <pc:docMk/>
          <pc:sldMk cId="3569512027" sldId="260"/>
        </pc:sldMkLst>
        <pc:spChg chg="mod">
          <ac:chgData name="Patrick Merritt" userId="b92c223c-8880-48c6-9b0c-d25ee1bca468" providerId="ADAL" clId="{9FEFEA57-FE8D-48EB-BAA8-F10550EDF441}" dt="2025-01-28T15:28:38.022" v="12" actId="313"/>
          <ac:spMkLst>
            <pc:docMk/>
            <pc:sldMk cId="3569512027" sldId="260"/>
            <ac:spMk id="3" creationId="{FD2F5B38-C814-BF53-0963-D6B6E30A15B1}"/>
          </ac:spMkLst>
        </pc:spChg>
      </pc:sldChg>
    </pc:docChg>
  </pc:docChgLst>
  <pc:docChgLst>
    <pc:chgData name="Patrick Merritt" userId="b92c223c-8880-48c6-9b0c-d25ee1bca468" providerId="ADAL" clId="{A9BA1197-51BB-42D3-A97B-4D3A28EFCEA0}"/>
    <pc:docChg chg="undo custSel addSld delSld modSld">
      <pc:chgData name="Patrick Merritt" userId="b92c223c-8880-48c6-9b0c-d25ee1bca468" providerId="ADAL" clId="{A9BA1197-51BB-42D3-A97B-4D3A28EFCEA0}" dt="2023-12-18T12:21:04.239" v="8039" actId="5793"/>
      <pc:docMkLst>
        <pc:docMk/>
      </pc:docMkLst>
      <pc:sldChg chg="modSp mod">
        <pc:chgData name="Patrick Merritt" userId="b92c223c-8880-48c6-9b0c-d25ee1bca468" providerId="ADAL" clId="{A9BA1197-51BB-42D3-A97B-4D3A28EFCEA0}" dt="2023-12-18T10:41:40.056" v="1" actId="20577"/>
        <pc:sldMkLst>
          <pc:docMk/>
          <pc:sldMk cId="357346659" sldId="256"/>
        </pc:sldMkLst>
      </pc:sldChg>
      <pc:sldChg chg="modSp mod">
        <pc:chgData name="Patrick Merritt" userId="b92c223c-8880-48c6-9b0c-d25ee1bca468" providerId="ADAL" clId="{A9BA1197-51BB-42D3-A97B-4D3A28EFCEA0}" dt="2023-12-18T10:42:38.536" v="20" actId="20577"/>
        <pc:sldMkLst>
          <pc:docMk/>
          <pc:sldMk cId="4090023474" sldId="257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2171259363" sldId="258"/>
        </pc:sldMkLst>
      </pc:sldChg>
      <pc:sldChg chg="addSp delSp modSp new mod modClrScheme chgLayout">
        <pc:chgData name="Patrick Merritt" userId="b92c223c-8880-48c6-9b0c-d25ee1bca468" providerId="ADAL" clId="{A9BA1197-51BB-42D3-A97B-4D3A28EFCEA0}" dt="2023-12-18T10:50:56.633" v="1085" actId="5793"/>
        <pc:sldMkLst>
          <pc:docMk/>
          <pc:sldMk cId="3076130439" sldId="258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2197901773" sldId="259"/>
        </pc:sldMkLst>
      </pc:sldChg>
      <pc:sldChg chg="addSp delSp modSp new mod modClrScheme chgLayout">
        <pc:chgData name="Patrick Merritt" userId="b92c223c-8880-48c6-9b0c-d25ee1bca468" providerId="ADAL" clId="{A9BA1197-51BB-42D3-A97B-4D3A28EFCEA0}" dt="2023-12-18T10:45:06.620" v="428" actId="5793"/>
        <pc:sldMkLst>
          <pc:docMk/>
          <pc:sldMk cId="3866356596" sldId="259"/>
        </pc:sldMkLst>
      </pc:sldChg>
      <pc:sldChg chg="modSp new del mod">
        <pc:chgData name="Patrick Merritt" userId="b92c223c-8880-48c6-9b0c-d25ee1bca468" providerId="ADAL" clId="{A9BA1197-51BB-42D3-A97B-4D3A28EFCEA0}" dt="2023-12-18T10:45:35.739" v="507" actId="47"/>
        <pc:sldMkLst>
          <pc:docMk/>
          <pc:sldMk cId="919879905" sldId="260"/>
        </pc:sldMkLst>
      </pc:sldChg>
      <pc:sldChg chg="modSp new mod">
        <pc:chgData name="Patrick Merritt" userId="b92c223c-8880-48c6-9b0c-d25ee1bca468" providerId="ADAL" clId="{A9BA1197-51BB-42D3-A97B-4D3A28EFCEA0}" dt="2023-12-18T10:48:43.836" v="754" actId="20577"/>
        <pc:sldMkLst>
          <pc:docMk/>
          <pc:sldMk cId="1030628254" sldId="260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3824764564" sldId="260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1141273340" sldId="261"/>
        </pc:sldMkLst>
      </pc:sldChg>
      <pc:sldChg chg="add">
        <pc:chgData name="Patrick Merritt" userId="b92c223c-8880-48c6-9b0c-d25ee1bca468" providerId="ADAL" clId="{A9BA1197-51BB-42D3-A97B-4D3A28EFCEA0}" dt="2023-12-18T10:48:40.480" v="753" actId="2890"/>
        <pc:sldMkLst>
          <pc:docMk/>
          <pc:sldMk cId="3274393645" sldId="261"/>
        </pc:sldMkLst>
      </pc:sldChg>
      <pc:sldChg chg="modSp new mod">
        <pc:chgData name="Patrick Merritt" userId="b92c223c-8880-48c6-9b0c-d25ee1bca468" providerId="ADAL" clId="{A9BA1197-51BB-42D3-A97B-4D3A28EFCEA0}" dt="2023-12-18T10:52:50.618" v="1200" actId="20577"/>
        <pc:sldMkLst>
          <pc:docMk/>
          <pc:sldMk cId="523429448" sldId="262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3866769334" sldId="262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635429887" sldId="263"/>
        </pc:sldMkLst>
      </pc:sldChg>
      <pc:sldChg chg="new del">
        <pc:chgData name="Patrick Merritt" userId="b92c223c-8880-48c6-9b0c-d25ee1bca468" providerId="ADAL" clId="{A9BA1197-51BB-42D3-A97B-4D3A28EFCEA0}" dt="2023-12-18T10:54:47.054" v="1205" actId="47"/>
        <pc:sldMkLst>
          <pc:docMk/>
          <pc:sldMk cId="1571888115" sldId="263"/>
        </pc:sldMkLst>
      </pc:sldChg>
      <pc:sldChg chg="new del">
        <pc:chgData name="Patrick Merritt" userId="b92c223c-8880-48c6-9b0c-d25ee1bca468" providerId="ADAL" clId="{A9BA1197-51BB-42D3-A97B-4D3A28EFCEA0}" dt="2023-12-18T10:54:21.802" v="1203" actId="47"/>
        <pc:sldMkLst>
          <pc:docMk/>
          <pc:sldMk cId="2998760356" sldId="264"/>
        </pc:sldMkLst>
      </pc:sldChg>
      <pc:sldChg chg="addSp delSp modSp new mod modClrScheme chgLayout">
        <pc:chgData name="Patrick Merritt" userId="b92c223c-8880-48c6-9b0c-d25ee1bca468" providerId="ADAL" clId="{A9BA1197-51BB-42D3-A97B-4D3A28EFCEA0}" dt="2023-12-18T11:02:24.857" v="1441" actId="20577"/>
        <pc:sldMkLst>
          <pc:docMk/>
          <pc:sldMk cId="3615270891" sldId="264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4124873510" sldId="264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1324938249" sldId="265"/>
        </pc:sldMkLst>
      </pc:sldChg>
      <pc:sldChg chg="addSp delSp modSp new mod modClrScheme chgLayout">
        <pc:chgData name="Patrick Merritt" userId="b92c223c-8880-48c6-9b0c-d25ee1bca468" providerId="ADAL" clId="{A9BA1197-51BB-42D3-A97B-4D3A28EFCEA0}" dt="2023-12-18T11:04:33.113" v="1805" actId="20577"/>
        <pc:sldMkLst>
          <pc:docMk/>
          <pc:sldMk cId="1384249482" sldId="265"/>
        </pc:sldMkLst>
      </pc:sldChg>
      <pc:sldChg chg="addSp delSp modSp new del mod modClrScheme chgLayout">
        <pc:chgData name="Patrick Merritt" userId="b92c223c-8880-48c6-9b0c-d25ee1bca468" providerId="ADAL" clId="{A9BA1197-51BB-42D3-A97B-4D3A28EFCEA0}" dt="2023-12-18T11:02:28.893" v="1442" actId="47"/>
        <pc:sldMkLst>
          <pc:docMk/>
          <pc:sldMk cId="3731458093" sldId="265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1897488428" sldId="266"/>
        </pc:sldMkLst>
      </pc:sldChg>
      <pc:sldChg chg="addSp delSp modSp new mod modClrScheme chgLayout">
        <pc:chgData name="Patrick Merritt" userId="b92c223c-8880-48c6-9b0c-d25ee1bca468" providerId="ADAL" clId="{A9BA1197-51BB-42D3-A97B-4D3A28EFCEA0}" dt="2023-12-18T11:08:57.835" v="2265"/>
        <pc:sldMkLst>
          <pc:docMk/>
          <pc:sldMk cId="3587661452" sldId="266"/>
        </pc:sldMkLst>
      </pc:sldChg>
      <pc:sldChg chg="add del">
        <pc:chgData name="Patrick Merritt" userId="b92c223c-8880-48c6-9b0c-d25ee1bca468" providerId="ADAL" clId="{A9BA1197-51BB-42D3-A97B-4D3A28EFCEA0}" dt="2023-12-18T11:05:39.823" v="1912" actId="47"/>
        <pc:sldMkLst>
          <pc:docMk/>
          <pc:sldMk cId="1532729633" sldId="267"/>
        </pc:sldMkLst>
      </pc:sldChg>
      <pc:sldChg chg="addSp delSp modSp new mod">
        <pc:chgData name="Patrick Merritt" userId="b92c223c-8880-48c6-9b0c-d25ee1bca468" providerId="ADAL" clId="{A9BA1197-51BB-42D3-A97B-4D3A28EFCEA0}" dt="2023-12-18T11:10:59.441" v="2588" actId="20577"/>
        <pc:sldMkLst>
          <pc:docMk/>
          <pc:sldMk cId="3391932264" sldId="267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3565984026" sldId="267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466469310" sldId="268"/>
        </pc:sldMkLst>
      </pc:sldChg>
      <pc:sldChg chg="addSp delSp modSp new mod modClrScheme chgLayout">
        <pc:chgData name="Patrick Merritt" userId="b92c223c-8880-48c6-9b0c-d25ee1bca468" providerId="ADAL" clId="{A9BA1197-51BB-42D3-A97B-4D3A28EFCEA0}" dt="2023-12-18T11:13:27.986" v="3020" actId="20577"/>
        <pc:sldMkLst>
          <pc:docMk/>
          <pc:sldMk cId="537815886" sldId="268"/>
        </pc:sldMkLst>
      </pc:sldChg>
      <pc:sldChg chg="modSp new mod">
        <pc:chgData name="Patrick Merritt" userId="b92c223c-8880-48c6-9b0c-d25ee1bca468" providerId="ADAL" clId="{A9BA1197-51BB-42D3-A97B-4D3A28EFCEA0}" dt="2023-12-18T11:16:36.962" v="3578" actId="5793"/>
        <pc:sldMkLst>
          <pc:docMk/>
          <pc:sldMk cId="419591805" sldId="269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4277664154" sldId="269"/>
        </pc:sldMkLst>
      </pc:sldChg>
      <pc:sldChg chg="addSp delSp modSp new mod modClrScheme chgLayout">
        <pc:chgData name="Patrick Merritt" userId="b92c223c-8880-48c6-9b0c-d25ee1bca468" providerId="ADAL" clId="{A9BA1197-51BB-42D3-A97B-4D3A28EFCEA0}" dt="2023-12-18T11:18:51.867" v="3772" actId="20577"/>
        <pc:sldMkLst>
          <pc:docMk/>
          <pc:sldMk cId="1040891428" sldId="270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3125995448" sldId="270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269786884" sldId="271"/>
        </pc:sldMkLst>
      </pc:sldChg>
      <pc:sldChg chg="addSp delSp modSp new mod modClrScheme chgLayout">
        <pc:chgData name="Patrick Merritt" userId="b92c223c-8880-48c6-9b0c-d25ee1bca468" providerId="ADAL" clId="{A9BA1197-51BB-42D3-A97B-4D3A28EFCEA0}" dt="2023-12-18T11:24:42.267" v="4476" actId="20577"/>
        <pc:sldMkLst>
          <pc:docMk/>
          <pc:sldMk cId="3535696024" sldId="271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2442787233" sldId="272"/>
        </pc:sldMkLst>
      </pc:sldChg>
      <pc:sldChg chg="modSp new mod">
        <pc:chgData name="Patrick Merritt" userId="b92c223c-8880-48c6-9b0c-d25ee1bca468" providerId="ADAL" clId="{A9BA1197-51BB-42D3-A97B-4D3A28EFCEA0}" dt="2023-12-18T11:25:32.938" v="4605" actId="20577"/>
        <pc:sldMkLst>
          <pc:docMk/>
          <pc:sldMk cId="3008755037" sldId="272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324901865" sldId="273"/>
        </pc:sldMkLst>
      </pc:sldChg>
      <pc:sldChg chg="modSp new mod">
        <pc:chgData name="Patrick Merritt" userId="b92c223c-8880-48c6-9b0c-d25ee1bca468" providerId="ADAL" clId="{A9BA1197-51BB-42D3-A97B-4D3A28EFCEA0}" dt="2023-12-18T11:41:50.028" v="5135" actId="20577"/>
        <pc:sldMkLst>
          <pc:docMk/>
          <pc:sldMk cId="461794191" sldId="273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897306204" sldId="274"/>
        </pc:sldMkLst>
      </pc:sldChg>
      <pc:sldChg chg="addSp delSp modSp new mod">
        <pc:chgData name="Patrick Merritt" userId="b92c223c-8880-48c6-9b0c-d25ee1bca468" providerId="ADAL" clId="{A9BA1197-51BB-42D3-A97B-4D3A28EFCEA0}" dt="2023-12-18T11:41:22.595" v="5096" actId="20577"/>
        <pc:sldMkLst>
          <pc:docMk/>
          <pc:sldMk cId="984372452" sldId="274"/>
        </pc:sldMkLst>
      </pc:sldChg>
      <pc:sldChg chg="modSp new mod">
        <pc:chgData name="Patrick Merritt" userId="b92c223c-8880-48c6-9b0c-d25ee1bca468" providerId="ADAL" clId="{A9BA1197-51BB-42D3-A97B-4D3A28EFCEA0}" dt="2023-12-18T11:44:16.413" v="5619" actId="20577"/>
        <pc:sldMkLst>
          <pc:docMk/>
          <pc:sldMk cId="113240421" sldId="275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1671767789" sldId="275"/>
        </pc:sldMkLst>
      </pc:sldChg>
      <pc:sldChg chg="addSp modSp new mod modClrScheme chgLayout">
        <pc:chgData name="Patrick Merritt" userId="b92c223c-8880-48c6-9b0c-d25ee1bca468" providerId="ADAL" clId="{A9BA1197-51BB-42D3-A97B-4D3A28EFCEA0}" dt="2023-12-18T11:48:18.500" v="5851" actId="20577"/>
        <pc:sldMkLst>
          <pc:docMk/>
          <pc:sldMk cId="2381729718" sldId="276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2541414701" sldId="276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2732513907" sldId="277"/>
        </pc:sldMkLst>
      </pc:sldChg>
      <pc:sldChg chg="modSp new mod">
        <pc:chgData name="Patrick Merritt" userId="b92c223c-8880-48c6-9b0c-d25ee1bca468" providerId="ADAL" clId="{A9BA1197-51BB-42D3-A97B-4D3A28EFCEA0}" dt="2023-12-18T11:52:07.126" v="6111" actId="313"/>
        <pc:sldMkLst>
          <pc:docMk/>
          <pc:sldMk cId="3595361527" sldId="277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481169942" sldId="278"/>
        </pc:sldMkLst>
      </pc:sldChg>
      <pc:sldChg chg="addSp delSp modSp new mod modClrScheme chgLayout">
        <pc:chgData name="Patrick Merritt" userId="b92c223c-8880-48c6-9b0c-d25ee1bca468" providerId="ADAL" clId="{A9BA1197-51BB-42D3-A97B-4D3A28EFCEA0}" dt="2023-12-18T11:57:31.744" v="6154"/>
        <pc:sldMkLst>
          <pc:docMk/>
          <pc:sldMk cId="3408099803" sldId="278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57437478" sldId="279"/>
        </pc:sldMkLst>
      </pc:sldChg>
      <pc:sldChg chg="addSp delSp modSp new mod">
        <pc:chgData name="Patrick Merritt" userId="b92c223c-8880-48c6-9b0c-d25ee1bca468" providerId="ADAL" clId="{A9BA1197-51BB-42D3-A97B-4D3A28EFCEA0}" dt="2023-12-18T11:53:04.568" v="6131" actId="12"/>
        <pc:sldMkLst>
          <pc:docMk/>
          <pc:sldMk cId="1572062253" sldId="279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639206012" sldId="280"/>
        </pc:sldMkLst>
      </pc:sldChg>
      <pc:sldChg chg="addSp delSp modSp new mod modClrScheme chgLayout">
        <pc:chgData name="Patrick Merritt" userId="b92c223c-8880-48c6-9b0c-d25ee1bca468" providerId="ADAL" clId="{A9BA1197-51BB-42D3-A97B-4D3A28EFCEA0}" dt="2023-12-18T12:03:03.230" v="6505" actId="20577"/>
        <pc:sldMkLst>
          <pc:docMk/>
          <pc:sldMk cId="988291103" sldId="280"/>
        </pc:sldMkLst>
      </pc:sldChg>
      <pc:sldChg chg="addSp delSp modSp new mod modClrScheme chgLayout">
        <pc:chgData name="Patrick Merritt" userId="b92c223c-8880-48c6-9b0c-d25ee1bca468" providerId="ADAL" clId="{A9BA1197-51BB-42D3-A97B-4D3A28EFCEA0}" dt="2023-12-18T12:06:07.351" v="6557" actId="27636"/>
        <pc:sldMkLst>
          <pc:docMk/>
          <pc:sldMk cId="1800106693" sldId="281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2747582081" sldId="281"/>
        </pc:sldMkLst>
      </pc:sldChg>
      <pc:sldChg chg="modSp new mod">
        <pc:chgData name="Patrick Merritt" userId="b92c223c-8880-48c6-9b0c-d25ee1bca468" providerId="ADAL" clId="{A9BA1197-51BB-42D3-A97B-4D3A28EFCEA0}" dt="2023-12-18T12:06:20.725" v="6567" actId="5793"/>
        <pc:sldMkLst>
          <pc:docMk/>
          <pc:sldMk cId="204494961" sldId="282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4085231695" sldId="282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861414133" sldId="283"/>
        </pc:sldMkLst>
      </pc:sldChg>
      <pc:sldChg chg="modSp new mod">
        <pc:chgData name="Patrick Merritt" userId="b92c223c-8880-48c6-9b0c-d25ee1bca468" providerId="ADAL" clId="{A9BA1197-51BB-42D3-A97B-4D3A28EFCEA0}" dt="2023-12-18T12:11:10.253" v="7200" actId="20577"/>
        <pc:sldMkLst>
          <pc:docMk/>
          <pc:sldMk cId="2606639962" sldId="283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1690954885" sldId="284"/>
        </pc:sldMkLst>
      </pc:sldChg>
      <pc:sldChg chg="modSp new mod">
        <pc:chgData name="Patrick Merritt" userId="b92c223c-8880-48c6-9b0c-d25ee1bca468" providerId="ADAL" clId="{A9BA1197-51BB-42D3-A97B-4D3A28EFCEA0}" dt="2023-12-18T12:13:43.637" v="7583" actId="20577"/>
        <pc:sldMkLst>
          <pc:docMk/>
          <pc:sldMk cId="3201941291" sldId="284"/>
        </pc:sldMkLst>
      </pc:sldChg>
      <pc:sldChg chg="addSp delSp modSp new mod">
        <pc:chgData name="Patrick Merritt" userId="b92c223c-8880-48c6-9b0c-d25ee1bca468" providerId="ADAL" clId="{A9BA1197-51BB-42D3-A97B-4D3A28EFCEA0}" dt="2023-12-18T12:19:13.542" v="7818" actId="20577"/>
        <pc:sldMkLst>
          <pc:docMk/>
          <pc:sldMk cId="472658482" sldId="285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478102423" sldId="285"/>
        </pc:sldMkLst>
      </pc:sldChg>
      <pc:sldChg chg="modSp new mod">
        <pc:chgData name="Patrick Merritt" userId="b92c223c-8880-48c6-9b0c-d25ee1bca468" providerId="ADAL" clId="{A9BA1197-51BB-42D3-A97B-4D3A28EFCEA0}" dt="2023-12-18T12:19:24.781" v="7827" actId="20577"/>
        <pc:sldMkLst>
          <pc:docMk/>
          <pc:sldMk cId="2060456983" sldId="286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4225291369" sldId="286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2373353585" sldId="287"/>
        </pc:sldMkLst>
      </pc:sldChg>
      <pc:sldChg chg="modSp new mod">
        <pc:chgData name="Patrick Merritt" userId="b92c223c-8880-48c6-9b0c-d25ee1bca468" providerId="ADAL" clId="{A9BA1197-51BB-42D3-A97B-4D3A28EFCEA0}" dt="2023-12-18T12:21:04.239" v="8039" actId="5793"/>
        <pc:sldMkLst>
          <pc:docMk/>
          <pc:sldMk cId="4109730789" sldId="287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1932368986" sldId="288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1920045742" sldId="289"/>
        </pc:sldMkLst>
      </pc:sldChg>
      <pc:sldChg chg="del">
        <pc:chgData name="Patrick Merritt" userId="b92c223c-8880-48c6-9b0c-d25ee1bca468" providerId="ADAL" clId="{A9BA1197-51BB-42D3-A97B-4D3A28EFCEA0}" dt="2023-12-18T10:41:49.688" v="2" actId="47"/>
        <pc:sldMkLst>
          <pc:docMk/>
          <pc:sldMk cId="1357407568" sldId="290"/>
        </pc:sldMkLst>
      </pc:sldChg>
    </pc:docChg>
  </pc:docChgLst>
  <pc:docChgLst>
    <pc:chgData name="Patrick Merritt" userId="b92c223c-8880-48c6-9b0c-d25ee1bca468" providerId="ADAL" clId="{E7A11E1E-CE06-4DE3-915B-4A696C29326E}"/>
    <pc:docChg chg="undo custSel addSld delSld modSld sldOrd">
      <pc:chgData name="Patrick Merritt" userId="b92c223c-8880-48c6-9b0c-d25ee1bca468" providerId="ADAL" clId="{E7A11E1E-CE06-4DE3-915B-4A696C29326E}" dt="2024-01-05T13:57:56.414" v="4569" actId="20577"/>
      <pc:docMkLst>
        <pc:docMk/>
      </pc:docMkLst>
      <pc:sldChg chg="modSp mod">
        <pc:chgData name="Patrick Merritt" userId="b92c223c-8880-48c6-9b0c-d25ee1bca468" providerId="ADAL" clId="{E7A11E1E-CE06-4DE3-915B-4A696C29326E}" dt="2024-01-05T11:35:23.164" v="16" actId="20577"/>
        <pc:sldMkLst>
          <pc:docMk/>
          <pc:sldMk cId="357346659" sldId="256"/>
        </pc:sldMkLst>
      </pc:sldChg>
      <pc:sldChg chg="modSp mod">
        <pc:chgData name="Patrick Merritt" userId="b92c223c-8880-48c6-9b0c-d25ee1bca468" providerId="ADAL" clId="{E7A11E1E-CE06-4DE3-915B-4A696C29326E}" dt="2024-01-05T11:35:56.629" v="61" actId="20577"/>
        <pc:sldMkLst>
          <pc:docMk/>
          <pc:sldMk cId="4090023474" sldId="259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2171259363" sldId="260"/>
        </pc:sldMkLst>
      </pc:sldChg>
      <pc:sldChg chg="modSp new mod">
        <pc:chgData name="Patrick Merritt" userId="b92c223c-8880-48c6-9b0c-d25ee1bca468" providerId="ADAL" clId="{E7A11E1E-CE06-4DE3-915B-4A696C29326E}" dt="2024-01-05T11:39:57.692" v="405" actId="20577"/>
        <pc:sldMkLst>
          <pc:docMk/>
          <pc:sldMk cId="3220211011" sldId="260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2197901773" sldId="261"/>
        </pc:sldMkLst>
      </pc:sldChg>
      <pc:sldChg chg="addSp delSp modSp new mod modClrScheme chgLayout">
        <pc:chgData name="Patrick Merritt" userId="b92c223c-8880-48c6-9b0c-d25ee1bca468" providerId="ADAL" clId="{E7A11E1E-CE06-4DE3-915B-4A696C29326E}" dt="2024-01-05T11:45:12.643" v="562" actId="1076"/>
        <pc:sldMkLst>
          <pc:docMk/>
          <pc:sldMk cId="4255940389" sldId="261"/>
        </pc:sldMkLst>
      </pc:sldChg>
      <pc:sldChg chg="delSp modSp add mod ord">
        <pc:chgData name="Patrick Merritt" userId="b92c223c-8880-48c6-9b0c-d25ee1bca468" providerId="ADAL" clId="{E7A11E1E-CE06-4DE3-915B-4A696C29326E}" dt="2024-01-05T11:57:51.968" v="1150"/>
        <pc:sldMkLst>
          <pc:docMk/>
          <pc:sldMk cId="194009912" sldId="262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3824764564" sldId="262"/>
        </pc:sldMkLst>
      </pc:sldChg>
      <pc:sldChg chg="new del">
        <pc:chgData name="Patrick Merritt" userId="b92c223c-8880-48c6-9b0c-d25ee1bca468" providerId="ADAL" clId="{E7A11E1E-CE06-4DE3-915B-4A696C29326E}" dt="2024-01-05T11:49:56.604" v="694" actId="47"/>
        <pc:sldMkLst>
          <pc:docMk/>
          <pc:sldMk cId="87283948" sldId="263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1141273340" sldId="263"/>
        </pc:sldMkLst>
      </pc:sldChg>
      <pc:sldChg chg="modSp add del mod">
        <pc:chgData name="Patrick Merritt" userId="b92c223c-8880-48c6-9b0c-d25ee1bca468" providerId="ADAL" clId="{E7A11E1E-CE06-4DE3-915B-4A696C29326E}" dt="2024-01-05T11:49:42.532" v="691" actId="47"/>
        <pc:sldMkLst>
          <pc:docMk/>
          <pc:sldMk cId="3185771743" sldId="263"/>
        </pc:sldMkLst>
      </pc:sldChg>
      <pc:sldChg chg="addSp delSp modSp add mod ord">
        <pc:chgData name="Patrick Merritt" userId="b92c223c-8880-48c6-9b0c-d25ee1bca468" providerId="ADAL" clId="{E7A11E1E-CE06-4DE3-915B-4A696C29326E}" dt="2024-01-05T11:57:51.968" v="1150"/>
        <pc:sldMkLst>
          <pc:docMk/>
          <pc:sldMk cId="1381975443" sldId="264"/>
        </pc:sldMkLst>
      </pc:sldChg>
      <pc:sldChg chg="modSp add mod ord">
        <pc:chgData name="Patrick Merritt" userId="b92c223c-8880-48c6-9b0c-d25ee1bca468" providerId="ADAL" clId="{E7A11E1E-CE06-4DE3-915B-4A696C29326E}" dt="2024-01-05T11:57:51.968" v="1150"/>
        <pc:sldMkLst>
          <pc:docMk/>
          <pc:sldMk cId="1646518234" sldId="265"/>
        </pc:sldMkLst>
      </pc:sldChg>
      <pc:sldChg chg="addSp modSp new mod modClrScheme chgLayout">
        <pc:chgData name="Patrick Merritt" userId="b92c223c-8880-48c6-9b0c-d25ee1bca468" providerId="ADAL" clId="{E7A11E1E-CE06-4DE3-915B-4A696C29326E}" dt="2024-01-05T11:58:44.490" v="1302"/>
        <pc:sldMkLst>
          <pc:docMk/>
          <pc:sldMk cId="899640561" sldId="266"/>
        </pc:sldMkLst>
      </pc:sldChg>
      <pc:sldChg chg="addSp delSp modSp new mod modClrScheme chgLayout">
        <pc:chgData name="Patrick Merritt" userId="b92c223c-8880-48c6-9b0c-d25ee1bca468" providerId="ADAL" clId="{E7A11E1E-CE06-4DE3-915B-4A696C29326E}" dt="2024-01-05T12:05:22.156" v="1388" actId="478"/>
        <pc:sldMkLst>
          <pc:docMk/>
          <pc:sldMk cId="1828174363" sldId="267"/>
        </pc:sldMkLst>
      </pc:sldChg>
      <pc:sldChg chg="modSp new del mod">
        <pc:chgData name="Patrick Merritt" userId="b92c223c-8880-48c6-9b0c-d25ee1bca468" providerId="ADAL" clId="{E7A11E1E-CE06-4DE3-915B-4A696C29326E}" dt="2024-01-05T11:57:53.439" v="1151" actId="47"/>
        <pc:sldMkLst>
          <pc:docMk/>
          <pc:sldMk cId="4245200267" sldId="267"/>
        </pc:sldMkLst>
      </pc:sldChg>
      <pc:sldChg chg="addSp modSp add">
        <pc:chgData name="Patrick Merritt" userId="b92c223c-8880-48c6-9b0c-d25ee1bca468" providerId="ADAL" clId="{E7A11E1E-CE06-4DE3-915B-4A696C29326E}" dt="2024-01-05T12:05:41.076" v="1393" actId="11529"/>
        <pc:sldMkLst>
          <pc:docMk/>
          <pc:sldMk cId="4070213266" sldId="268"/>
        </pc:sldMkLst>
      </pc:sldChg>
      <pc:sldChg chg="addSp delSp modSp add mod">
        <pc:chgData name="Patrick Merritt" userId="b92c223c-8880-48c6-9b0c-d25ee1bca468" providerId="ADAL" clId="{E7A11E1E-CE06-4DE3-915B-4A696C29326E}" dt="2024-01-05T12:07:56.988" v="1442" actId="478"/>
        <pc:sldMkLst>
          <pc:docMk/>
          <pc:sldMk cId="201773658" sldId="269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4277664154" sldId="269"/>
        </pc:sldMkLst>
      </pc:sldChg>
      <pc:sldChg chg="addSp modSp add mod">
        <pc:chgData name="Patrick Merritt" userId="b92c223c-8880-48c6-9b0c-d25ee1bca468" providerId="ADAL" clId="{E7A11E1E-CE06-4DE3-915B-4A696C29326E}" dt="2024-01-05T12:09:19.165" v="1474" actId="20577"/>
        <pc:sldMkLst>
          <pc:docMk/>
          <pc:sldMk cId="2551126643" sldId="270"/>
        </pc:sldMkLst>
      </pc:sldChg>
      <pc:sldChg chg="delSp add del">
        <pc:chgData name="Patrick Merritt" userId="b92c223c-8880-48c6-9b0c-d25ee1bca468" providerId="ADAL" clId="{E7A11E1E-CE06-4DE3-915B-4A696C29326E}" dt="2024-01-05T12:09:10.949" v="1471" actId="47"/>
        <pc:sldMkLst>
          <pc:docMk/>
          <pc:sldMk cId="2192935530" sldId="271"/>
        </pc:sldMkLst>
      </pc:sldChg>
      <pc:sldChg chg="modSp add mod">
        <pc:chgData name="Patrick Merritt" userId="b92c223c-8880-48c6-9b0c-d25ee1bca468" providerId="ADAL" clId="{E7A11E1E-CE06-4DE3-915B-4A696C29326E}" dt="2024-01-05T12:09:57.316" v="1527" actId="5793"/>
        <pc:sldMkLst>
          <pc:docMk/>
          <pc:sldMk cId="2686793011" sldId="271"/>
        </pc:sldMkLst>
      </pc:sldChg>
      <pc:sldChg chg="addSp delSp modSp add mod">
        <pc:chgData name="Patrick Merritt" userId="b92c223c-8880-48c6-9b0c-d25ee1bca468" providerId="ADAL" clId="{E7A11E1E-CE06-4DE3-915B-4A696C29326E}" dt="2024-01-05T12:11:09.292" v="1557" actId="14100"/>
        <pc:sldMkLst>
          <pc:docMk/>
          <pc:sldMk cId="28505729" sldId="272"/>
        </pc:sldMkLst>
      </pc:sldChg>
      <pc:sldChg chg="add del">
        <pc:chgData name="Patrick Merritt" userId="b92c223c-8880-48c6-9b0c-d25ee1bca468" providerId="ADAL" clId="{E7A11E1E-CE06-4DE3-915B-4A696C29326E}" dt="2024-01-05T12:09:11.997" v="1472" actId="47"/>
        <pc:sldMkLst>
          <pc:docMk/>
          <pc:sldMk cId="3115219905" sldId="272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3125995448" sldId="272"/>
        </pc:sldMkLst>
      </pc:sldChg>
      <pc:sldChg chg="addSp modSp add mod">
        <pc:chgData name="Patrick Merritt" userId="b92c223c-8880-48c6-9b0c-d25ee1bca468" providerId="ADAL" clId="{E7A11E1E-CE06-4DE3-915B-4A696C29326E}" dt="2024-01-05T12:11:31.051" v="1565" actId="20577"/>
        <pc:sldMkLst>
          <pc:docMk/>
          <pc:sldMk cId="856013186" sldId="273"/>
        </pc:sldMkLst>
      </pc:sldChg>
      <pc:sldChg chg="addSp delSp modSp add mod">
        <pc:chgData name="Patrick Merritt" userId="b92c223c-8880-48c6-9b0c-d25ee1bca468" providerId="ADAL" clId="{E7A11E1E-CE06-4DE3-915B-4A696C29326E}" dt="2024-01-05T12:14:37.356" v="1775" actId="167"/>
        <pc:sldMkLst>
          <pc:docMk/>
          <pc:sldMk cId="2735444027" sldId="274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324901865" sldId="275"/>
        </pc:sldMkLst>
      </pc:sldChg>
      <pc:sldChg chg="addSp delSp modSp new mod modClrScheme chgLayout">
        <pc:chgData name="Patrick Merritt" userId="b92c223c-8880-48c6-9b0c-d25ee1bca468" providerId="ADAL" clId="{E7A11E1E-CE06-4DE3-915B-4A696C29326E}" dt="2024-01-05T12:29:30.027" v="2305" actId="20577"/>
        <pc:sldMkLst>
          <pc:docMk/>
          <pc:sldMk cId="3564156289" sldId="275"/>
        </pc:sldMkLst>
      </pc:sldChg>
      <pc:sldChg chg="addSp delSp modSp new mod modClrScheme chgLayout">
        <pc:chgData name="Patrick Merritt" userId="b92c223c-8880-48c6-9b0c-d25ee1bca468" providerId="ADAL" clId="{E7A11E1E-CE06-4DE3-915B-4A696C29326E}" dt="2024-01-05T13:04:01.851" v="2606" actId="20577"/>
        <pc:sldMkLst>
          <pc:docMk/>
          <pc:sldMk cId="1200111887" sldId="276"/>
        </pc:sldMkLst>
      </pc:sldChg>
      <pc:sldChg chg="modSp new del mod">
        <pc:chgData name="Patrick Merritt" userId="b92c223c-8880-48c6-9b0c-d25ee1bca468" providerId="ADAL" clId="{E7A11E1E-CE06-4DE3-915B-4A696C29326E}" dt="2024-01-05T13:16:11.411" v="3107" actId="47"/>
        <pc:sldMkLst>
          <pc:docMk/>
          <pc:sldMk cId="2687465402" sldId="277"/>
        </pc:sldMkLst>
      </pc:sldChg>
      <pc:sldChg chg="modSp new mod">
        <pc:chgData name="Patrick Merritt" userId="b92c223c-8880-48c6-9b0c-d25ee1bca468" providerId="ADAL" clId="{E7A11E1E-CE06-4DE3-915B-4A696C29326E}" dt="2024-01-05T13:17:24.611" v="3207" actId="20577"/>
        <pc:sldMkLst>
          <pc:docMk/>
          <pc:sldMk cId="1260970175" sldId="278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2541414701" sldId="278"/>
        </pc:sldMkLst>
      </pc:sldChg>
      <pc:sldChg chg="modSp new del mod">
        <pc:chgData name="Patrick Merritt" userId="b92c223c-8880-48c6-9b0c-d25ee1bca468" providerId="ADAL" clId="{E7A11E1E-CE06-4DE3-915B-4A696C29326E}" dt="2024-01-05T13:29:07.444" v="3571" actId="680"/>
        <pc:sldMkLst>
          <pc:docMk/>
          <pc:sldMk cId="1183092239" sldId="279"/>
        </pc:sldMkLst>
      </pc:sldChg>
      <pc:sldChg chg="addSp delSp modSp new add del mod modClrScheme delAnim modAnim chgLayout">
        <pc:chgData name="Patrick Merritt" userId="b92c223c-8880-48c6-9b0c-d25ee1bca468" providerId="ADAL" clId="{E7A11E1E-CE06-4DE3-915B-4A696C29326E}" dt="2024-01-05T13:46:56.139" v="4212" actId="20577"/>
        <pc:sldMkLst>
          <pc:docMk/>
          <pc:sldMk cId="1562694714" sldId="279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2732513907" sldId="279"/>
        </pc:sldMkLst>
      </pc:sldChg>
      <pc:sldChg chg="modSp new del mod">
        <pc:chgData name="Patrick Merritt" userId="b92c223c-8880-48c6-9b0c-d25ee1bca468" providerId="ADAL" clId="{E7A11E1E-CE06-4DE3-915B-4A696C29326E}" dt="2024-01-05T13:16:10.180" v="3106" actId="47"/>
        <pc:sldMkLst>
          <pc:docMk/>
          <pc:sldMk cId="2840096935" sldId="279"/>
        </pc:sldMkLst>
      </pc:sldChg>
      <pc:sldChg chg="addSp delSp modSp new mod">
        <pc:chgData name="Patrick Merritt" userId="b92c223c-8880-48c6-9b0c-d25ee1bca468" providerId="ADAL" clId="{E7A11E1E-CE06-4DE3-915B-4A696C29326E}" dt="2024-01-05T13:44:33.182" v="4105" actId="1076"/>
        <pc:sldMkLst>
          <pc:docMk/>
          <pc:sldMk cId="2989599628" sldId="280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50183293" sldId="281"/>
        </pc:sldMkLst>
      </pc:sldChg>
      <pc:sldChg chg="addSp delSp modSp new mod">
        <pc:chgData name="Patrick Merritt" userId="b92c223c-8880-48c6-9b0c-d25ee1bca468" providerId="ADAL" clId="{E7A11E1E-CE06-4DE3-915B-4A696C29326E}" dt="2024-01-05T13:57:56.414" v="4569" actId="20577"/>
        <pc:sldMkLst>
          <pc:docMk/>
          <pc:sldMk cId="4176621276" sldId="281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946047" sldId="282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4067051680" sldId="284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2951863759" sldId="285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3866769334" sldId="287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157197811" sldId="288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893304074" sldId="289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2257472396" sldId="290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1413556152" sldId="292"/>
        </pc:sldMkLst>
      </pc:sldChg>
      <pc:sldChg chg="del">
        <pc:chgData name="Patrick Merritt" userId="b92c223c-8880-48c6-9b0c-d25ee1bca468" providerId="ADAL" clId="{E7A11E1E-CE06-4DE3-915B-4A696C29326E}" dt="2024-01-05T11:35:37.382" v="17" actId="47"/>
        <pc:sldMkLst>
          <pc:docMk/>
          <pc:sldMk cId="1764408726" sldId="293"/>
        </pc:sldMkLst>
      </pc:sldChg>
    </pc:docChg>
  </pc:docChgLst>
  <pc:docChgLst>
    <pc:chgData name="Patrick Merritt" userId="b92c223c-8880-48c6-9b0c-d25ee1bca468" providerId="ADAL" clId="{0EE5FD52-A6B1-453F-A630-214A1E90B086}"/>
    <pc:docChg chg="custSel modSld">
      <pc:chgData name="Patrick Merritt" userId="b92c223c-8880-48c6-9b0c-d25ee1bca468" providerId="ADAL" clId="{0EE5FD52-A6B1-453F-A630-214A1E90B086}" dt="2024-04-03T09:04:06.427" v="19" actId="20577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1EC1-FC98-4F19-A171-A54C42076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C305E-5617-41DE-8DBB-8F5B2261B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444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41C8-EE61-43C6-A2C0-0797F7AD3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0CF45-08CD-4BB7-B7C8-A95748845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8A74F-97B4-4B15-8FF3-EA1A488C2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3A727-FBA8-479C-90F8-BA1096AFD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8BEA4-ADDB-4310-AB09-FBDC0A4C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73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56DA1-9B76-4300-B933-A29DB9811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11601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3ABF4-81C9-4DBB-813B-B935A1AE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116012" cy="141232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D0AC6-E4F6-44DB-9CEB-D8554FF0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646EF-5131-4EAF-B54C-9E60AAB4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51384-809B-4585-AD1A-701F5CBA6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909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6B865-8AAA-43A2-9CBC-7228A63C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1D42-22B6-47FB-A295-CA7D55FD0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0464F-D595-4231-87A0-79CF681A1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6611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61272-35CE-4697-B730-E09E2567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8D588-0530-47AF-AA4B-52BC9314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9005" y="6220076"/>
            <a:ext cx="4114800" cy="36512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7F250-8206-4824-85E4-E7967235C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1410" y="6220077"/>
            <a:ext cx="2102714" cy="365125"/>
          </a:xfrm>
        </p:spPr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3205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2D56-10B7-4222-8279-246DF9021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099761" cy="5908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BDE02-D423-433B-B237-8165A3FBE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ED2CD-A923-48AE-BE7A-65094B2B6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24C5C-95BB-4D72-B106-F1096D6BC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61206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D0BDA3-73A5-44F8-A700-2502E7546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62794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907149-2486-44EE-9E2D-6C54D747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81D6E-D37E-4516-B80F-F7981D50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2C8D92-D530-45E5-B2EC-1B825702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0084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186CA-5814-4B17-BC7A-C4CEE9D0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832E7-7920-4D3F-B352-6890B23D6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3BDB7-B035-433E-9188-5B7088CF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24CDC-52EA-4751-A335-CC2D6444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4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322F00-98FE-4827-9FD1-05600515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32B11-3CBE-43FF-A32C-46F54C2E6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BAA0A-1258-47A9-BD1E-711576E2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019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A420-52DA-4B9D-893E-A1129DA17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1D092-9C7B-4E3B-BD8E-8C1B6604C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B05E6-F800-4C8F-B1E0-727DC7BE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1E458-F9A8-408D-9D6B-B04B089B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539F7-28F4-4A49-A701-C73C9DBA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EDC34-4456-448F-8F35-D1D9F61A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51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3EA2D-CD98-4737-860C-36BDBA67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230976" cy="97258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807CA5-ED9F-4A1F-AE56-CF3B890553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78829" y="987425"/>
            <a:ext cx="574409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49842-C75C-4288-91C5-EE2845110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96291"/>
            <a:ext cx="4230976" cy="43726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20EE0-DB39-400C-8D2E-C47A93328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901EF-1BD3-466F-AAA7-DCC9D18E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2F2A9-DA0B-470F-89FC-1AF8F34C5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134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2169-A8A0-46F8-AE86-FFA46F8B5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713B0-52BB-4FFA-8982-037D8DB6F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62C6C-95F3-47E6-8416-0BF2292E3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BC86-B614-447C-B833-B97B5BB0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F8BFF-5818-4A9F-ACFC-28768F59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7427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9BE05A-120A-461C-909A-2D5ACC095C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17824" y="365125"/>
            <a:ext cx="1288473" cy="5611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DACDB-5FAB-4710-BD73-7B00BFF76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671560" cy="5611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DF16C-5463-41A2-8DDF-1DB7673EB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88289-D2F5-41E9-96C9-31A2675D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50029-2D55-471F-93AF-4F727B08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3750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1EC1-FC98-4F19-A171-A54C42076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C305E-5617-41DE-8DBB-8F5B2261B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32200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41C8-EE61-43C6-A2C0-0797F7AD3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0CF45-08CD-4BB7-B7C8-A95748845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8A74F-97B4-4B15-8FF3-EA1A488C2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3A727-FBA8-479C-90F8-BA1096AFD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8BEA4-ADDB-4310-AB09-FBDC0A4C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9354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56DA1-9B76-4300-B933-A29DB9811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11601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3ABF4-81C9-4DBB-813B-B935A1AE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116012" cy="141232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D0AC6-E4F6-44DB-9CEB-D8554FF0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646EF-5131-4EAF-B54C-9E60AAB4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51384-809B-4585-AD1A-701F5CBA6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3407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6B865-8AAA-43A2-9CBC-7228A63C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1D42-22B6-47FB-A295-CA7D55FD0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0464F-D595-4231-87A0-79CF681A1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6611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61272-35CE-4697-B730-E09E2567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8D588-0530-47AF-AA4B-52BC9314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9005" y="6220076"/>
            <a:ext cx="4114800" cy="36512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7F250-8206-4824-85E4-E7967235C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1410" y="6220077"/>
            <a:ext cx="2102714" cy="365125"/>
          </a:xfrm>
        </p:spPr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458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2D56-10B7-4222-8279-246DF9021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099761" cy="5908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BDE02-D423-433B-B237-8165A3FBE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ED2CD-A923-48AE-BE7A-65094B2B6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24C5C-95BB-4D72-B106-F1096D6BC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61206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D0BDA3-73A5-44F8-A700-2502E7546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62794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907149-2486-44EE-9E2D-6C54D747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81D6E-D37E-4516-B80F-F7981D50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2C8D92-D530-45E5-B2EC-1B825702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33342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186CA-5814-4B17-BC7A-C4CEE9D0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832E7-7920-4D3F-B352-6890B23D6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3BDB7-B035-433E-9188-5B7088CF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24CDC-52EA-4751-A335-CC2D6444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48574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322F00-98FE-4827-9FD1-05600515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32B11-3CBE-43FF-A32C-46F54C2E6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BAA0A-1258-47A9-BD1E-711576E2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9729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A420-52DA-4B9D-893E-A1129DA17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1D092-9C7B-4E3B-BD8E-8C1B6604C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B05E6-F800-4C8F-B1E0-727DC7BE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1E458-F9A8-408D-9D6B-B04B089B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539F7-28F4-4A49-A701-C73C9DBA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EDC34-4456-448F-8F35-D1D9F61A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6666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3EA2D-CD98-4737-860C-36BDBA67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230976" cy="97258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807CA5-ED9F-4A1F-AE56-CF3B890553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78829" y="987425"/>
            <a:ext cx="574409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49842-C75C-4288-91C5-EE2845110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96291"/>
            <a:ext cx="4230976" cy="43726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20EE0-DB39-400C-8D2E-C47A93328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901EF-1BD3-466F-AAA7-DCC9D18E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2F2A9-DA0B-470F-89FC-1AF8F34C5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92602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2169-A8A0-46F8-AE86-FFA46F8B5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713B0-52BB-4FFA-8982-037D8DB6F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62C6C-95F3-47E6-8416-0BF2292E3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BC86-B614-447C-B833-B97B5BB0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F8BFF-5818-4A9F-ACFC-28768F59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76782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9BE05A-120A-461C-909A-2D5ACC095C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17824" y="365125"/>
            <a:ext cx="1288473" cy="5611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DACDB-5FAB-4710-BD73-7B00BFF76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671560" cy="5611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DF16C-5463-41A2-8DDF-1DB7673EB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88289-D2F5-41E9-96C9-31A2675D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50029-2D55-471F-93AF-4F727B08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43824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1EC1-FC98-4F19-A171-A54C42076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C305E-5617-41DE-8DBB-8F5B2261B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2209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41C8-EE61-43C6-A2C0-0797F7AD3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0CF45-08CD-4BB7-B7C8-A95748845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8A74F-97B4-4B15-8FF3-EA1A488C2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3A727-FBA8-479C-90F8-BA1096AFD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8BEA4-ADDB-4310-AB09-FBDC0A4C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64622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56DA1-9B76-4300-B933-A29DB9811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11601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3ABF4-81C9-4DBB-813B-B935A1AE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116012" cy="141232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D0AC6-E4F6-44DB-9CEB-D8554FF0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646EF-5131-4EAF-B54C-9E60AAB4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51384-809B-4585-AD1A-701F5CBA6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501751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6B865-8AAA-43A2-9CBC-7228A63C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1D42-22B6-47FB-A295-CA7D55FD0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0464F-D595-4231-87A0-79CF681A1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6611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61272-35CE-4697-B730-E09E2567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8D588-0530-47AF-AA4B-52BC9314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9005" y="6220076"/>
            <a:ext cx="4114800" cy="36512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7F250-8206-4824-85E4-E7967235C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1410" y="6220077"/>
            <a:ext cx="2102714" cy="365125"/>
          </a:xfrm>
        </p:spPr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65104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2D56-10B7-4222-8279-246DF9021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099761" cy="5908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BDE02-D423-433B-B237-8165A3FBE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ED2CD-A923-48AE-BE7A-65094B2B6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24C5C-95BB-4D72-B106-F1096D6BC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61206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D0BDA3-73A5-44F8-A700-2502E7546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62794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907149-2486-44EE-9E2D-6C54D747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81D6E-D37E-4516-B80F-F7981D50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2C8D92-D530-45E5-B2EC-1B825702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90509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186CA-5814-4B17-BC7A-C4CEE9D0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832E7-7920-4D3F-B352-6890B23D6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3BDB7-B035-433E-9188-5B7088CF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24CDC-52EA-4751-A335-CC2D6444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27401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322F00-98FE-4827-9FD1-05600515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32B11-3CBE-43FF-A32C-46F54C2E6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BAA0A-1258-47A9-BD1E-711576E2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010871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A420-52DA-4B9D-893E-A1129DA17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1D092-9C7B-4E3B-BD8E-8C1B6604C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B05E6-F800-4C8F-B1E0-727DC7BE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1E458-F9A8-408D-9D6B-B04B089B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539F7-28F4-4A49-A701-C73C9DBA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EDC34-4456-448F-8F35-D1D9F61A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38349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3EA2D-CD98-4737-860C-36BDBA67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230976" cy="97258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807CA5-ED9F-4A1F-AE56-CF3B890553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78829" y="987425"/>
            <a:ext cx="574409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49842-C75C-4288-91C5-EE2845110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96291"/>
            <a:ext cx="4230976" cy="43726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20EE0-DB39-400C-8D2E-C47A93328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901EF-1BD3-466F-AAA7-DCC9D18E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2F2A9-DA0B-470F-89FC-1AF8F34C5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72276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2169-A8A0-46F8-AE86-FFA46F8B5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713B0-52BB-4FFA-8982-037D8DB6F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62C6C-95F3-47E6-8416-0BF2292E3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BC86-B614-447C-B833-B97B5BB0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F8BFF-5818-4A9F-ACFC-28768F59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95422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9BE05A-120A-461C-909A-2D5ACC095C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17824" y="365125"/>
            <a:ext cx="1288473" cy="5611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DACDB-5FAB-4710-BD73-7B00BFF76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671560" cy="5611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DF16C-5463-41A2-8DDF-1DB7673EB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88289-D2F5-41E9-96C9-31A2675D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50029-2D55-471F-93AF-4F727B08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27146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1EC1-FC98-4F19-A171-A54C42076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C305E-5617-41DE-8DBB-8F5B2261B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2493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41C8-EE61-43C6-A2C0-0797F7AD3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0CF45-08CD-4BB7-B7C8-A95748845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8A74F-97B4-4B15-8FF3-EA1A488C2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3A727-FBA8-479C-90F8-BA1096AFD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8BEA4-ADDB-4310-AB09-FBDC0A4C9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20522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56DA1-9B76-4300-B933-A29DB9811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11601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3ABF4-81C9-4DBB-813B-B935A1AE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116012" cy="141232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D0AC6-E4F6-44DB-9CEB-D8554FF0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646EF-5131-4EAF-B54C-9E60AAB4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51384-809B-4585-AD1A-701F5CBA6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6141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6B865-8AAA-43A2-9CBC-7228A63C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1D42-22B6-47FB-A295-CA7D55FD0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0464F-D595-4231-87A0-79CF681A18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6611" y="1080655"/>
            <a:ext cx="4968000" cy="4921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61272-35CE-4697-B730-E09E2567C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8D588-0530-47AF-AA4B-52BC9314B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9005" y="6220076"/>
            <a:ext cx="4114800" cy="365125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7F250-8206-4824-85E4-E7967235C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71410" y="6220077"/>
            <a:ext cx="2102714" cy="365125"/>
          </a:xfrm>
        </p:spPr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593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2D56-10B7-4222-8279-246DF9021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099761" cy="5908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BDE02-D423-433B-B237-8165A3FBE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3ED2CD-A923-48AE-BE7A-65094B2B6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24C5C-95BB-4D72-B106-F1096D6BC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61206" y="1004213"/>
            <a:ext cx="4968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D0BDA3-73A5-44F8-A700-2502E7546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962794" y="1876375"/>
            <a:ext cx="4968000" cy="41087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907149-2486-44EE-9E2D-6C54D747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81D6E-D37E-4516-B80F-F7981D50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2C8D92-D530-45E5-B2EC-1B825702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9864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186CA-5814-4B17-BC7A-C4CEE9D01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832E7-7920-4D3F-B352-6890B23D6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3BDB7-B035-433E-9188-5B7088CFE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24CDC-52EA-4751-A335-CC2D64449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674389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322F00-98FE-4827-9FD1-05600515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C32B11-3CBE-43FF-A32C-46F54C2E6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BAA0A-1258-47A9-BD1E-711576E29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514010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A420-52DA-4B9D-893E-A1129DA17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1D092-9C7B-4E3B-BD8E-8C1B6604C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B05E6-F800-4C8F-B1E0-727DC7BED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1E458-F9A8-408D-9D6B-B04B089B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539F7-28F4-4A49-A701-C73C9DBAC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EDC34-4456-448F-8F35-D1D9F61AA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64492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3EA2D-CD98-4737-860C-36BDBA67C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230976" cy="97258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807CA5-ED9F-4A1F-AE56-CF3B890553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78829" y="987425"/>
            <a:ext cx="574409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D49842-C75C-4288-91C5-EE2845110D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96291"/>
            <a:ext cx="4230976" cy="437269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20EE0-DB39-400C-8D2E-C47A93328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901EF-1BD3-466F-AAA7-DCC9D18E1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2F2A9-DA0B-470F-89FC-1AF8F34C5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46313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2169-A8A0-46F8-AE86-FFA46F8B5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713B0-52BB-4FFA-8982-037D8DB6F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62C6C-95F3-47E6-8416-0BF2292E3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BC86-B614-447C-B833-B97B5BB03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F8BFF-5818-4A9F-ACFC-28768F59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369372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9BE05A-120A-461C-909A-2D5ACC095C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17824" y="365125"/>
            <a:ext cx="1288473" cy="5611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DACDB-5FAB-4710-BD73-7B00BFF76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671560" cy="5611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DF16C-5463-41A2-8DDF-1DB7673EB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88289-D2F5-41E9-96C9-31A2675D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50029-2D55-471F-93AF-4F727B08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0782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BAA4B-EFB1-4968-AC0D-B1E6C7D9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076411" cy="624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F7222-5AC8-42B2-B402-D09323DB3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80661"/>
            <a:ext cx="10076411" cy="4921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D4524-FA31-41DA-8CA5-403E926F9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220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12F2F-146D-428E-B203-AB96B17BE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9005" y="622344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EDF7E-3F13-41D9-ACD5-B384BCC91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71410" y="6237912"/>
            <a:ext cx="21027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C3454A-A844-49A0-9BD5-0680B5A08FEF}"/>
              </a:ext>
            </a:extLst>
          </p:cNvPr>
          <p:cNvCxnSpPr>
            <a:cxnSpLocks/>
          </p:cNvCxnSpPr>
          <p:nvPr userDrawn="1"/>
        </p:nvCxnSpPr>
        <p:spPr>
          <a:xfrm flipH="1">
            <a:off x="224413" y="6064371"/>
            <a:ext cx="11716378" cy="0"/>
          </a:xfrm>
          <a:prstGeom prst="line">
            <a:avLst/>
          </a:prstGeom>
          <a:ln w="25400">
            <a:solidFill>
              <a:srgbClr val="9DA0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ack and white logo&#10;&#10;Description automatically generated with medium confidence">
            <a:extLst>
              <a:ext uri="{FF2B5EF4-FFF2-40B4-BE49-F238E27FC236}">
                <a16:creationId xmlns:a16="http://schemas.microsoft.com/office/drawing/2014/main" id="{1D7F10E7-5B0B-4E35-8D1D-F967BE6936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7249" y="226334"/>
            <a:ext cx="970338" cy="9830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840CE1-1165-4F29-B673-7867BB82EEC2}"/>
              </a:ext>
            </a:extLst>
          </p:cNvPr>
          <p:cNvSpPr txBox="1"/>
          <p:nvPr userDrawn="1"/>
        </p:nvSpPr>
        <p:spPr>
          <a:xfrm>
            <a:off x="10713314" y="6266587"/>
            <a:ext cx="119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derby</a:t>
            </a: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.ac.uk</a:t>
            </a:r>
          </a:p>
        </p:txBody>
      </p:sp>
    </p:spTree>
    <p:extLst>
      <p:ext uri="{BB962C8B-B14F-4D97-AF65-F5344CB8AC3E}">
        <p14:creationId xmlns:p14="http://schemas.microsoft.com/office/powerpoint/2010/main" val="105726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D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BAA4B-EFB1-4968-AC0D-B1E6C7D9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076411" cy="624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F7222-5AC8-42B2-B402-D09323DB3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80661"/>
            <a:ext cx="10076411" cy="4921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D4524-FA31-41DA-8CA5-403E926F9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220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12F2F-146D-428E-B203-AB96B17BE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9005" y="622344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EDF7E-3F13-41D9-ACD5-B384BCC91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71410" y="6237912"/>
            <a:ext cx="21027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C3454A-A844-49A0-9BD5-0680B5A08FEF}"/>
              </a:ext>
            </a:extLst>
          </p:cNvPr>
          <p:cNvCxnSpPr>
            <a:cxnSpLocks/>
          </p:cNvCxnSpPr>
          <p:nvPr userDrawn="1"/>
        </p:nvCxnSpPr>
        <p:spPr>
          <a:xfrm flipH="1">
            <a:off x="224413" y="6064371"/>
            <a:ext cx="11716378" cy="0"/>
          </a:xfrm>
          <a:prstGeom prst="line">
            <a:avLst/>
          </a:prstGeom>
          <a:ln w="25400">
            <a:solidFill>
              <a:srgbClr val="9DA0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ack and white logo&#10;&#10;Description automatically generated with medium confidence">
            <a:extLst>
              <a:ext uri="{FF2B5EF4-FFF2-40B4-BE49-F238E27FC236}">
                <a16:creationId xmlns:a16="http://schemas.microsoft.com/office/drawing/2014/main" id="{1D7F10E7-5B0B-4E35-8D1D-F967BE6936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7249" y="226334"/>
            <a:ext cx="970338" cy="9830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840CE1-1165-4F29-B673-7867BB82EEC2}"/>
              </a:ext>
            </a:extLst>
          </p:cNvPr>
          <p:cNvSpPr txBox="1"/>
          <p:nvPr userDrawn="1"/>
        </p:nvSpPr>
        <p:spPr>
          <a:xfrm>
            <a:off x="10713314" y="6266587"/>
            <a:ext cx="119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derby</a:t>
            </a: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.ac.uk</a:t>
            </a:r>
          </a:p>
        </p:txBody>
      </p:sp>
    </p:spTree>
    <p:extLst>
      <p:ext uri="{BB962C8B-B14F-4D97-AF65-F5344CB8AC3E}">
        <p14:creationId xmlns:p14="http://schemas.microsoft.com/office/powerpoint/2010/main" val="192036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EFB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BAA4B-EFB1-4968-AC0D-B1E6C7D9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076411" cy="624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F7222-5AC8-42B2-B402-D09323DB3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80661"/>
            <a:ext cx="10076411" cy="4921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D4524-FA31-41DA-8CA5-403E926F9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220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275C8-4AE2-4455-B865-B825CDA7C26E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12F2F-146D-428E-B203-AB96B17BE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9005" y="622344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EDF7E-3F13-41D9-ACD5-B384BCC91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71410" y="6237912"/>
            <a:ext cx="21027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18A7C-E6E8-40A8-9043-D805FF32AC54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AC3454A-A844-49A0-9BD5-0680B5A08FEF}"/>
              </a:ext>
            </a:extLst>
          </p:cNvPr>
          <p:cNvCxnSpPr>
            <a:cxnSpLocks/>
          </p:cNvCxnSpPr>
          <p:nvPr userDrawn="1"/>
        </p:nvCxnSpPr>
        <p:spPr>
          <a:xfrm flipH="1">
            <a:off x="224413" y="6064371"/>
            <a:ext cx="11716378" cy="0"/>
          </a:xfrm>
          <a:prstGeom prst="line">
            <a:avLst/>
          </a:prstGeom>
          <a:ln w="25400">
            <a:solidFill>
              <a:srgbClr val="9DA0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black and white logo&#10;&#10;Description automatically generated with medium confidence">
            <a:extLst>
              <a:ext uri="{FF2B5EF4-FFF2-40B4-BE49-F238E27FC236}">
                <a16:creationId xmlns:a16="http://schemas.microsoft.com/office/drawing/2014/main" id="{1D7F10E7-5B0B-4E35-8D1D-F967BE6936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7249" y="226334"/>
            <a:ext cx="970338" cy="9830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840CE1-1165-4F29-B673-7867BB82EEC2}"/>
              </a:ext>
            </a:extLst>
          </p:cNvPr>
          <p:cNvSpPr txBox="1"/>
          <p:nvPr userDrawn="1"/>
        </p:nvSpPr>
        <p:spPr>
          <a:xfrm>
            <a:off x="10713314" y="6266587"/>
            <a:ext cx="119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derby</a:t>
            </a:r>
            <a:r>
              <a:rPr lang="en-GB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.ac.uk</a:t>
            </a:r>
          </a:p>
        </p:txBody>
      </p:sp>
    </p:spTree>
    <p:extLst>
      <p:ext uri="{BB962C8B-B14F-4D97-AF65-F5344CB8AC3E}">
        <p14:creationId xmlns:p14="http://schemas.microsoft.com/office/powerpoint/2010/main" val="1584744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BAA4B-EFB1-4968-AC0D-B1E6C7D9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076411" cy="624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F7222-5AC8-42B2-B402-D09323DB3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80661"/>
            <a:ext cx="10076411" cy="4921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D4524-FA31-41DA-8CA5-403E926F9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220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737275C8-4AE2-4455-B865-B825CDA7C26E}" type="datetimeFigureOut">
              <a:rPr lang="en-GB" smtClean="0"/>
              <a:pPr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12F2F-146D-428E-B203-AB96B17BE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9005" y="622344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EDF7E-3F13-41D9-ACD5-B384BCC917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71410" y="6237912"/>
            <a:ext cx="21027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5018A7C-E6E8-40A8-9043-D805FF32AC54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01933B-D66D-4E21-A340-59EE4E4FBA19}"/>
              </a:ext>
            </a:extLst>
          </p:cNvPr>
          <p:cNvCxnSpPr>
            <a:cxnSpLocks/>
          </p:cNvCxnSpPr>
          <p:nvPr userDrawn="1"/>
        </p:nvCxnSpPr>
        <p:spPr>
          <a:xfrm flipH="1">
            <a:off x="224413" y="6064371"/>
            <a:ext cx="11716378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A516EF1-0331-4462-A818-21927B12836E}"/>
              </a:ext>
            </a:extLst>
          </p:cNvPr>
          <p:cNvSpPr txBox="1"/>
          <p:nvPr userDrawn="1"/>
        </p:nvSpPr>
        <p:spPr>
          <a:xfrm>
            <a:off x="10713314" y="6266587"/>
            <a:ext cx="119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derby</a:t>
            </a:r>
            <a:r>
              <a:rPr lang="en-GB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.ac.uk</a:t>
            </a:r>
          </a:p>
        </p:txBody>
      </p:sp>
      <p:pic>
        <p:nvPicPr>
          <p:cNvPr id="12" name="Picture 11" descr="A picture containing icon&#10;&#10;Description automatically generated">
            <a:extLst>
              <a:ext uri="{FF2B5EF4-FFF2-40B4-BE49-F238E27FC236}">
                <a16:creationId xmlns:a16="http://schemas.microsoft.com/office/drawing/2014/main" id="{E609A9DB-4A7B-4D92-AD69-730A31C67E03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97249" y="228371"/>
            <a:ext cx="987568" cy="100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858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75A7C-D54D-05E0-876F-826FC221EA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Week 17 - 1</a:t>
            </a:r>
            <a:br>
              <a:rPr lang="en-GB" dirty="0"/>
            </a:br>
            <a:r>
              <a:rPr lang="en-GB" dirty="0"/>
              <a:t>Shaders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870642-29A2-1695-40D0-B1CAC0942C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/>
              <a:t>5CM503 Virtual Environment Development</a:t>
            </a:r>
          </a:p>
          <a:p>
            <a:r>
              <a:rPr lang="en-GB"/>
              <a:t>Dr </a:t>
            </a:r>
            <a:r>
              <a:rPr lang="en-GB" dirty="0"/>
              <a:t>Patrick Merritt</a:t>
            </a:r>
          </a:p>
        </p:txBody>
      </p:sp>
    </p:spTree>
    <p:extLst>
      <p:ext uri="{BB962C8B-B14F-4D97-AF65-F5344CB8AC3E}">
        <p14:creationId xmlns:p14="http://schemas.microsoft.com/office/powerpoint/2010/main" val="357346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3DDA9-BF2F-C31C-71F9-063B78F42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970D2-6382-ECA1-DC16-2F4F53037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Introducing the shader graph</a:t>
            </a:r>
          </a:p>
        </p:txBody>
      </p:sp>
    </p:spTree>
    <p:extLst>
      <p:ext uri="{BB962C8B-B14F-4D97-AF65-F5344CB8AC3E}">
        <p14:creationId xmlns:p14="http://schemas.microsoft.com/office/powerpoint/2010/main" val="4090023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17B5-DC17-A31B-DDD5-1E37E984B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We have already been doing this!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F5B38-C814-BF53-0963-D6B6E30A1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have done a little of this already. </a:t>
            </a:r>
          </a:p>
          <a:p>
            <a:pPr lvl="1"/>
            <a:r>
              <a:rPr lang="en-GB" dirty="0"/>
              <a:t>But lets recap and add.</a:t>
            </a:r>
          </a:p>
        </p:txBody>
      </p:sp>
    </p:spTree>
    <p:extLst>
      <p:ext uri="{BB962C8B-B14F-4D97-AF65-F5344CB8AC3E}">
        <p14:creationId xmlns:p14="http://schemas.microsoft.com/office/powerpoint/2010/main" val="3569512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33216-69E6-8297-6A3C-202BC6335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What are images?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60B54-797B-FBCB-67B1-5F98AEAA0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Images are an array of data points (or pixels if you like)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R the amount of Red</a:t>
            </a:r>
          </a:p>
          <a:p>
            <a:pPr lvl="1"/>
            <a:r>
              <a:rPr lang="en-GB" dirty="0"/>
              <a:t>G the amount of Green</a:t>
            </a:r>
          </a:p>
          <a:p>
            <a:pPr lvl="1"/>
            <a:r>
              <a:rPr lang="en-GB" dirty="0"/>
              <a:t>B the amount of Blue</a:t>
            </a:r>
          </a:p>
          <a:p>
            <a:pPr lvl="1"/>
            <a:r>
              <a:rPr lang="en-GB" dirty="0"/>
              <a:t>A the amount of Alpha (transparency)</a:t>
            </a:r>
          </a:p>
          <a:p>
            <a:pPr marL="457200" lvl="1" indent="0">
              <a:buNone/>
            </a:pPr>
            <a:endParaRPr lang="en-GB" dirty="0"/>
          </a:p>
          <a:p>
            <a:r>
              <a:rPr lang="en-GB" dirty="0"/>
              <a:t>All of these are in the range of between 0 and 1.</a:t>
            </a:r>
          </a:p>
          <a:p>
            <a:pPr lvl="1"/>
            <a:r>
              <a:rPr lang="en-GB" dirty="0"/>
              <a:t>This represents how intense the corresponding value should be</a:t>
            </a:r>
          </a:p>
          <a:p>
            <a:pPr lvl="1"/>
            <a:r>
              <a:rPr lang="en-GB" dirty="0"/>
              <a:t>0 is fully off, 1 is fully on, and 0.5 is halfway between.</a:t>
            </a:r>
          </a:p>
          <a:p>
            <a:pPr lvl="1"/>
            <a:endParaRPr lang="en-GB" dirty="0"/>
          </a:p>
          <a:p>
            <a:r>
              <a:rPr lang="en-GB" dirty="0"/>
              <a:t>Mixing all of these allows us to produce a range of colours and transparency. </a:t>
            </a:r>
          </a:p>
        </p:txBody>
      </p:sp>
    </p:spTree>
    <p:extLst>
      <p:ext uri="{BB962C8B-B14F-4D97-AF65-F5344CB8AC3E}">
        <p14:creationId xmlns:p14="http://schemas.microsoft.com/office/powerpoint/2010/main" val="2112717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AFCC8-35F5-68BE-2E19-2CBC635ED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Additive vs Subtractive</a:t>
            </a:r>
          </a:p>
        </p:txBody>
      </p:sp>
      <p:pic>
        <p:nvPicPr>
          <p:cNvPr id="1026" name="Picture 2" descr="3.1 Additive and subtractive colour – Colour Theory: Understanding and  Working with Colour">
            <a:extLst>
              <a:ext uri="{FF2B5EF4-FFF2-40B4-BE49-F238E27FC236}">
                <a16:creationId xmlns:a16="http://schemas.microsoft.com/office/drawing/2014/main" id="{EE018DE8-5DEA-82B4-86D9-E8A17D2BF8D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582" y="1081088"/>
            <a:ext cx="9617099" cy="492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7738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2CB39-8C43-3641-C5C2-7DCAD125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Data can be manipulated!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EE886-4FB8-D646-B8D0-D4270BE33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 all the data points are stored as numbers, we can manipulate them using maths to create different effects.</a:t>
            </a:r>
          </a:p>
          <a:p>
            <a:endParaRPr lang="en-GB" dirty="0"/>
          </a:p>
          <a:p>
            <a:r>
              <a:rPr lang="en-GB" dirty="0"/>
              <a:t>This in essence is what a shader does, alters the datapoints using maths.</a:t>
            </a:r>
          </a:p>
        </p:txBody>
      </p:sp>
    </p:spTree>
    <p:extLst>
      <p:ext uri="{BB962C8B-B14F-4D97-AF65-F5344CB8AC3E}">
        <p14:creationId xmlns:p14="http://schemas.microsoft.com/office/powerpoint/2010/main" val="3438953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58F47F-E70E-1DC9-E871-8D6FEE6B6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sources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F50314-A2C9-B1A7-6DBD-767DBDF28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Where do the numbers come from?</a:t>
            </a:r>
          </a:p>
        </p:txBody>
      </p:sp>
    </p:spTree>
    <p:extLst>
      <p:ext uri="{BB962C8B-B14F-4D97-AF65-F5344CB8AC3E}">
        <p14:creationId xmlns:p14="http://schemas.microsoft.com/office/powerpoint/2010/main" val="1402157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C23E4D-EEE7-026E-EEE3-5E180ABED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Texture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EEADA14-D8BC-6F74-6DFB-3446C30B38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Creates a texture we can sample for information.</a:t>
            </a:r>
          </a:p>
          <a:p>
            <a:endParaRPr lang="en-GB" dirty="0"/>
          </a:p>
          <a:p>
            <a:r>
              <a:rPr lang="en-GB" dirty="0"/>
              <a:t>R G B, and A can be sampled together or individually.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027C2A3-665E-B56C-76CD-4494D4B776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44642" t="18353" r="34883" b="37069"/>
          <a:stretch/>
        </p:blipFill>
        <p:spPr>
          <a:xfrm>
            <a:off x="6529548" y="1080655"/>
            <a:ext cx="4163334" cy="4927252"/>
          </a:xfrm>
        </p:spPr>
      </p:pic>
    </p:spTree>
    <p:extLst>
      <p:ext uri="{BB962C8B-B14F-4D97-AF65-F5344CB8AC3E}">
        <p14:creationId xmlns:p14="http://schemas.microsoft.com/office/powerpoint/2010/main" val="3616242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7FA6706-C17A-8A22-CBC8-659C0E7C0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06"/>
            <a:ext cx="12192000" cy="662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26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C171EF-8A03-2E95-88FF-86ED93D51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06"/>
            <a:ext cx="12192000" cy="6627187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32413D76-1D88-8E78-D11A-6B88325A8570}"/>
              </a:ext>
            </a:extLst>
          </p:cNvPr>
          <p:cNvSpPr/>
          <p:nvPr/>
        </p:nvSpPr>
        <p:spPr>
          <a:xfrm rot="10280788">
            <a:off x="2689572" y="1069215"/>
            <a:ext cx="2948473" cy="5505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52534B-CB5C-00B9-E870-10B34A52FBA0}"/>
              </a:ext>
            </a:extLst>
          </p:cNvPr>
          <p:cNvSpPr txBox="1"/>
          <p:nvPr/>
        </p:nvSpPr>
        <p:spPr>
          <a:xfrm>
            <a:off x="5814874" y="923278"/>
            <a:ext cx="26633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Red is not red in colour; it’s the red information layer</a:t>
            </a:r>
          </a:p>
        </p:txBody>
      </p:sp>
    </p:spTree>
    <p:extLst>
      <p:ext uri="{BB962C8B-B14F-4D97-AF65-F5344CB8AC3E}">
        <p14:creationId xmlns:p14="http://schemas.microsoft.com/office/powerpoint/2010/main" val="3494792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245FB46-84D9-CB85-6A05-0AC07BDA4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The </a:t>
            </a:r>
            <a:r>
              <a:rPr lang="en-GB" dirty="0" err="1"/>
              <a:t>TexCoord</a:t>
            </a:r>
            <a:r>
              <a:rPr lang="en-GB" dirty="0"/>
              <a:t> (UV) Node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F1BF426-E200-4B8A-18A8-6778A5E4AA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Brings in the texture coordinates into the graph</a:t>
            </a:r>
          </a:p>
          <a:p>
            <a:endParaRPr lang="en-GB" dirty="0"/>
          </a:p>
          <a:p>
            <a:r>
              <a:rPr lang="en-GB" dirty="0"/>
              <a:t>U is the horizontal coordinate (left to right) (red)</a:t>
            </a:r>
          </a:p>
          <a:p>
            <a:endParaRPr lang="en-GB" dirty="0"/>
          </a:p>
          <a:p>
            <a:r>
              <a:rPr lang="en-GB" dirty="0"/>
              <a:t>V is the vertical coordinate (up down) (green)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F73D4D7-61BF-A178-D1A6-9BDB22CCBDD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39570" t="26301" r="38077" b="42252"/>
          <a:stretch/>
        </p:blipFill>
        <p:spPr>
          <a:xfrm>
            <a:off x="5876405" y="1080655"/>
            <a:ext cx="6435320" cy="4921134"/>
          </a:xfrm>
        </p:spPr>
      </p:pic>
    </p:spTree>
    <p:extLst>
      <p:ext uri="{BB962C8B-B14F-4D97-AF65-F5344CB8AC3E}">
        <p14:creationId xmlns:p14="http://schemas.microsoft.com/office/powerpoint/2010/main" val="2373401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41F05ED-9CE7-0F03-1551-7D81CBCE6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06"/>
            <a:ext cx="12192000" cy="662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34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7280CC-CCE5-E1F2-DB31-4C0879381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Time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79D50A-19D7-0DFA-2596-59AA3D5D7E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A numerical value that consistently counts upwards</a:t>
            </a:r>
          </a:p>
          <a:p>
            <a:endParaRPr lang="en-GB" dirty="0"/>
          </a:p>
          <a:p>
            <a:r>
              <a:rPr lang="en-GB" dirty="0"/>
              <a:t>Allows us to change effects over time.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735ED59-5674-5840-62FE-1FB4C6828C8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47648" t="41851" r="41457" b="43635"/>
          <a:stretch/>
        </p:blipFill>
        <p:spPr>
          <a:xfrm>
            <a:off x="6789044" y="1935254"/>
            <a:ext cx="4125567" cy="2987492"/>
          </a:xfrm>
        </p:spPr>
      </p:pic>
    </p:spTree>
    <p:extLst>
      <p:ext uri="{BB962C8B-B14F-4D97-AF65-F5344CB8AC3E}">
        <p14:creationId xmlns:p14="http://schemas.microsoft.com/office/powerpoint/2010/main" val="1079950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2C7B19F-D48B-91F1-C565-9F142FFF0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06"/>
            <a:ext cx="12192000" cy="662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678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F9E4A-5EEA-E116-E126-4242A89E1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Manipulators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8339C7-25D6-16CF-C5D2-53DD9E52D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Changing the data.</a:t>
            </a:r>
          </a:p>
        </p:txBody>
      </p:sp>
    </p:spTree>
    <p:extLst>
      <p:ext uri="{BB962C8B-B14F-4D97-AF65-F5344CB8AC3E}">
        <p14:creationId xmlns:p14="http://schemas.microsoft.com/office/powerpoint/2010/main" val="1934888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74C4AD-C89A-A40C-7093-9C4638A97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Preview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041F47-E1BB-98D6-3BFC-06B87F8FE4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It’s a good idea to learn how the preview works as it allows us to see the current state of the maths we are doing.</a:t>
            </a:r>
          </a:p>
          <a:p>
            <a:endParaRPr lang="en-GB" dirty="0"/>
          </a:p>
          <a:p>
            <a:r>
              <a:rPr lang="en-GB" dirty="0"/>
              <a:t> Right-click any node and select Start Previewing.</a:t>
            </a:r>
          </a:p>
          <a:p>
            <a:endParaRPr lang="en-GB" dirty="0"/>
          </a:p>
          <a:p>
            <a:r>
              <a:rPr lang="en-GB" dirty="0"/>
              <a:t>Don’t forget to turn off to return to the final calculation!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0BF8F94-2F51-9F31-1467-8EDFDF8B6D1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477919" y="1612900"/>
            <a:ext cx="1905000" cy="3857625"/>
          </a:xfrm>
        </p:spPr>
      </p:pic>
    </p:spTree>
    <p:extLst>
      <p:ext uri="{BB962C8B-B14F-4D97-AF65-F5344CB8AC3E}">
        <p14:creationId xmlns:p14="http://schemas.microsoft.com/office/powerpoint/2010/main" val="2091103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CDD05-7FC7-0CD7-5D8B-5E46A657E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Add node. Adds A and B together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03E7DEF-5B6D-A7EC-4135-608D029D306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t="9714" r="70665" b="48817"/>
          <a:stretch/>
        </p:blipFill>
        <p:spPr>
          <a:xfrm>
            <a:off x="844443" y="1580945"/>
            <a:ext cx="5102168" cy="3920553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FC1C51E-4E80-77D3-1214-0AA9EF048F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41637" t="24227" r="26430" b="32576"/>
          <a:stretch/>
        </p:blipFill>
        <p:spPr>
          <a:xfrm>
            <a:off x="6096000" y="1580945"/>
            <a:ext cx="5331956" cy="3920552"/>
          </a:xfrm>
        </p:spPr>
      </p:pic>
    </p:spTree>
    <p:extLst>
      <p:ext uri="{BB962C8B-B14F-4D97-AF65-F5344CB8AC3E}">
        <p14:creationId xmlns:p14="http://schemas.microsoft.com/office/powerpoint/2010/main" val="1400080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CE1D5-4C38-6F96-8747-FD1825CBA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5DA88-3EED-DBC8-3CD7-B3791E615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Add node.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CC51C1-0A03-E95C-4B83-B1BE491FE84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t="9714" r="70665" b="48817"/>
          <a:stretch/>
        </p:blipFill>
        <p:spPr>
          <a:xfrm>
            <a:off x="844443" y="1580945"/>
            <a:ext cx="5102168" cy="3920553"/>
          </a:xfr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CA03B9E-1957-9401-2E77-409DA84BD58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41637" t="24227" r="26430" b="32576"/>
          <a:stretch/>
        </p:blipFill>
        <p:spPr>
          <a:xfrm>
            <a:off x="6096000" y="1580945"/>
            <a:ext cx="5331956" cy="3920552"/>
          </a:xfrm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406825D7-8F62-DCA9-E7B5-4ACB30CE8340}"/>
              </a:ext>
            </a:extLst>
          </p:cNvPr>
          <p:cNvSpPr/>
          <p:nvPr/>
        </p:nvSpPr>
        <p:spPr>
          <a:xfrm>
            <a:off x="1390261" y="3947484"/>
            <a:ext cx="2052735" cy="6158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75043C-D5FB-388D-D2F3-C7EEFF251D28}"/>
              </a:ext>
            </a:extLst>
          </p:cNvPr>
          <p:cNvSpPr txBox="1"/>
          <p:nvPr/>
        </p:nvSpPr>
        <p:spPr>
          <a:xfrm>
            <a:off x="967666" y="1962298"/>
            <a:ext cx="1944210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ysClr val="windowText" lastClr="000000"/>
                </a:solidFill>
              </a:rPr>
              <a:t>Notice we don’t get any shading here as we are viewing the mathematical output, lighting is applied later.</a:t>
            </a:r>
          </a:p>
        </p:txBody>
      </p:sp>
    </p:spTree>
    <p:extLst>
      <p:ext uri="{BB962C8B-B14F-4D97-AF65-F5344CB8AC3E}">
        <p14:creationId xmlns:p14="http://schemas.microsoft.com/office/powerpoint/2010/main" val="2974521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EBAF6-A4E6-81DF-6C58-D5091014B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Subtract, Take B away from A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18E8E01-2863-F44C-66F3-FF8F23C386D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t="9022" r="70665" b="47781"/>
          <a:stretch/>
        </p:blipFill>
        <p:spPr>
          <a:xfrm>
            <a:off x="838200" y="1496767"/>
            <a:ext cx="5108411" cy="4088910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0BEB211-853C-4997-3758-15F50700FD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38444" t="25264" r="29247" b="30849"/>
          <a:stretch/>
        </p:blipFill>
        <p:spPr>
          <a:xfrm>
            <a:off x="6096000" y="1496767"/>
            <a:ext cx="5537742" cy="4088910"/>
          </a:xfrm>
        </p:spPr>
      </p:pic>
    </p:spTree>
    <p:extLst>
      <p:ext uri="{BB962C8B-B14F-4D97-AF65-F5344CB8AC3E}">
        <p14:creationId xmlns:p14="http://schemas.microsoft.com/office/powerpoint/2010/main" val="26251368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206D0-8687-FB12-217E-A94B533C7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Multiply A times B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16796D4-6FFB-050E-F724-47143EAE691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t="10059" r="70290" b="47782"/>
          <a:stretch/>
        </p:blipFill>
        <p:spPr>
          <a:xfrm>
            <a:off x="838200" y="1458843"/>
            <a:ext cx="5108411" cy="3940313"/>
          </a:xfr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47D8235-8469-CE33-94E3-E0C6E7D0999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44642" t="21809" r="25679" b="28084"/>
          <a:stretch/>
        </p:blipFill>
        <p:spPr>
          <a:xfrm>
            <a:off x="6616309" y="1458843"/>
            <a:ext cx="4298302" cy="3944647"/>
          </a:xfrm>
        </p:spPr>
      </p:pic>
    </p:spTree>
    <p:extLst>
      <p:ext uri="{BB962C8B-B14F-4D97-AF65-F5344CB8AC3E}">
        <p14:creationId xmlns:p14="http://schemas.microsoft.com/office/powerpoint/2010/main" val="26924108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6D054-E84D-F8DA-3224-7DE00F054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Divide, A divided by B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47F2556-0C71-CA08-AA6C-AB4284E8F0C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t="9022" r="70477" b="47781"/>
          <a:stretch/>
        </p:blipFill>
        <p:spPr>
          <a:xfrm>
            <a:off x="852928" y="1515631"/>
            <a:ext cx="5093683" cy="4051182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7B8258C-DEDC-5F3A-6D4C-215D9B6472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44454" t="26646" r="30187" b="29812"/>
          <a:stretch/>
        </p:blipFill>
        <p:spPr>
          <a:xfrm>
            <a:off x="6569656" y="1511519"/>
            <a:ext cx="4344955" cy="4055293"/>
          </a:xfrm>
        </p:spPr>
      </p:pic>
    </p:spTree>
    <p:extLst>
      <p:ext uri="{BB962C8B-B14F-4D97-AF65-F5344CB8AC3E}">
        <p14:creationId xmlns:p14="http://schemas.microsoft.com/office/powerpoint/2010/main" val="1610835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1278909-F69D-468F-4A93-EA23A7B21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Costs…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BB5BC7-C2F7-E945-D940-99F874722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Each manipulation you perform has a cost in terms of performance.</a:t>
            </a:r>
          </a:p>
          <a:p>
            <a:endParaRPr lang="en-GB" dirty="0"/>
          </a:p>
          <a:p>
            <a:r>
              <a:rPr lang="en-GB" dirty="0"/>
              <a:t>Based on the complexity of the operation.</a:t>
            </a:r>
          </a:p>
          <a:p>
            <a:endParaRPr lang="en-GB" dirty="0"/>
          </a:p>
          <a:p>
            <a:r>
              <a:rPr lang="en-GB" dirty="0"/>
              <a:t>Add and multiply are cheap.</a:t>
            </a:r>
          </a:p>
          <a:p>
            <a:pPr lvl="1"/>
            <a:r>
              <a:rPr lang="en-GB" dirty="0"/>
              <a:t>In fact, doing both at the same time is free!</a:t>
            </a:r>
          </a:p>
          <a:p>
            <a:pPr lvl="1"/>
            <a:endParaRPr lang="en-GB" dirty="0"/>
          </a:p>
          <a:p>
            <a:r>
              <a:rPr lang="en-GB" dirty="0"/>
              <a:t>Divide is very expensive.</a:t>
            </a:r>
          </a:p>
        </p:txBody>
      </p:sp>
    </p:spTree>
    <p:extLst>
      <p:ext uri="{BB962C8B-B14F-4D97-AF65-F5344CB8AC3E}">
        <p14:creationId xmlns:p14="http://schemas.microsoft.com/office/powerpoint/2010/main" val="3056776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12A5-2677-40F1-E8E3-48A5AF068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One minus, inverts a range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F4E1B09-926F-2A3C-56E5-95427AE31C9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t="11095" r="70853" b="47781"/>
          <a:stretch/>
        </p:blipFill>
        <p:spPr>
          <a:xfrm>
            <a:off x="834523" y="1580945"/>
            <a:ext cx="5112088" cy="3920553"/>
          </a:xfr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9219E282-6F02-7BB6-E261-A67E3DCB9E7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/>
          <a:srcRect l="44454" t="26992" r="22110" b="40870"/>
          <a:stretch/>
        </p:blipFill>
        <p:spPr>
          <a:xfrm>
            <a:off x="6096000" y="1972192"/>
            <a:ext cx="5576596" cy="2913615"/>
          </a:xfrm>
        </p:spPr>
      </p:pic>
    </p:spTree>
    <p:extLst>
      <p:ext uri="{BB962C8B-B14F-4D97-AF65-F5344CB8AC3E}">
        <p14:creationId xmlns:p14="http://schemas.microsoft.com/office/powerpoint/2010/main" val="9583486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0CAE5-14F4-AD24-B885-C5DDCAF2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Append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D7947-7B27-480D-6727-FB3B4440C7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Combine values to make a new vector.</a:t>
            </a:r>
          </a:p>
          <a:p>
            <a:endParaRPr lang="en-GB" dirty="0"/>
          </a:p>
          <a:p>
            <a:r>
              <a:rPr lang="en-GB" dirty="0"/>
              <a:t>Value x Append Value y = vector </a:t>
            </a:r>
            <a:r>
              <a:rPr lang="en-GB" dirty="0" err="1"/>
              <a:t>x,y</a:t>
            </a:r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BB3F86B-E11B-74A9-DEFE-0473BEA9BF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51780" t="38051" r="38453" b="41561"/>
          <a:stretch/>
        </p:blipFill>
        <p:spPr>
          <a:xfrm>
            <a:off x="6095999" y="989216"/>
            <a:ext cx="4438261" cy="5035716"/>
          </a:xfrm>
        </p:spPr>
      </p:pic>
    </p:spTree>
    <p:extLst>
      <p:ext uri="{BB962C8B-B14F-4D97-AF65-F5344CB8AC3E}">
        <p14:creationId xmlns:p14="http://schemas.microsoft.com/office/powerpoint/2010/main" val="1322922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FE2CD-0455-7F8B-7892-1DACA883C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DDAEA-9ED0-5FCC-4BA0-A2211CFC71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Returns a value of either 0 or 1 based on a reference value (Y).</a:t>
            </a:r>
          </a:p>
          <a:p>
            <a:endParaRPr lang="en-GB" dirty="0"/>
          </a:p>
          <a:p>
            <a:r>
              <a:rPr lang="en-GB" dirty="0"/>
              <a:t>If the value is greater than Y, set it to 1; otherwise, 0.</a:t>
            </a:r>
          </a:p>
          <a:p>
            <a:endParaRPr lang="en-GB" dirty="0"/>
          </a:p>
          <a:p>
            <a:r>
              <a:rPr lang="en-GB" dirty="0"/>
              <a:t>So a horizontal gradient (0 – 1) returns a 50 – 50 split down the middle.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2E69291-4C8C-F90E-EDFF-3B20F4F359B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40886" t="39817" r="45402" b="37069"/>
          <a:stretch/>
        </p:blipFill>
        <p:spPr>
          <a:xfrm>
            <a:off x="5962260" y="1080654"/>
            <a:ext cx="5391540" cy="4939999"/>
          </a:xfrm>
        </p:spPr>
      </p:pic>
    </p:spTree>
    <p:extLst>
      <p:ext uri="{BB962C8B-B14F-4D97-AF65-F5344CB8AC3E}">
        <p14:creationId xmlns:p14="http://schemas.microsoft.com/office/powerpoint/2010/main" val="18900719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68E4932-1332-9F0A-934F-D65717C99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Simple effects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37339B6-1CAD-9703-A06B-E728FA634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Simple shader effects</a:t>
            </a:r>
          </a:p>
        </p:txBody>
      </p:sp>
    </p:spTree>
    <p:extLst>
      <p:ext uri="{BB962C8B-B14F-4D97-AF65-F5344CB8AC3E}">
        <p14:creationId xmlns:p14="http://schemas.microsoft.com/office/powerpoint/2010/main" val="30098487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A96BD-2C44-6468-767D-EC0AC51A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Scrolling u and v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D85AC7E-D275-41FD-D015-6156777C75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9333" y="1081088"/>
            <a:ext cx="9053597" cy="4921250"/>
          </a:xfrm>
        </p:spPr>
      </p:pic>
    </p:spTree>
    <p:extLst>
      <p:ext uri="{BB962C8B-B14F-4D97-AF65-F5344CB8AC3E}">
        <p14:creationId xmlns:p14="http://schemas.microsoft.com/office/powerpoint/2010/main" val="10648620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32C2A-3A55-E012-CF0E-A1B934C29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Single axis scroll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C45E36-4819-CD02-9BD9-E96B4F3DAC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9606" y="1071757"/>
            <a:ext cx="9053597" cy="4921250"/>
          </a:xfrm>
        </p:spPr>
      </p:pic>
    </p:spTree>
    <p:extLst>
      <p:ext uri="{BB962C8B-B14F-4D97-AF65-F5344CB8AC3E}">
        <p14:creationId xmlns:p14="http://schemas.microsoft.com/office/powerpoint/2010/main" val="30157570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6EAEE-B464-DA7F-6665-2BF97AE2D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Splitting Textures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CF31DC8-8627-9BE0-F034-95634E7725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9333" y="1081088"/>
            <a:ext cx="9053597" cy="4921250"/>
          </a:xfrm>
        </p:spPr>
      </p:pic>
    </p:spTree>
    <p:extLst>
      <p:ext uri="{BB962C8B-B14F-4D97-AF65-F5344CB8AC3E}">
        <p14:creationId xmlns:p14="http://schemas.microsoft.com/office/powerpoint/2010/main" val="13532538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BC125-B8F2-50FD-550F-0424E1295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Swiping textures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48A5D4-4E3A-2C97-7FCE-1C4E007FA1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9333" y="1081088"/>
            <a:ext cx="9053597" cy="4921250"/>
          </a:xfrm>
        </p:spPr>
      </p:pic>
    </p:spTree>
    <p:extLst>
      <p:ext uri="{BB962C8B-B14F-4D97-AF65-F5344CB8AC3E}">
        <p14:creationId xmlns:p14="http://schemas.microsoft.com/office/powerpoint/2010/main" val="34600722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59FE7-F9EC-855B-8BF3-DE2E6FC35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Masks, creating black and white shapes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D1267D-1910-625C-9715-A08E908A07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9333" y="1081088"/>
            <a:ext cx="9053597" cy="4921250"/>
          </a:xfrm>
        </p:spPr>
      </p:pic>
    </p:spTree>
    <p:extLst>
      <p:ext uri="{BB962C8B-B14F-4D97-AF65-F5344CB8AC3E}">
        <p14:creationId xmlns:p14="http://schemas.microsoft.com/office/powerpoint/2010/main" val="17623012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F8A16-EB1F-BF04-6C8D-B2DE4F93C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We can do this…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9A1944-FD35-3AAA-474C-BBD31D041B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9333" y="1081088"/>
            <a:ext cx="9053597" cy="4921250"/>
          </a:xfrm>
        </p:spPr>
      </p:pic>
    </p:spTree>
    <p:extLst>
      <p:ext uri="{BB962C8B-B14F-4D97-AF65-F5344CB8AC3E}">
        <p14:creationId xmlns:p14="http://schemas.microsoft.com/office/powerpoint/2010/main" val="4801513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24F31-4F3F-A3AB-8656-E6395D14D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EA803-E634-0946-4EFE-F9E4E3BCC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Or more importantly…. This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E7629A4-8219-79E8-CF00-12B3A0032C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9333" y="1081088"/>
            <a:ext cx="9053597" cy="4921250"/>
          </a:xfrm>
        </p:spPr>
      </p:pic>
    </p:spTree>
    <p:extLst>
      <p:ext uri="{BB962C8B-B14F-4D97-AF65-F5344CB8AC3E}">
        <p14:creationId xmlns:p14="http://schemas.microsoft.com/office/powerpoint/2010/main" val="11191506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2153B-0BC1-C7C8-56F5-C7A0E71C1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Specifically this…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446D44-3F61-4AC4-1514-8B37E651A5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9333" y="1081088"/>
            <a:ext cx="9053597" cy="4921250"/>
          </a:xfrm>
        </p:spPr>
      </p:pic>
    </p:spTree>
    <p:extLst>
      <p:ext uri="{BB962C8B-B14F-4D97-AF65-F5344CB8AC3E}">
        <p14:creationId xmlns:p14="http://schemas.microsoft.com/office/powerpoint/2010/main" val="100109645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841</TotalTime>
  <Words>538</Words>
  <Application>Microsoft Office PowerPoint</Application>
  <PresentationFormat>Widescreen</PresentationFormat>
  <Paragraphs>88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Custom Design</vt:lpstr>
      <vt:lpstr>1_Custom Design</vt:lpstr>
      <vt:lpstr>2_Custom Design</vt:lpstr>
      <vt:lpstr>3_Custom Design</vt:lpstr>
      <vt:lpstr>Week 17 - 1 Shaders 1</vt:lpstr>
      <vt:lpstr>Contents</vt:lpstr>
      <vt:lpstr>We have already been doing this!</vt:lpstr>
      <vt:lpstr>What are images?</vt:lpstr>
      <vt:lpstr>Additive vs Subtractive</vt:lpstr>
      <vt:lpstr>Data can be manipulated!</vt:lpstr>
      <vt:lpstr>Data sources</vt:lpstr>
      <vt:lpstr>Texture</vt:lpstr>
      <vt:lpstr>PowerPoint Presentation</vt:lpstr>
      <vt:lpstr>PowerPoint Presentation</vt:lpstr>
      <vt:lpstr>The TexCoord (UV) Node</vt:lpstr>
      <vt:lpstr>PowerPoint Presentation</vt:lpstr>
      <vt:lpstr>Time</vt:lpstr>
      <vt:lpstr>PowerPoint Presentation</vt:lpstr>
      <vt:lpstr>Manipulators</vt:lpstr>
      <vt:lpstr>Preview</vt:lpstr>
      <vt:lpstr>Add node. Adds A and B together</vt:lpstr>
      <vt:lpstr>Add node.</vt:lpstr>
      <vt:lpstr>Subtract, Take B away from A</vt:lpstr>
      <vt:lpstr>Multiply A times B</vt:lpstr>
      <vt:lpstr>Divide, A divided by B</vt:lpstr>
      <vt:lpstr>Costs…</vt:lpstr>
      <vt:lpstr>One minus, inverts a range</vt:lpstr>
      <vt:lpstr>Append</vt:lpstr>
      <vt:lpstr>Step</vt:lpstr>
      <vt:lpstr>Simple effects</vt:lpstr>
      <vt:lpstr>Scrolling u and v</vt:lpstr>
      <vt:lpstr>Single axis scroll</vt:lpstr>
      <vt:lpstr>Splitting Textures</vt:lpstr>
      <vt:lpstr>Swiping textures</vt:lpstr>
      <vt:lpstr>Masks, creating black and white shapes</vt:lpstr>
      <vt:lpstr>We can do this…</vt:lpstr>
      <vt:lpstr>Or more importantly…. This</vt:lpstr>
      <vt:lpstr>Specifically this…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Patrick Merritt</dc:creator>
  <cp:lastModifiedBy>Patrick Merritt</cp:lastModifiedBy>
  <cp:revision>6</cp:revision>
  <dcterms:created xsi:type="dcterms:W3CDTF">2021-09-13T14:48:00Z</dcterms:created>
  <dcterms:modified xsi:type="dcterms:W3CDTF">2025-01-28T15:34:42Z</dcterms:modified>
</cp:coreProperties>
</file>