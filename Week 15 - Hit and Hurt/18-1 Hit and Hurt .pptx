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0" r:id="rId1"/>
    <p:sldMasterId id="2147483722" r:id="rId2"/>
    <p:sldMasterId id="2147483734" r:id="rId3"/>
    <p:sldMasterId id="2147483746" r:id="rId4"/>
  </p:sldMasterIdLst>
  <p:notesMasterIdLst>
    <p:notesMasterId r:id="rId50"/>
  </p:notesMasterIdLst>
  <p:sldIdLst>
    <p:sldId id="256" r:id="rId5"/>
    <p:sldId id="257" r:id="rId6"/>
    <p:sldId id="258" r:id="rId7"/>
    <p:sldId id="259" r:id="rId8"/>
    <p:sldId id="261" r:id="rId9"/>
    <p:sldId id="262" r:id="rId10"/>
    <p:sldId id="269" r:id="rId11"/>
    <p:sldId id="273" r:id="rId12"/>
    <p:sldId id="270" r:id="rId13"/>
    <p:sldId id="272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7" r:id="rId27"/>
    <p:sldId id="288" r:id="rId28"/>
    <p:sldId id="289" r:id="rId29"/>
    <p:sldId id="291" r:id="rId30"/>
    <p:sldId id="290" r:id="rId31"/>
    <p:sldId id="292" r:id="rId32"/>
    <p:sldId id="293" r:id="rId33"/>
    <p:sldId id="294" r:id="rId34"/>
    <p:sldId id="263" r:id="rId35"/>
    <p:sldId id="264" r:id="rId36"/>
    <p:sldId id="295" r:id="rId37"/>
    <p:sldId id="296" r:id="rId38"/>
    <p:sldId id="297" r:id="rId39"/>
    <p:sldId id="298" r:id="rId40"/>
    <p:sldId id="299" r:id="rId41"/>
    <p:sldId id="300" r:id="rId42"/>
    <p:sldId id="302" r:id="rId43"/>
    <p:sldId id="303" r:id="rId44"/>
    <p:sldId id="304" r:id="rId45"/>
    <p:sldId id="305" r:id="rId46"/>
    <p:sldId id="306" r:id="rId47"/>
    <p:sldId id="307" r:id="rId48"/>
    <p:sldId id="308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BEC"/>
    <a:srgbClr val="EDF4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BF9AB4-9F69-4414-AE07-AA66995556B1}" v="444" dt="2025-01-28T13:25:24.703"/>
    <p1510:client id="{9EC6025C-DBC3-4340-9BB3-345037C0AA96}" v="130" dt="2025-01-27T14:26:38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k Merritt" userId="b92c223c-8880-48c6-9b0c-d25ee1bca468" providerId="ADAL" clId="{D384CEBE-BE98-4C3F-8F1E-6AD1F22AE020}"/>
    <pc:docChg chg="undo custSel addSld delSld modSld sldOrd">
      <pc:chgData name="Patrick Merritt" userId="b92c223c-8880-48c6-9b0c-d25ee1bca468" providerId="ADAL" clId="{D384CEBE-BE98-4C3F-8F1E-6AD1F22AE020}" dt="2023-12-14T12:18:09.058" v="6338" actId="207"/>
      <pc:docMkLst>
        <pc:docMk/>
      </pc:docMkLst>
      <pc:sldChg chg="modSp new mod">
        <pc:chgData name="Patrick Merritt" userId="b92c223c-8880-48c6-9b0c-d25ee1bca468" providerId="ADAL" clId="{D384CEBE-BE98-4C3F-8F1E-6AD1F22AE020}" dt="2023-12-14T10:14:26.650" v="107" actId="20577"/>
        <pc:sldMkLst>
          <pc:docMk/>
          <pc:sldMk cId="357346659" sldId="256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832481721" sldId="256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3598668132" sldId="257"/>
        </pc:sldMkLst>
      </pc:sldChg>
      <pc:sldChg chg="modSp new mod">
        <pc:chgData name="Patrick Merritt" userId="b92c223c-8880-48c6-9b0c-d25ee1bca468" providerId="ADAL" clId="{D384CEBE-BE98-4C3F-8F1E-6AD1F22AE020}" dt="2023-12-14T11:05:34.033" v="3710" actId="20577"/>
        <pc:sldMkLst>
          <pc:docMk/>
          <pc:sldMk cId="4090023474" sldId="257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0:17:22.769" v="441" actId="20577"/>
        <pc:sldMkLst>
          <pc:docMk/>
          <pc:sldMk cId="2171259363" sldId="258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36903847" sldId="259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0:22:53.701" v="664" actId="20577"/>
        <pc:sldMkLst>
          <pc:docMk/>
          <pc:sldMk cId="2197901773" sldId="259"/>
        </pc:sldMkLst>
      </pc:sldChg>
      <pc:sldChg chg="modSp add mod">
        <pc:chgData name="Patrick Merritt" userId="b92c223c-8880-48c6-9b0c-d25ee1bca468" providerId="ADAL" clId="{D384CEBE-BE98-4C3F-8F1E-6AD1F22AE020}" dt="2023-12-14T10:24:11.050" v="867" actId="313"/>
        <pc:sldMkLst>
          <pc:docMk/>
          <pc:sldMk cId="3824764564" sldId="260"/>
        </pc:sldMkLst>
      </pc:sldChg>
      <pc:sldChg chg="modSp new mod">
        <pc:chgData name="Patrick Merritt" userId="b92c223c-8880-48c6-9b0c-d25ee1bca468" providerId="ADAL" clId="{D384CEBE-BE98-4C3F-8F1E-6AD1F22AE020}" dt="2023-12-14T10:24:39.111" v="920" actId="5793"/>
        <pc:sldMkLst>
          <pc:docMk/>
          <pc:sldMk cId="1141273340" sldId="261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179843640" sldId="261"/>
        </pc:sldMkLst>
      </pc:sldChg>
      <pc:sldChg chg="new del">
        <pc:chgData name="Patrick Merritt" userId="b92c223c-8880-48c6-9b0c-d25ee1bca468" providerId="ADAL" clId="{D384CEBE-BE98-4C3F-8F1E-6AD1F22AE020}" dt="2023-12-14T10:24:23.260" v="870" actId="47"/>
        <pc:sldMkLst>
          <pc:docMk/>
          <pc:sldMk cId="149360825" sldId="262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171473882" sldId="262"/>
        </pc:sldMkLst>
      </pc:sldChg>
      <pc:sldChg chg="addSp delSp modSp new mod">
        <pc:chgData name="Patrick Merritt" userId="b92c223c-8880-48c6-9b0c-d25ee1bca468" providerId="ADAL" clId="{D384CEBE-BE98-4C3F-8F1E-6AD1F22AE020}" dt="2023-12-14T10:26:15.948" v="1048" actId="20577"/>
        <pc:sldMkLst>
          <pc:docMk/>
          <pc:sldMk cId="3866769334" sldId="262"/>
        </pc:sldMkLst>
      </pc:sldChg>
      <pc:sldChg chg="modSp add mod">
        <pc:chgData name="Patrick Merritt" userId="b92c223c-8880-48c6-9b0c-d25ee1bca468" providerId="ADAL" clId="{D384CEBE-BE98-4C3F-8F1E-6AD1F22AE020}" dt="2023-12-14T10:28:59.611" v="1395" actId="313"/>
        <pc:sldMkLst>
          <pc:docMk/>
          <pc:sldMk cId="635429887" sldId="263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437141227" sldId="264"/>
        </pc:sldMkLst>
      </pc:sldChg>
      <pc:sldChg chg="modSp add mod">
        <pc:chgData name="Patrick Merritt" userId="b92c223c-8880-48c6-9b0c-d25ee1bca468" providerId="ADAL" clId="{D384CEBE-BE98-4C3F-8F1E-6AD1F22AE020}" dt="2023-12-14T10:29:48.614" v="1491" actId="20577"/>
        <pc:sldMkLst>
          <pc:docMk/>
          <pc:sldMk cId="4124873510" sldId="264"/>
        </pc:sldMkLst>
      </pc:sldChg>
      <pc:sldChg chg="modSp new mod">
        <pc:chgData name="Patrick Merritt" userId="b92c223c-8880-48c6-9b0c-d25ee1bca468" providerId="ADAL" clId="{D384CEBE-BE98-4C3F-8F1E-6AD1F22AE020}" dt="2023-12-14T10:34:50.798" v="1832" actId="20577"/>
        <pc:sldMkLst>
          <pc:docMk/>
          <pc:sldMk cId="1324938249" sldId="265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109185629" sldId="265"/>
        </pc:sldMkLst>
      </pc:sldChg>
      <pc:sldChg chg="modSp new mod">
        <pc:chgData name="Patrick Merritt" userId="b92c223c-8880-48c6-9b0c-d25ee1bca468" providerId="ADAL" clId="{D384CEBE-BE98-4C3F-8F1E-6AD1F22AE020}" dt="2023-12-14T10:35:34.002" v="1934" actId="20577"/>
        <pc:sldMkLst>
          <pc:docMk/>
          <pc:sldMk cId="1897488428" sldId="266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768969185" sldId="266"/>
        </pc:sldMkLst>
      </pc:sldChg>
      <pc:sldChg chg="addSp delSp modSp add mod">
        <pc:chgData name="Patrick Merritt" userId="b92c223c-8880-48c6-9b0c-d25ee1bca468" providerId="ADAL" clId="{D384CEBE-BE98-4C3F-8F1E-6AD1F22AE020}" dt="2023-12-14T10:39:47.341" v="2200" actId="5793"/>
        <pc:sldMkLst>
          <pc:docMk/>
          <pc:sldMk cId="3565984026" sldId="267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8231087" sldId="268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0:50:19.688" v="2512" actId="20577"/>
        <pc:sldMkLst>
          <pc:docMk/>
          <pc:sldMk cId="466469310" sldId="268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624497700" sldId="269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0:51:37.078" v="2612" actId="20577"/>
        <pc:sldMkLst>
          <pc:docMk/>
          <pc:sldMk cId="4277664154" sldId="269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965830803" sldId="270"/>
        </pc:sldMkLst>
      </pc:sldChg>
      <pc:sldChg chg="addSp delSp modSp new mod ord modClrScheme chgLayout">
        <pc:chgData name="Patrick Merritt" userId="b92c223c-8880-48c6-9b0c-d25ee1bca468" providerId="ADAL" clId="{D384CEBE-BE98-4C3F-8F1E-6AD1F22AE020}" dt="2023-12-14T10:53:34.277" v="2687"/>
        <pc:sldMkLst>
          <pc:docMk/>
          <pc:sldMk cId="3125995448" sldId="270"/>
        </pc:sldMkLst>
      </pc:sldChg>
      <pc:sldChg chg="modSp add mod ord">
        <pc:chgData name="Patrick Merritt" userId="b92c223c-8880-48c6-9b0c-d25ee1bca468" providerId="ADAL" clId="{D384CEBE-BE98-4C3F-8F1E-6AD1F22AE020}" dt="2023-12-14T10:54:00.338" v="2760" actId="20577"/>
        <pc:sldMkLst>
          <pc:docMk/>
          <pc:sldMk cId="269786884" sldId="271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752346792" sldId="271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0:56:49.994" v="3025" actId="20577"/>
        <pc:sldMkLst>
          <pc:docMk/>
          <pc:sldMk cId="2442787233" sldId="272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3683400223" sldId="272"/>
        </pc:sldMkLst>
      </pc:sldChg>
      <pc:sldChg chg="modSp new mod">
        <pc:chgData name="Patrick Merritt" userId="b92c223c-8880-48c6-9b0c-d25ee1bca468" providerId="ADAL" clId="{D384CEBE-BE98-4C3F-8F1E-6AD1F22AE020}" dt="2023-12-14T11:02:45.861" v="3295" actId="5793"/>
        <pc:sldMkLst>
          <pc:docMk/>
          <pc:sldMk cId="324901865" sldId="273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933621702" sldId="273"/>
        </pc:sldMkLst>
      </pc:sldChg>
      <pc:sldChg chg="modSp new mod">
        <pc:chgData name="Patrick Merritt" userId="b92c223c-8880-48c6-9b0c-d25ee1bca468" providerId="ADAL" clId="{D384CEBE-BE98-4C3F-8F1E-6AD1F22AE020}" dt="2023-12-14T11:04:27.110" v="3590" actId="20577"/>
        <pc:sldMkLst>
          <pc:docMk/>
          <pc:sldMk cId="897306204" sldId="274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168371442" sldId="274"/>
        </pc:sldMkLst>
      </pc:sldChg>
      <pc:sldChg chg="modSp new mod">
        <pc:chgData name="Patrick Merritt" userId="b92c223c-8880-48c6-9b0c-d25ee1bca468" providerId="ADAL" clId="{D384CEBE-BE98-4C3F-8F1E-6AD1F22AE020}" dt="2023-12-14T11:09:01.275" v="4150" actId="20577"/>
        <pc:sldMkLst>
          <pc:docMk/>
          <pc:sldMk cId="1671767789" sldId="275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3113594896" sldId="275"/>
        </pc:sldMkLst>
      </pc:sldChg>
      <pc:sldChg chg="addSp delSp modSp new mod">
        <pc:chgData name="Patrick Merritt" userId="b92c223c-8880-48c6-9b0c-d25ee1bca468" providerId="ADAL" clId="{D384CEBE-BE98-4C3F-8F1E-6AD1F22AE020}" dt="2023-12-14T11:10:37.971" v="4206" actId="20577"/>
        <pc:sldMkLst>
          <pc:docMk/>
          <pc:sldMk cId="2541414701" sldId="276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242571437" sldId="277"/>
        </pc:sldMkLst>
      </pc:sldChg>
      <pc:sldChg chg="addSp modSp add mod">
        <pc:chgData name="Patrick Merritt" userId="b92c223c-8880-48c6-9b0c-d25ee1bca468" providerId="ADAL" clId="{D384CEBE-BE98-4C3F-8F1E-6AD1F22AE020}" dt="2023-12-14T11:11:12.077" v="4212" actId="1582"/>
        <pc:sldMkLst>
          <pc:docMk/>
          <pc:sldMk cId="2732513907" sldId="277"/>
        </pc:sldMkLst>
      </pc:sldChg>
      <pc:sldChg chg="addSp delSp modSp new mod setBg modClrScheme chgLayout">
        <pc:chgData name="Patrick Merritt" userId="b92c223c-8880-48c6-9b0c-d25ee1bca468" providerId="ADAL" clId="{D384CEBE-BE98-4C3F-8F1E-6AD1F22AE020}" dt="2023-12-14T11:17:33.705" v="4272" actId="26606"/>
        <pc:sldMkLst>
          <pc:docMk/>
          <pc:sldMk cId="481169942" sldId="278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741283983" sldId="278"/>
        </pc:sldMkLst>
      </pc:sldChg>
      <pc:sldChg chg="addSp modSp new mod modClrScheme chgLayout">
        <pc:chgData name="Patrick Merritt" userId="b92c223c-8880-48c6-9b0c-d25ee1bca468" providerId="ADAL" clId="{D384CEBE-BE98-4C3F-8F1E-6AD1F22AE020}" dt="2023-12-14T11:23:40.372" v="5033" actId="20577"/>
        <pc:sldMkLst>
          <pc:docMk/>
          <pc:sldMk cId="57437478" sldId="279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637118319" sldId="279"/>
        </pc:sldMkLst>
      </pc:sldChg>
      <pc:sldChg chg="addSp modSp new mod modClrScheme chgLayout">
        <pc:chgData name="Patrick Merritt" userId="b92c223c-8880-48c6-9b0c-d25ee1bca468" providerId="ADAL" clId="{D384CEBE-BE98-4C3F-8F1E-6AD1F22AE020}" dt="2023-12-14T11:20:33.744" v="4663" actId="20577"/>
        <pc:sldMkLst>
          <pc:docMk/>
          <pc:sldMk cId="639206012" sldId="280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5401093" sldId="281"/>
        </pc:sldMkLst>
      </pc:sldChg>
      <pc:sldChg chg="modSp new mod">
        <pc:chgData name="Patrick Merritt" userId="b92c223c-8880-48c6-9b0c-d25ee1bca468" providerId="ADAL" clId="{D384CEBE-BE98-4C3F-8F1E-6AD1F22AE020}" dt="2023-12-14T11:36:22.565" v="6001" actId="27636"/>
        <pc:sldMkLst>
          <pc:docMk/>
          <pc:sldMk cId="2747582081" sldId="281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1:30:37.241" v="5805" actId="313"/>
        <pc:sldMkLst>
          <pc:docMk/>
          <pc:sldMk cId="4085231695" sldId="282"/>
        </pc:sldMkLst>
      </pc:sldChg>
      <pc:sldChg chg="addSp modSp new mod">
        <pc:chgData name="Patrick Merritt" userId="b92c223c-8880-48c6-9b0c-d25ee1bca468" providerId="ADAL" clId="{D384CEBE-BE98-4C3F-8F1E-6AD1F22AE020}" dt="2023-12-14T11:32:54.785" v="5820" actId="27636"/>
        <pc:sldMkLst>
          <pc:docMk/>
          <pc:sldMk cId="861414133" sldId="283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975355655" sldId="283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367526534" sldId="284"/>
        </pc:sldMkLst>
      </pc:sldChg>
      <pc:sldChg chg="addSp modSp add mod">
        <pc:chgData name="Patrick Merritt" userId="b92c223c-8880-48c6-9b0c-d25ee1bca468" providerId="ADAL" clId="{D384CEBE-BE98-4C3F-8F1E-6AD1F22AE020}" dt="2023-12-14T11:33:11.217" v="5827" actId="1076"/>
        <pc:sldMkLst>
          <pc:docMk/>
          <pc:sldMk cId="1690954885" sldId="284"/>
        </pc:sldMkLst>
      </pc:sldChg>
      <pc:sldChg chg="modSp new mod">
        <pc:chgData name="Patrick Merritt" userId="b92c223c-8880-48c6-9b0c-d25ee1bca468" providerId="ADAL" clId="{D384CEBE-BE98-4C3F-8F1E-6AD1F22AE020}" dt="2023-12-14T11:38:31.535" v="6096" actId="27636"/>
        <pc:sldMkLst>
          <pc:docMk/>
          <pc:sldMk cId="478102423" sldId="285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139425583" sldId="285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221497073" sldId="286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2:01:51.891" v="6229" actId="22"/>
        <pc:sldMkLst>
          <pc:docMk/>
          <pc:sldMk cId="4225291369" sldId="286"/>
        </pc:sldMkLst>
      </pc:sldChg>
      <pc:sldChg chg="add ord">
        <pc:chgData name="Patrick Merritt" userId="b92c223c-8880-48c6-9b0c-d25ee1bca468" providerId="ADAL" clId="{D384CEBE-BE98-4C3F-8F1E-6AD1F22AE020}" dt="2023-12-14T12:01:18.624" v="6220"/>
        <pc:sldMkLst>
          <pc:docMk/>
          <pc:sldMk cId="2373353585" sldId="287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4171293960" sldId="287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691405496" sldId="288"/>
        </pc:sldMkLst>
      </pc:sldChg>
      <pc:sldChg chg="addSp delSp modSp new mod">
        <pc:chgData name="Patrick Merritt" userId="b92c223c-8880-48c6-9b0c-d25ee1bca468" providerId="ADAL" clId="{D384CEBE-BE98-4C3F-8F1E-6AD1F22AE020}" dt="2023-12-14T12:02:55.047" v="6281" actId="20577"/>
        <pc:sldMkLst>
          <pc:docMk/>
          <pc:sldMk cId="1932368986" sldId="288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2:08:42.663" v="6306" actId="5793"/>
        <pc:sldMkLst>
          <pc:docMk/>
          <pc:sldMk cId="1920045742" sldId="289"/>
        </pc:sldMkLst>
      </pc:sldChg>
      <pc:sldChg chg="addSp modSp add mod">
        <pc:chgData name="Patrick Merritt" userId="b92c223c-8880-48c6-9b0c-d25ee1bca468" providerId="ADAL" clId="{D384CEBE-BE98-4C3F-8F1E-6AD1F22AE020}" dt="2023-12-14T12:18:09.058" v="6338" actId="207"/>
        <pc:sldMkLst>
          <pc:docMk/>
          <pc:sldMk cId="1357407568" sldId="290"/>
        </pc:sldMkLst>
      </pc:sldChg>
      <pc:sldChg chg="new del">
        <pc:chgData name="Patrick Merritt" userId="b92c223c-8880-48c6-9b0c-d25ee1bca468" providerId="ADAL" clId="{D384CEBE-BE98-4C3F-8F1E-6AD1F22AE020}" dt="2023-12-14T12:08:03.734" v="6284" actId="47"/>
        <pc:sldMkLst>
          <pc:docMk/>
          <pc:sldMk cId="1565928494" sldId="290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231356135" sldId="290"/>
        </pc:sldMkLst>
      </pc:sldChg>
      <pc:sldChg chg="modSp new del mod">
        <pc:chgData name="Patrick Merritt" userId="b92c223c-8880-48c6-9b0c-d25ee1bca468" providerId="ADAL" clId="{D384CEBE-BE98-4C3F-8F1E-6AD1F22AE020}" dt="2023-12-14T12:10:32.660" v="6331" actId="47"/>
        <pc:sldMkLst>
          <pc:docMk/>
          <pc:sldMk cId="2293263866" sldId="290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902592564" sldId="291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678482395" sldId="292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4228849730" sldId="294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664712549" sldId="295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827035631" sldId="296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759619629" sldId="297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3435094948" sldId="298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858622669" sldId="299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870768544" sldId="300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2331293" sldId="301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3277474212" sldId="302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216974133" sldId="303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474397540" sldId="304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3973386" sldId="305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893215013" sldId="306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4015670441" sldId="307"/>
        </pc:sldMkLst>
      </pc:sldChg>
    </pc:docChg>
  </pc:docChgLst>
  <pc:docChgLst>
    <pc:chgData name="Patrick Merritt" userId="b92c223c-8880-48c6-9b0c-d25ee1bca468" providerId="ADAL" clId="{1C9937B1-28F7-42F5-9CA7-484E96488542}"/>
    <pc:docChg chg="modSld sldOrd">
      <pc:chgData name="Patrick Merritt" userId="b92c223c-8880-48c6-9b0c-d25ee1bca468" providerId="ADAL" clId="{1C9937B1-28F7-42F5-9CA7-484E96488542}" dt="2024-11-11T09:54:06.826" v="1"/>
      <pc:docMkLst>
        <pc:docMk/>
      </pc:docMkLst>
      <pc:sldChg chg="ord">
        <pc:chgData name="Patrick Merritt" userId="b92c223c-8880-48c6-9b0c-d25ee1bca468" providerId="ADAL" clId="{1C9937B1-28F7-42F5-9CA7-484E96488542}" dt="2024-11-11T09:54:06.826" v="1"/>
        <pc:sldMkLst>
          <pc:docMk/>
          <pc:sldMk cId="3578199303" sldId="273"/>
        </pc:sldMkLst>
      </pc:sldChg>
    </pc:docChg>
  </pc:docChgLst>
  <pc:docChgLst>
    <pc:chgData name="Patrick Merritt" userId="b92c223c-8880-48c6-9b0c-d25ee1bca468" providerId="ADAL" clId="{995754DA-9755-4D7D-9FF6-ECE979082F6F}"/>
    <pc:docChg chg="addSld delSld modSld">
      <pc:chgData name="Patrick Merritt" userId="b92c223c-8880-48c6-9b0c-d25ee1bca468" providerId="ADAL" clId="{995754DA-9755-4D7D-9FF6-ECE979082F6F}" dt="2024-11-13T10:11:38.279" v="124" actId="20577"/>
      <pc:docMkLst>
        <pc:docMk/>
      </pc:docMkLst>
      <pc:sldChg chg="addSp modSp mod">
        <pc:chgData name="Patrick Merritt" userId="b92c223c-8880-48c6-9b0c-d25ee1bca468" providerId="ADAL" clId="{995754DA-9755-4D7D-9FF6-ECE979082F6F}" dt="2024-11-13T10:11:38.279" v="124" actId="20577"/>
        <pc:sldMkLst>
          <pc:docMk/>
          <pc:sldMk cId="580719803" sldId="257"/>
        </pc:sldMkLst>
        <pc:spChg chg="mod">
          <ac:chgData name="Patrick Merritt" userId="b92c223c-8880-48c6-9b0c-d25ee1bca468" providerId="ADAL" clId="{995754DA-9755-4D7D-9FF6-ECE979082F6F}" dt="2024-11-13T10:11:38.279" v="124" actId="20577"/>
          <ac:spMkLst>
            <pc:docMk/>
            <pc:sldMk cId="580719803" sldId="257"/>
            <ac:spMk id="3" creationId="{F61C640D-DD62-D9DE-4EB6-0E4F5238402D}"/>
          </ac:spMkLst>
        </pc:spChg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1398592841" sldId="258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2850338257" sldId="261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3508890973" sldId="262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3591432374" sldId="263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4078858970" sldId="264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3711824575" sldId="266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2369783589" sldId="267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874440295" sldId="268"/>
        </pc:sldMkLst>
      </pc:sldChg>
      <pc:sldChg chg="add">
        <pc:chgData name="Patrick Merritt" userId="b92c223c-8880-48c6-9b0c-d25ee1bca468" providerId="ADAL" clId="{995754DA-9755-4D7D-9FF6-ECE979082F6F}" dt="2024-11-13T10:10:29.093" v="102"/>
        <pc:sldMkLst>
          <pc:docMk/>
          <pc:sldMk cId="2502931112" sldId="268"/>
        </pc:sldMkLst>
      </pc:sldChg>
      <pc:sldChg chg="add">
        <pc:chgData name="Patrick Merritt" userId="b92c223c-8880-48c6-9b0c-d25ee1bca468" providerId="ADAL" clId="{995754DA-9755-4D7D-9FF6-ECE979082F6F}" dt="2024-11-13T10:10:29.093" v="102"/>
        <pc:sldMkLst>
          <pc:docMk/>
          <pc:sldMk cId="1323687380" sldId="269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3427605841" sldId="269"/>
        </pc:sldMkLst>
      </pc:sldChg>
      <pc:sldChg chg="add">
        <pc:chgData name="Patrick Merritt" userId="b92c223c-8880-48c6-9b0c-d25ee1bca468" providerId="ADAL" clId="{995754DA-9755-4D7D-9FF6-ECE979082F6F}" dt="2024-11-13T10:10:29.093" v="102"/>
        <pc:sldMkLst>
          <pc:docMk/>
          <pc:sldMk cId="1098602846" sldId="270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3889218768" sldId="270"/>
        </pc:sldMkLst>
      </pc:sldChg>
      <pc:sldChg chg="add">
        <pc:chgData name="Patrick Merritt" userId="b92c223c-8880-48c6-9b0c-d25ee1bca468" providerId="ADAL" clId="{995754DA-9755-4D7D-9FF6-ECE979082F6F}" dt="2024-11-13T10:10:29.093" v="102"/>
        <pc:sldMkLst>
          <pc:docMk/>
          <pc:sldMk cId="2436323924" sldId="271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4221459341" sldId="271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3945445727" sldId="272"/>
        </pc:sldMkLst>
      </pc:sldChg>
      <pc:sldChg chg="add">
        <pc:chgData name="Patrick Merritt" userId="b92c223c-8880-48c6-9b0c-d25ee1bca468" providerId="ADAL" clId="{995754DA-9755-4D7D-9FF6-ECE979082F6F}" dt="2024-11-13T10:10:29.093" v="102"/>
        <pc:sldMkLst>
          <pc:docMk/>
          <pc:sldMk cId="4268145493" sldId="272"/>
        </pc:sldMkLst>
      </pc:sldChg>
      <pc:sldChg chg="add">
        <pc:chgData name="Patrick Merritt" userId="b92c223c-8880-48c6-9b0c-d25ee1bca468" providerId="ADAL" clId="{995754DA-9755-4D7D-9FF6-ECE979082F6F}" dt="2024-11-13T10:10:29.093" v="102"/>
        <pc:sldMkLst>
          <pc:docMk/>
          <pc:sldMk cId="3063744206" sldId="273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3578199303" sldId="273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2629640441" sldId="274"/>
        </pc:sldMkLst>
      </pc:sldChg>
      <pc:sldChg chg="add">
        <pc:chgData name="Patrick Merritt" userId="b92c223c-8880-48c6-9b0c-d25ee1bca468" providerId="ADAL" clId="{995754DA-9755-4D7D-9FF6-ECE979082F6F}" dt="2024-11-13T10:10:29.093" v="102"/>
        <pc:sldMkLst>
          <pc:docMk/>
          <pc:sldMk cId="3317614790" sldId="274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1368029473" sldId="275"/>
        </pc:sldMkLst>
      </pc:sldChg>
      <pc:sldChg chg="add">
        <pc:chgData name="Patrick Merritt" userId="b92c223c-8880-48c6-9b0c-d25ee1bca468" providerId="ADAL" clId="{995754DA-9755-4D7D-9FF6-ECE979082F6F}" dt="2024-11-13T10:11:10.678" v="103"/>
        <pc:sldMkLst>
          <pc:docMk/>
          <pc:sldMk cId="2114710724" sldId="276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4153350013" sldId="276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1464287160" sldId="277"/>
        </pc:sldMkLst>
      </pc:sldChg>
      <pc:sldChg chg="add">
        <pc:chgData name="Patrick Merritt" userId="b92c223c-8880-48c6-9b0c-d25ee1bca468" providerId="ADAL" clId="{995754DA-9755-4D7D-9FF6-ECE979082F6F}" dt="2024-11-13T10:11:10.678" v="103"/>
        <pc:sldMkLst>
          <pc:docMk/>
          <pc:sldMk cId="640016428" sldId="278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3520572055" sldId="278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1673915277" sldId="279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3233445006" sldId="279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3213276996" sldId="280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3740584507" sldId="280"/>
        </pc:sldMkLst>
      </pc:sldChg>
      <pc:sldChg chg="del">
        <pc:chgData name="Patrick Merritt" userId="b92c223c-8880-48c6-9b0c-d25ee1bca468" providerId="ADAL" clId="{995754DA-9755-4D7D-9FF6-ECE979082F6F}" dt="2024-11-13T10:06:06.069" v="3" actId="47"/>
        <pc:sldMkLst>
          <pc:docMk/>
          <pc:sldMk cId="691409148" sldId="281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3411945743" sldId="281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3133094834" sldId="282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816040165" sldId="283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1378653237" sldId="284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1844994519" sldId="285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3972848785" sldId="286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2632461564" sldId="287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3001476417" sldId="289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3649644260" sldId="290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271795257" sldId="291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812937939" sldId="292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3340258648" sldId="293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3017538376" sldId="294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448935152" sldId="295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1079882833" sldId="296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1131982386" sldId="297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711867253" sldId="298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4094410180" sldId="299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2176714486" sldId="300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146104244" sldId="302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4271884722" sldId="303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2728133880" sldId="304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999292819" sldId="305"/>
        </pc:sldMkLst>
      </pc:sldChg>
      <pc:sldChg chg="add">
        <pc:chgData name="Patrick Merritt" userId="b92c223c-8880-48c6-9b0c-d25ee1bca468" providerId="ADAL" clId="{995754DA-9755-4D7D-9FF6-ECE979082F6F}" dt="2024-11-13T10:07:28.290" v="64"/>
        <pc:sldMkLst>
          <pc:docMk/>
          <pc:sldMk cId="1658984503" sldId="307"/>
        </pc:sldMkLst>
      </pc:sldChg>
      <pc:sldChg chg="new del">
        <pc:chgData name="Patrick Merritt" userId="b92c223c-8880-48c6-9b0c-d25ee1bca468" providerId="ADAL" clId="{995754DA-9755-4D7D-9FF6-ECE979082F6F}" dt="2024-11-13T10:11:15.381" v="104" actId="47"/>
        <pc:sldMkLst>
          <pc:docMk/>
          <pc:sldMk cId="1471857344" sldId="308"/>
        </pc:sldMkLst>
      </pc:sldChg>
      <pc:sldChg chg="new del">
        <pc:chgData name="Patrick Merritt" userId="b92c223c-8880-48c6-9b0c-d25ee1bca468" providerId="ADAL" clId="{995754DA-9755-4D7D-9FF6-ECE979082F6F}" dt="2024-11-13T10:10:09.794" v="101" actId="47"/>
        <pc:sldMkLst>
          <pc:docMk/>
          <pc:sldMk cId="3693593496" sldId="309"/>
        </pc:sldMkLst>
      </pc:sldChg>
    </pc:docChg>
  </pc:docChgLst>
  <pc:docChgLst>
    <pc:chgData name="Patrick Merritt" userId="b92c223c-8880-48c6-9b0c-d25ee1bca468" providerId="ADAL" clId="{6E891DCA-F992-447A-84A5-43567EFDD919}"/>
    <pc:docChg chg="undo custSel addSld delSld modSld sldOrd">
      <pc:chgData name="Patrick Merritt" userId="b92c223c-8880-48c6-9b0c-d25ee1bca468" providerId="ADAL" clId="{6E891DCA-F992-447A-84A5-43567EFDD919}" dt="2025-01-27T12:33:01.597" v="4987"/>
      <pc:docMkLst>
        <pc:docMk/>
      </pc:docMkLst>
      <pc:sldChg chg="modSp mod">
        <pc:chgData name="Patrick Merritt" userId="b92c223c-8880-48c6-9b0c-d25ee1bca468" providerId="ADAL" clId="{6E891DCA-F992-447A-84A5-43567EFDD919}" dt="2025-01-27T10:52:57.855" v="122" actId="6549"/>
        <pc:sldMkLst>
          <pc:docMk/>
          <pc:sldMk cId="357346659" sldId="256"/>
        </pc:sldMkLst>
        <pc:spChg chg="mod">
          <ac:chgData name="Patrick Merritt" userId="b92c223c-8880-48c6-9b0c-d25ee1bca468" providerId="ADAL" clId="{6E891DCA-F992-447A-84A5-43567EFDD919}" dt="2025-01-27T10:52:57.855" v="122" actId="6549"/>
          <ac:spMkLst>
            <pc:docMk/>
            <pc:sldMk cId="357346659" sldId="256"/>
            <ac:spMk id="2" creationId="{B2975A7C-D54D-05E0-876F-826FC221EA09}"/>
          </ac:spMkLst>
        </pc:spChg>
      </pc:sldChg>
      <pc:sldChg chg="modSp mod">
        <pc:chgData name="Patrick Merritt" userId="b92c223c-8880-48c6-9b0c-d25ee1bca468" providerId="ADAL" clId="{6E891DCA-F992-447A-84A5-43567EFDD919}" dt="2025-01-27T10:53:05.729" v="132" actId="20577"/>
        <pc:sldMkLst>
          <pc:docMk/>
          <pc:sldMk cId="580719803" sldId="257"/>
        </pc:sldMkLst>
        <pc:spChg chg="mod">
          <ac:chgData name="Patrick Merritt" userId="b92c223c-8880-48c6-9b0c-d25ee1bca468" providerId="ADAL" clId="{6E891DCA-F992-447A-84A5-43567EFDD919}" dt="2025-01-27T10:53:05.729" v="132" actId="20577"/>
          <ac:spMkLst>
            <pc:docMk/>
            <pc:sldMk cId="580719803" sldId="257"/>
            <ac:spMk id="3" creationId="{F61C640D-DD62-D9DE-4EB6-0E4F5238402D}"/>
          </ac:spMkLst>
        </pc:sp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3643226764" sldId="258"/>
        </pc:sldMkLst>
      </pc:sldChg>
      <pc:sldChg chg="modSp new mod">
        <pc:chgData name="Patrick Merritt" userId="b92c223c-8880-48c6-9b0c-d25ee1bca468" providerId="ADAL" clId="{6E891DCA-F992-447A-84A5-43567EFDD919}" dt="2025-01-27T10:55:42.328" v="451" actId="20577"/>
        <pc:sldMkLst>
          <pc:docMk/>
          <pc:sldMk cId="3942130963" sldId="258"/>
        </pc:sldMkLst>
        <pc:spChg chg="mod">
          <ac:chgData name="Patrick Merritt" userId="b92c223c-8880-48c6-9b0c-d25ee1bca468" providerId="ADAL" clId="{6E891DCA-F992-447A-84A5-43567EFDD919}" dt="2025-01-27T10:53:25.532" v="175" actId="20577"/>
          <ac:spMkLst>
            <pc:docMk/>
            <pc:sldMk cId="3942130963" sldId="258"/>
            <ac:spMk id="2" creationId="{5A2989C7-25AC-EF0C-C37C-B142EB59330C}"/>
          </ac:spMkLst>
        </pc:spChg>
        <pc:spChg chg="mod">
          <ac:chgData name="Patrick Merritt" userId="b92c223c-8880-48c6-9b0c-d25ee1bca468" providerId="ADAL" clId="{6E891DCA-F992-447A-84A5-43567EFDD919}" dt="2025-01-27T10:55:42.328" v="451" actId="20577"/>
          <ac:spMkLst>
            <pc:docMk/>
            <pc:sldMk cId="3942130963" sldId="258"/>
            <ac:spMk id="3" creationId="{22D7406A-8684-C1C6-1A6E-6F28711A5369}"/>
          </ac:spMkLst>
        </pc:spChg>
      </pc:sldChg>
      <pc:sldChg chg="modSp new mod">
        <pc:chgData name="Patrick Merritt" userId="b92c223c-8880-48c6-9b0c-d25ee1bca468" providerId="ADAL" clId="{6E891DCA-F992-447A-84A5-43567EFDD919}" dt="2025-01-27T10:56:36.401" v="596" actId="5793"/>
        <pc:sldMkLst>
          <pc:docMk/>
          <pc:sldMk cId="3246275381" sldId="259"/>
        </pc:sldMkLst>
        <pc:spChg chg="mod">
          <ac:chgData name="Patrick Merritt" userId="b92c223c-8880-48c6-9b0c-d25ee1bca468" providerId="ADAL" clId="{6E891DCA-F992-447A-84A5-43567EFDD919}" dt="2025-01-27T10:56:23.932" v="541" actId="313"/>
          <ac:spMkLst>
            <pc:docMk/>
            <pc:sldMk cId="3246275381" sldId="259"/>
            <ac:spMk id="2" creationId="{CE1CAD54-5F71-F446-1223-3F489CBB59AD}"/>
          </ac:spMkLst>
        </pc:spChg>
        <pc:spChg chg="mod">
          <ac:chgData name="Patrick Merritt" userId="b92c223c-8880-48c6-9b0c-d25ee1bca468" providerId="ADAL" clId="{6E891DCA-F992-447A-84A5-43567EFDD919}" dt="2025-01-27T10:56:36.401" v="596" actId="5793"/>
          <ac:spMkLst>
            <pc:docMk/>
            <pc:sldMk cId="3246275381" sldId="259"/>
            <ac:spMk id="3" creationId="{9669E0B6-D819-BF8F-E655-82C3D6CC8E71}"/>
          </ac:spMkLst>
        </pc:sp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3400112143" sldId="259"/>
        </pc:sldMkLst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45965397" sldId="260"/>
        </pc:sldMkLst>
      </pc:sldChg>
      <pc:sldChg chg="modSp new mod">
        <pc:chgData name="Patrick Merritt" userId="b92c223c-8880-48c6-9b0c-d25ee1bca468" providerId="ADAL" clId="{6E891DCA-F992-447A-84A5-43567EFDD919}" dt="2025-01-27T11:32:55.557" v="2519" actId="5793"/>
        <pc:sldMkLst>
          <pc:docMk/>
          <pc:sldMk cId="2052866020" sldId="260"/>
        </pc:sldMkLst>
        <pc:spChg chg="mod">
          <ac:chgData name="Patrick Merritt" userId="b92c223c-8880-48c6-9b0c-d25ee1bca468" providerId="ADAL" clId="{6E891DCA-F992-447A-84A5-43567EFDD919}" dt="2025-01-27T10:56:58.791" v="660" actId="20577"/>
          <ac:spMkLst>
            <pc:docMk/>
            <pc:sldMk cId="2052866020" sldId="260"/>
            <ac:spMk id="2" creationId="{E90CBC39-5C5D-B81C-AB3F-41B69159FBF6}"/>
          </ac:spMkLst>
        </pc:spChg>
        <pc:spChg chg="mod">
          <ac:chgData name="Patrick Merritt" userId="b92c223c-8880-48c6-9b0c-d25ee1bca468" providerId="ADAL" clId="{6E891DCA-F992-447A-84A5-43567EFDD919}" dt="2025-01-27T11:32:55.557" v="2519" actId="5793"/>
          <ac:spMkLst>
            <pc:docMk/>
            <pc:sldMk cId="2052866020" sldId="260"/>
            <ac:spMk id="3" creationId="{E8265CD9-4F58-F537-A90C-70911F148FAF}"/>
          </ac:spMkLst>
        </pc:sp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1410822207" sldId="261"/>
        </pc:sldMkLst>
      </pc:sldChg>
      <pc:sldChg chg="addSp delSp modSp new del mod modClrScheme chgLayout">
        <pc:chgData name="Patrick Merritt" userId="b92c223c-8880-48c6-9b0c-d25ee1bca468" providerId="ADAL" clId="{6E891DCA-F992-447A-84A5-43567EFDD919}" dt="2025-01-27T11:16:14.869" v="1309" actId="47"/>
        <pc:sldMkLst>
          <pc:docMk/>
          <pc:sldMk cId="1603968696" sldId="261"/>
        </pc:sldMkLst>
        <pc:spChg chg="mod ord">
          <ac:chgData name="Patrick Merritt" userId="b92c223c-8880-48c6-9b0c-d25ee1bca468" providerId="ADAL" clId="{6E891DCA-F992-447A-84A5-43567EFDD919}" dt="2025-01-27T11:01:38.134" v="1042" actId="700"/>
          <ac:spMkLst>
            <pc:docMk/>
            <pc:sldMk cId="1603968696" sldId="261"/>
            <ac:spMk id="2" creationId="{E918C811-E210-2CDE-B167-8ABFB8A684D8}"/>
          </ac:spMkLst>
        </pc:spChg>
        <pc:spChg chg="mod ord">
          <ac:chgData name="Patrick Merritt" userId="b92c223c-8880-48c6-9b0c-d25ee1bca468" providerId="ADAL" clId="{6E891DCA-F992-447A-84A5-43567EFDD919}" dt="2025-01-27T11:12:45.494" v="1220" actId="20577"/>
          <ac:spMkLst>
            <pc:docMk/>
            <pc:sldMk cId="1603968696" sldId="261"/>
            <ac:spMk id="3" creationId="{6CE1C0FE-C68D-89F7-68EB-58283BC87095}"/>
          </ac:spMkLst>
        </pc:spChg>
        <pc:spChg chg="add mod ord">
          <ac:chgData name="Patrick Merritt" userId="b92c223c-8880-48c6-9b0c-d25ee1bca468" providerId="ADAL" clId="{6E891DCA-F992-447A-84A5-43567EFDD919}" dt="2025-01-27T11:16:08.614" v="1308" actId="20577"/>
          <ac:spMkLst>
            <pc:docMk/>
            <pc:sldMk cId="1603968696" sldId="261"/>
            <ac:spMk id="6" creationId="{75E7B4D4-9009-E794-21B0-15C44DDE852F}"/>
          </ac:spMkLst>
        </pc:spChg>
        <pc:spChg chg="add mod ord">
          <ac:chgData name="Patrick Merritt" userId="b92c223c-8880-48c6-9b0c-d25ee1bca468" providerId="ADAL" clId="{6E891DCA-F992-447A-84A5-43567EFDD919}" dt="2025-01-27T11:10:06.411" v="1136" actId="20577"/>
          <ac:spMkLst>
            <pc:docMk/>
            <pc:sldMk cId="1603968696" sldId="261"/>
            <ac:spMk id="7" creationId="{63572002-C071-3AFD-6575-EACE782C7538}"/>
          </ac:spMkLst>
        </pc:spChg>
        <pc:spChg chg="add mod ord">
          <ac:chgData name="Patrick Merritt" userId="b92c223c-8880-48c6-9b0c-d25ee1bca468" providerId="ADAL" clId="{6E891DCA-F992-447A-84A5-43567EFDD919}" dt="2025-01-27T11:13:29.153" v="1260" actId="20577"/>
          <ac:spMkLst>
            <pc:docMk/>
            <pc:sldMk cId="1603968696" sldId="261"/>
            <ac:spMk id="8" creationId="{DCA0A5EA-769B-1171-8F34-E2D4FF387BAF}"/>
          </ac:spMkLst>
        </pc:spChg>
        <pc:cxnChg chg="add del">
          <ac:chgData name="Patrick Merritt" userId="b92c223c-8880-48c6-9b0c-d25ee1bca468" providerId="ADAL" clId="{6E891DCA-F992-447A-84A5-43567EFDD919}" dt="2025-01-27T10:58:57.439" v="948" actId="478"/>
          <ac:cxnSpMkLst>
            <pc:docMk/>
            <pc:sldMk cId="1603968696" sldId="261"/>
            <ac:cxnSpMk id="5" creationId="{4848B624-AF0F-4B64-07E3-A41161855879}"/>
          </ac:cxnSpMkLst>
        </pc:cxnChg>
      </pc:sldChg>
      <pc:sldChg chg="modSp new mod">
        <pc:chgData name="Patrick Merritt" userId="b92c223c-8880-48c6-9b0c-d25ee1bca468" providerId="ADAL" clId="{6E891DCA-F992-447A-84A5-43567EFDD919}" dt="2025-01-27T11:20:23.191" v="1844" actId="313"/>
        <pc:sldMkLst>
          <pc:docMk/>
          <pc:sldMk cId="3099431077" sldId="261"/>
        </pc:sldMkLst>
        <pc:spChg chg="mod">
          <ac:chgData name="Patrick Merritt" userId="b92c223c-8880-48c6-9b0c-d25ee1bca468" providerId="ADAL" clId="{6E891DCA-F992-447A-84A5-43567EFDD919}" dt="2025-01-27T11:17:01.649" v="1352" actId="20577"/>
          <ac:spMkLst>
            <pc:docMk/>
            <pc:sldMk cId="3099431077" sldId="261"/>
            <ac:spMk id="2" creationId="{CC4EEDE3-9586-144C-08B7-F9FC4BA9DE48}"/>
          </ac:spMkLst>
        </pc:spChg>
        <pc:spChg chg="mod">
          <ac:chgData name="Patrick Merritt" userId="b92c223c-8880-48c6-9b0c-d25ee1bca468" providerId="ADAL" clId="{6E891DCA-F992-447A-84A5-43567EFDD919}" dt="2025-01-27T11:20:23.191" v="1844" actId="313"/>
          <ac:spMkLst>
            <pc:docMk/>
            <pc:sldMk cId="3099431077" sldId="261"/>
            <ac:spMk id="3" creationId="{57E14167-BA40-70CE-1566-D4581CFC821E}"/>
          </ac:spMkLst>
        </pc:sp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501404912" sldId="262"/>
        </pc:sldMkLst>
      </pc:sldChg>
      <pc:sldChg chg="modSp new mod">
        <pc:chgData name="Patrick Merritt" userId="b92c223c-8880-48c6-9b0c-d25ee1bca468" providerId="ADAL" clId="{6E891DCA-F992-447A-84A5-43567EFDD919}" dt="2025-01-27T11:28:55.236" v="2448" actId="5793"/>
        <pc:sldMkLst>
          <pc:docMk/>
          <pc:sldMk cId="3620003289" sldId="262"/>
        </pc:sldMkLst>
        <pc:spChg chg="mod">
          <ac:chgData name="Patrick Merritt" userId="b92c223c-8880-48c6-9b0c-d25ee1bca468" providerId="ADAL" clId="{6E891DCA-F992-447A-84A5-43567EFDD919}" dt="2025-01-27T11:20:32.625" v="1853" actId="20577"/>
          <ac:spMkLst>
            <pc:docMk/>
            <pc:sldMk cId="3620003289" sldId="262"/>
            <ac:spMk id="2" creationId="{76680AF8-5F3B-8170-95AA-E6EB8727A957}"/>
          </ac:spMkLst>
        </pc:spChg>
        <pc:spChg chg="mod">
          <ac:chgData name="Patrick Merritt" userId="b92c223c-8880-48c6-9b0c-d25ee1bca468" providerId="ADAL" clId="{6E891DCA-F992-447A-84A5-43567EFDD919}" dt="2025-01-27T11:28:55.236" v="2448" actId="5793"/>
          <ac:spMkLst>
            <pc:docMk/>
            <pc:sldMk cId="3620003289" sldId="262"/>
            <ac:spMk id="3" creationId="{9F496E76-5D99-E463-5508-4560792AC6C0}"/>
          </ac:spMkLst>
        </pc:spChg>
      </pc:sldChg>
      <pc:sldChg chg="addSp modSp new mod">
        <pc:chgData name="Patrick Merritt" userId="b92c223c-8880-48c6-9b0c-d25ee1bca468" providerId="ADAL" clId="{6E891DCA-F992-447A-84A5-43567EFDD919}" dt="2025-01-27T11:32:59.340" v="2520" actId="1076"/>
        <pc:sldMkLst>
          <pc:docMk/>
          <pc:sldMk cId="1883699411" sldId="263"/>
        </pc:sldMkLst>
        <pc:spChg chg="mod">
          <ac:chgData name="Patrick Merritt" userId="b92c223c-8880-48c6-9b0c-d25ee1bca468" providerId="ADAL" clId="{6E891DCA-F992-447A-84A5-43567EFDD919}" dt="2025-01-27T11:29:01.363" v="2461" actId="20577"/>
          <ac:spMkLst>
            <pc:docMk/>
            <pc:sldMk cId="1883699411" sldId="263"/>
            <ac:spMk id="2" creationId="{127CF676-D1CF-8A84-64F6-532A536DB7AD}"/>
          </ac:spMkLst>
        </pc:spChg>
        <pc:spChg chg="mod">
          <ac:chgData name="Patrick Merritt" userId="b92c223c-8880-48c6-9b0c-d25ee1bca468" providerId="ADAL" clId="{6E891DCA-F992-447A-84A5-43567EFDD919}" dt="2025-01-27T11:29:15.793" v="2493" actId="5793"/>
          <ac:spMkLst>
            <pc:docMk/>
            <pc:sldMk cId="1883699411" sldId="263"/>
            <ac:spMk id="3" creationId="{FCEDEBA7-CC51-FAC5-A512-A0239EDBA32F}"/>
          </ac:spMkLst>
        </pc:spChg>
        <pc:spChg chg="add mod">
          <ac:chgData name="Patrick Merritt" userId="b92c223c-8880-48c6-9b0c-d25ee1bca468" providerId="ADAL" clId="{6E891DCA-F992-447A-84A5-43567EFDD919}" dt="2025-01-27T11:29:27.438" v="2496" actId="1076"/>
          <ac:spMkLst>
            <pc:docMk/>
            <pc:sldMk cId="1883699411" sldId="263"/>
            <ac:spMk id="4" creationId="{BAC8672B-8355-FE15-CB19-F878CF4763DC}"/>
          </ac:spMkLst>
        </pc:spChg>
        <pc:spChg chg="add mod">
          <ac:chgData name="Patrick Merritt" userId="b92c223c-8880-48c6-9b0c-d25ee1bca468" providerId="ADAL" clId="{6E891DCA-F992-447A-84A5-43567EFDD919}" dt="2025-01-27T11:29:34.412" v="2498" actId="1076"/>
          <ac:spMkLst>
            <pc:docMk/>
            <pc:sldMk cId="1883699411" sldId="263"/>
            <ac:spMk id="5" creationId="{9401E0F5-4E36-2AC0-492B-D5C6B7D0A238}"/>
          </ac:spMkLst>
        </pc:spChg>
        <pc:spChg chg="add mod">
          <ac:chgData name="Patrick Merritt" userId="b92c223c-8880-48c6-9b0c-d25ee1bca468" providerId="ADAL" clId="{6E891DCA-F992-447A-84A5-43567EFDD919}" dt="2025-01-27T11:29:48.748" v="2502" actId="1076"/>
          <ac:spMkLst>
            <pc:docMk/>
            <pc:sldMk cId="1883699411" sldId="263"/>
            <ac:spMk id="6" creationId="{606BD23D-0B1D-47B4-0B70-B61701F44563}"/>
          </ac:spMkLst>
        </pc:spChg>
        <pc:spChg chg="mod">
          <ac:chgData name="Patrick Merritt" userId="b92c223c-8880-48c6-9b0c-d25ee1bca468" providerId="ADAL" clId="{6E891DCA-F992-447A-84A5-43567EFDD919}" dt="2025-01-27T11:31:21.534" v="2503"/>
          <ac:spMkLst>
            <pc:docMk/>
            <pc:sldMk cId="1883699411" sldId="263"/>
            <ac:spMk id="8" creationId="{B8EEF667-231C-62D5-5FF6-C105F2AAC198}"/>
          </ac:spMkLst>
        </pc:spChg>
        <pc:spChg chg="mod">
          <ac:chgData name="Patrick Merritt" userId="b92c223c-8880-48c6-9b0c-d25ee1bca468" providerId="ADAL" clId="{6E891DCA-F992-447A-84A5-43567EFDD919}" dt="2025-01-27T11:31:21.534" v="2503"/>
          <ac:spMkLst>
            <pc:docMk/>
            <pc:sldMk cId="1883699411" sldId="263"/>
            <ac:spMk id="11" creationId="{E294FB12-F699-974E-A6A5-BA618AC79AA8}"/>
          </ac:spMkLst>
        </pc:spChg>
        <pc:spChg chg="mod">
          <ac:chgData name="Patrick Merritt" userId="b92c223c-8880-48c6-9b0c-d25ee1bca468" providerId="ADAL" clId="{6E891DCA-F992-447A-84A5-43567EFDD919}" dt="2025-01-27T11:31:21.534" v="2503"/>
          <ac:spMkLst>
            <pc:docMk/>
            <pc:sldMk cId="1883699411" sldId="263"/>
            <ac:spMk id="12" creationId="{13771E21-EB45-0048-42CF-5058CA6AC82A}"/>
          </ac:spMkLst>
        </pc:spChg>
        <pc:spChg chg="mod">
          <ac:chgData name="Patrick Merritt" userId="b92c223c-8880-48c6-9b0c-d25ee1bca468" providerId="ADAL" clId="{6E891DCA-F992-447A-84A5-43567EFDD919}" dt="2025-01-27T11:31:21.534" v="2503"/>
          <ac:spMkLst>
            <pc:docMk/>
            <pc:sldMk cId="1883699411" sldId="263"/>
            <ac:spMk id="13" creationId="{57987080-1A33-60FE-796F-F8D692D48458}"/>
          </ac:spMkLst>
        </pc:spChg>
        <pc:spChg chg="mod">
          <ac:chgData name="Patrick Merritt" userId="b92c223c-8880-48c6-9b0c-d25ee1bca468" providerId="ADAL" clId="{6E891DCA-F992-447A-84A5-43567EFDD919}" dt="2025-01-27T11:31:21.534" v="2503"/>
          <ac:spMkLst>
            <pc:docMk/>
            <pc:sldMk cId="1883699411" sldId="263"/>
            <ac:spMk id="14" creationId="{E4FCF16F-14DA-DF37-247A-168E43A348A4}"/>
          </ac:spMkLst>
        </pc:spChg>
        <pc:spChg chg="mod">
          <ac:chgData name="Patrick Merritt" userId="b92c223c-8880-48c6-9b0c-d25ee1bca468" providerId="ADAL" clId="{6E891DCA-F992-447A-84A5-43567EFDD919}" dt="2025-01-27T11:31:21.534" v="2503"/>
          <ac:spMkLst>
            <pc:docMk/>
            <pc:sldMk cId="1883699411" sldId="263"/>
            <ac:spMk id="15" creationId="{50A8DD76-31E5-1D22-D1ED-60C10D24747C}"/>
          </ac:spMkLst>
        </pc:spChg>
        <pc:spChg chg="add mod">
          <ac:chgData name="Patrick Merritt" userId="b92c223c-8880-48c6-9b0c-d25ee1bca468" providerId="ADAL" clId="{6E891DCA-F992-447A-84A5-43567EFDD919}" dt="2025-01-27T11:32:20.965" v="2514" actId="1076"/>
          <ac:spMkLst>
            <pc:docMk/>
            <pc:sldMk cId="1883699411" sldId="263"/>
            <ac:spMk id="16" creationId="{141EC352-6284-795F-8AA8-463CE4E0BC84}"/>
          </ac:spMkLst>
        </pc:spChg>
        <pc:spChg chg="add mod">
          <ac:chgData name="Patrick Merritt" userId="b92c223c-8880-48c6-9b0c-d25ee1bca468" providerId="ADAL" clId="{6E891DCA-F992-447A-84A5-43567EFDD919}" dt="2025-01-27T11:32:31.241" v="2517" actId="1076"/>
          <ac:spMkLst>
            <pc:docMk/>
            <pc:sldMk cId="1883699411" sldId="263"/>
            <ac:spMk id="17" creationId="{8A3A826B-654B-1120-D8FE-5E9806DD8B0A}"/>
          </ac:spMkLst>
        </pc:spChg>
        <pc:grpChg chg="add mod">
          <ac:chgData name="Patrick Merritt" userId="b92c223c-8880-48c6-9b0c-d25ee1bca468" providerId="ADAL" clId="{6E891DCA-F992-447A-84A5-43567EFDD919}" dt="2025-01-27T11:32:59.340" v="2520" actId="1076"/>
          <ac:grpSpMkLst>
            <pc:docMk/>
            <pc:sldMk cId="1883699411" sldId="263"/>
            <ac:grpSpMk id="7" creationId="{0102F75A-B5F6-1288-C930-9A5EF77521BD}"/>
          </ac:grpSpMkLst>
        </pc:grpChg>
        <pc:grpChg chg="mod">
          <ac:chgData name="Patrick Merritt" userId="b92c223c-8880-48c6-9b0c-d25ee1bca468" providerId="ADAL" clId="{6E891DCA-F992-447A-84A5-43567EFDD919}" dt="2025-01-27T11:31:21.534" v="2503"/>
          <ac:grpSpMkLst>
            <pc:docMk/>
            <pc:sldMk cId="1883699411" sldId="263"/>
            <ac:grpSpMk id="9" creationId="{84CBF3B4-4CFF-7E1F-7E17-AB8C7328F2FD}"/>
          </ac:grpSpMkLst>
        </pc:grpChg>
        <pc:grpChg chg="mod">
          <ac:chgData name="Patrick Merritt" userId="b92c223c-8880-48c6-9b0c-d25ee1bca468" providerId="ADAL" clId="{6E891DCA-F992-447A-84A5-43567EFDD919}" dt="2025-01-27T11:31:21.534" v="2503"/>
          <ac:grpSpMkLst>
            <pc:docMk/>
            <pc:sldMk cId="1883699411" sldId="263"/>
            <ac:grpSpMk id="10" creationId="{365DD803-877A-5809-0D45-0B0465322297}"/>
          </ac:grpSpMkLst>
        </pc:grp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2785412237" sldId="263"/>
        </pc:sldMkLst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1798386530" sldId="264"/>
        </pc:sldMkLst>
      </pc:sldChg>
      <pc:sldChg chg="addSp delSp modSp add mod">
        <pc:chgData name="Patrick Merritt" userId="b92c223c-8880-48c6-9b0c-d25ee1bca468" providerId="ADAL" clId="{6E891DCA-F992-447A-84A5-43567EFDD919}" dt="2025-01-27T11:39:48.088" v="2805"/>
        <pc:sldMkLst>
          <pc:docMk/>
          <pc:sldMk cId="2568033327" sldId="264"/>
        </pc:sldMkLst>
        <pc:spChg chg="mod">
          <ac:chgData name="Patrick Merritt" userId="b92c223c-8880-48c6-9b0c-d25ee1bca468" providerId="ADAL" clId="{6E891DCA-F992-447A-84A5-43567EFDD919}" dt="2025-01-27T11:33:14.380" v="2537" actId="6549"/>
          <ac:spMkLst>
            <pc:docMk/>
            <pc:sldMk cId="2568033327" sldId="264"/>
            <ac:spMk id="2" creationId="{6E1375FA-6A19-B825-3C25-A9FAAAA255BC}"/>
          </ac:spMkLst>
        </pc:spChg>
        <pc:spChg chg="mod">
          <ac:chgData name="Patrick Merritt" userId="b92c223c-8880-48c6-9b0c-d25ee1bca468" providerId="ADAL" clId="{6E891DCA-F992-447A-84A5-43567EFDD919}" dt="2025-01-27T11:35:10.400" v="2613" actId="20577"/>
          <ac:spMkLst>
            <pc:docMk/>
            <pc:sldMk cId="2568033327" sldId="264"/>
            <ac:spMk id="3" creationId="{98A23AEA-0225-3258-EAA1-AACD1F296943}"/>
          </ac:spMkLst>
        </pc:spChg>
        <pc:spChg chg="mod">
          <ac:chgData name="Patrick Merritt" userId="b92c223c-8880-48c6-9b0c-d25ee1bca468" providerId="ADAL" clId="{6E891DCA-F992-447A-84A5-43567EFDD919}" dt="2025-01-27T11:33:56.272" v="2587" actId="14100"/>
          <ac:spMkLst>
            <pc:docMk/>
            <pc:sldMk cId="2568033327" sldId="264"/>
            <ac:spMk id="16" creationId="{C1CD6472-FDD1-897C-6C2D-6755C27B0FE5}"/>
          </ac:spMkLst>
        </pc:spChg>
        <pc:spChg chg="mod">
          <ac:chgData name="Patrick Merritt" userId="b92c223c-8880-48c6-9b0c-d25ee1bca468" providerId="ADAL" clId="{6E891DCA-F992-447A-84A5-43567EFDD919}" dt="2025-01-27T11:34:32.607" v="2594" actId="14100"/>
          <ac:spMkLst>
            <pc:docMk/>
            <pc:sldMk cId="2568033327" sldId="264"/>
            <ac:spMk id="17" creationId="{AAE1197A-5F7A-B56A-F2D9-5A25F29D8CAB}"/>
          </ac:spMkLst>
        </pc:spChg>
        <pc:spChg chg="add mod ord">
          <ac:chgData name="Patrick Merritt" userId="b92c223c-8880-48c6-9b0c-d25ee1bca468" providerId="ADAL" clId="{6E891DCA-F992-447A-84A5-43567EFDD919}" dt="2025-01-27T11:39:27.796" v="2800" actId="164"/>
          <ac:spMkLst>
            <pc:docMk/>
            <pc:sldMk cId="2568033327" sldId="264"/>
            <ac:spMk id="22" creationId="{100C1BD5-A3BE-2EF6-7D6C-AB23D434C4E9}"/>
          </ac:spMkLst>
        </pc:spChg>
        <pc:spChg chg="add mod ord">
          <ac:chgData name="Patrick Merritt" userId="b92c223c-8880-48c6-9b0c-d25ee1bca468" providerId="ADAL" clId="{6E891DCA-F992-447A-84A5-43567EFDD919}" dt="2025-01-27T11:39:27.796" v="2800" actId="164"/>
          <ac:spMkLst>
            <pc:docMk/>
            <pc:sldMk cId="2568033327" sldId="264"/>
            <ac:spMk id="23" creationId="{F5FE891A-BFEF-CC92-BA06-0DDEE4848557}"/>
          </ac:spMkLst>
        </pc:spChg>
        <pc:spChg chg="mod">
          <ac:chgData name="Patrick Merritt" userId="b92c223c-8880-48c6-9b0c-d25ee1bca468" providerId="ADAL" clId="{6E891DCA-F992-447A-84A5-43567EFDD919}" dt="2025-01-27T11:39:48.088" v="2805"/>
          <ac:spMkLst>
            <pc:docMk/>
            <pc:sldMk cId="2568033327" sldId="264"/>
            <ac:spMk id="26" creationId="{7FF42D16-E16C-17D3-31BD-F9AFD3144CAA}"/>
          </ac:spMkLst>
        </pc:spChg>
        <pc:spChg chg="mod">
          <ac:chgData name="Patrick Merritt" userId="b92c223c-8880-48c6-9b0c-d25ee1bca468" providerId="ADAL" clId="{6E891DCA-F992-447A-84A5-43567EFDD919}" dt="2025-01-27T11:39:48.088" v="2805"/>
          <ac:spMkLst>
            <pc:docMk/>
            <pc:sldMk cId="2568033327" sldId="264"/>
            <ac:spMk id="29" creationId="{1592E6E5-5A35-662F-646F-875EA99174FD}"/>
          </ac:spMkLst>
        </pc:spChg>
        <pc:spChg chg="mod">
          <ac:chgData name="Patrick Merritt" userId="b92c223c-8880-48c6-9b0c-d25ee1bca468" providerId="ADAL" clId="{6E891DCA-F992-447A-84A5-43567EFDD919}" dt="2025-01-27T11:39:48.088" v="2805"/>
          <ac:spMkLst>
            <pc:docMk/>
            <pc:sldMk cId="2568033327" sldId="264"/>
            <ac:spMk id="30" creationId="{E5CD510F-A498-2B10-8B8B-EC2858E03E0B}"/>
          </ac:spMkLst>
        </pc:spChg>
        <pc:spChg chg="mod">
          <ac:chgData name="Patrick Merritt" userId="b92c223c-8880-48c6-9b0c-d25ee1bca468" providerId="ADAL" clId="{6E891DCA-F992-447A-84A5-43567EFDD919}" dt="2025-01-27T11:39:48.088" v="2805"/>
          <ac:spMkLst>
            <pc:docMk/>
            <pc:sldMk cId="2568033327" sldId="264"/>
            <ac:spMk id="31" creationId="{13F87237-C604-8FDC-DB43-49A8EC998A60}"/>
          </ac:spMkLst>
        </pc:spChg>
        <pc:spChg chg="mod">
          <ac:chgData name="Patrick Merritt" userId="b92c223c-8880-48c6-9b0c-d25ee1bca468" providerId="ADAL" clId="{6E891DCA-F992-447A-84A5-43567EFDD919}" dt="2025-01-27T11:39:48.088" v="2805"/>
          <ac:spMkLst>
            <pc:docMk/>
            <pc:sldMk cId="2568033327" sldId="264"/>
            <ac:spMk id="32" creationId="{34D42C70-19F1-D520-94F4-27A5E15EDE2A}"/>
          </ac:spMkLst>
        </pc:spChg>
        <pc:spChg chg="mod">
          <ac:chgData name="Patrick Merritt" userId="b92c223c-8880-48c6-9b0c-d25ee1bca468" providerId="ADAL" clId="{6E891DCA-F992-447A-84A5-43567EFDD919}" dt="2025-01-27T11:39:48.088" v="2805"/>
          <ac:spMkLst>
            <pc:docMk/>
            <pc:sldMk cId="2568033327" sldId="264"/>
            <ac:spMk id="33" creationId="{0E32B847-8F7D-B89C-CBEA-C29D974A4986}"/>
          </ac:spMkLst>
        </pc:spChg>
        <pc:grpChg chg="mod">
          <ac:chgData name="Patrick Merritt" userId="b92c223c-8880-48c6-9b0c-d25ee1bca468" providerId="ADAL" clId="{6E891DCA-F992-447A-84A5-43567EFDD919}" dt="2025-01-27T11:39:27.796" v="2800" actId="164"/>
          <ac:grpSpMkLst>
            <pc:docMk/>
            <pc:sldMk cId="2568033327" sldId="264"/>
            <ac:grpSpMk id="7" creationId="{4927E18F-4BA9-5C4F-44B1-4161F14DCFF2}"/>
          </ac:grpSpMkLst>
        </pc:grpChg>
        <pc:grpChg chg="add del mod">
          <ac:chgData name="Patrick Merritt" userId="b92c223c-8880-48c6-9b0c-d25ee1bca468" providerId="ADAL" clId="{6E891DCA-F992-447A-84A5-43567EFDD919}" dt="2025-01-27T11:39:38.388" v="2802" actId="21"/>
          <ac:grpSpMkLst>
            <pc:docMk/>
            <pc:sldMk cId="2568033327" sldId="264"/>
            <ac:grpSpMk id="24" creationId="{29E2AF8A-3B0F-EA66-7DE4-200F93B5FD1C}"/>
          </ac:grpSpMkLst>
        </pc:grpChg>
        <pc:grpChg chg="add mod">
          <ac:chgData name="Patrick Merritt" userId="b92c223c-8880-48c6-9b0c-d25ee1bca468" providerId="ADAL" clId="{6E891DCA-F992-447A-84A5-43567EFDD919}" dt="2025-01-27T11:39:48.088" v="2805"/>
          <ac:grpSpMkLst>
            <pc:docMk/>
            <pc:sldMk cId="2568033327" sldId="264"/>
            <ac:grpSpMk id="25" creationId="{98D71365-E8C8-8D52-6800-EAC45AA1792F}"/>
          </ac:grpSpMkLst>
        </pc:grpChg>
        <pc:grpChg chg="mod">
          <ac:chgData name="Patrick Merritt" userId="b92c223c-8880-48c6-9b0c-d25ee1bca468" providerId="ADAL" clId="{6E891DCA-F992-447A-84A5-43567EFDD919}" dt="2025-01-27T11:39:48.088" v="2805"/>
          <ac:grpSpMkLst>
            <pc:docMk/>
            <pc:sldMk cId="2568033327" sldId="264"/>
            <ac:grpSpMk id="27" creationId="{041EAFC2-1173-55E3-B42E-D1A3A69E06F3}"/>
          </ac:grpSpMkLst>
        </pc:grpChg>
        <pc:grpChg chg="mod">
          <ac:chgData name="Patrick Merritt" userId="b92c223c-8880-48c6-9b0c-d25ee1bca468" providerId="ADAL" clId="{6E891DCA-F992-447A-84A5-43567EFDD919}" dt="2025-01-27T11:39:48.088" v="2805"/>
          <ac:grpSpMkLst>
            <pc:docMk/>
            <pc:sldMk cId="2568033327" sldId="264"/>
            <ac:grpSpMk id="28" creationId="{6DFDDDF6-6BE4-DFB6-7518-C400F6728672}"/>
          </ac:grpSpMkLst>
        </pc:grpChg>
        <pc:cxnChg chg="add mod">
          <ac:chgData name="Patrick Merritt" userId="b92c223c-8880-48c6-9b0c-d25ee1bca468" providerId="ADAL" clId="{6E891DCA-F992-447A-84A5-43567EFDD919}" dt="2025-01-27T11:34:32.607" v="2594" actId="14100"/>
          <ac:cxnSpMkLst>
            <pc:docMk/>
            <pc:sldMk cId="2568033327" sldId="264"/>
            <ac:cxnSpMk id="19" creationId="{8E4799D6-053B-C1B4-EE90-BFD0CB8E54F0}"/>
          </ac:cxnSpMkLst>
        </pc:cxn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907545779" sldId="265"/>
        </pc:sldMkLst>
      </pc:sldChg>
      <pc:sldChg chg="addSp delSp modSp add mod">
        <pc:chgData name="Patrick Merritt" userId="b92c223c-8880-48c6-9b0c-d25ee1bca468" providerId="ADAL" clId="{6E891DCA-F992-447A-84A5-43567EFDD919}" dt="2025-01-27T11:36:55.810" v="2674" actId="14100"/>
        <pc:sldMkLst>
          <pc:docMk/>
          <pc:sldMk cId="3444725190" sldId="265"/>
        </pc:sldMkLst>
        <pc:spChg chg="mod">
          <ac:chgData name="Patrick Merritt" userId="b92c223c-8880-48c6-9b0c-d25ee1bca468" providerId="ADAL" clId="{6E891DCA-F992-447A-84A5-43567EFDD919}" dt="2025-01-27T11:34:52.518" v="2603" actId="20577"/>
          <ac:spMkLst>
            <pc:docMk/>
            <pc:sldMk cId="3444725190" sldId="265"/>
            <ac:spMk id="2" creationId="{95BF820E-4E26-227A-AEEF-A88C4A53E79B}"/>
          </ac:spMkLst>
        </pc:spChg>
        <pc:spChg chg="mod">
          <ac:chgData name="Patrick Merritt" userId="b92c223c-8880-48c6-9b0c-d25ee1bca468" providerId="ADAL" clId="{6E891DCA-F992-447A-84A5-43567EFDD919}" dt="2025-01-27T11:36:33.565" v="2670" actId="20577"/>
          <ac:spMkLst>
            <pc:docMk/>
            <pc:sldMk cId="3444725190" sldId="265"/>
            <ac:spMk id="3" creationId="{794E7AD5-03A5-B3E1-CD40-949668E72611}"/>
          </ac:spMkLst>
        </pc:spChg>
        <pc:spChg chg="mod">
          <ac:chgData name="Patrick Merritt" userId="b92c223c-8880-48c6-9b0c-d25ee1bca468" providerId="ADAL" clId="{6E891DCA-F992-447A-84A5-43567EFDD919}" dt="2025-01-27T11:35:48.710" v="2622" actId="14100"/>
          <ac:spMkLst>
            <pc:docMk/>
            <pc:sldMk cId="3444725190" sldId="265"/>
            <ac:spMk id="17" creationId="{0F8F44AF-9C54-86EA-5392-CA9D468DB42B}"/>
          </ac:spMkLst>
        </pc:spChg>
        <pc:spChg chg="add mod">
          <ac:chgData name="Patrick Merritt" userId="b92c223c-8880-48c6-9b0c-d25ee1bca468" providerId="ADAL" clId="{6E891DCA-F992-447A-84A5-43567EFDD919}" dt="2025-01-27T11:35:52.162" v="2623" actId="1076"/>
          <ac:spMkLst>
            <pc:docMk/>
            <pc:sldMk cId="3444725190" sldId="265"/>
            <ac:spMk id="18" creationId="{095CC125-1477-BD0C-1E2F-93C1836E54BC}"/>
          </ac:spMkLst>
        </pc:spChg>
        <pc:cxnChg chg="del mod">
          <ac:chgData name="Patrick Merritt" userId="b92c223c-8880-48c6-9b0c-d25ee1bca468" providerId="ADAL" clId="{6E891DCA-F992-447A-84A5-43567EFDD919}" dt="2025-01-27T11:35:39.124" v="2619" actId="478"/>
          <ac:cxnSpMkLst>
            <pc:docMk/>
            <pc:sldMk cId="3444725190" sldId="265"/>
            <ac:cxnSpMk id="19" creationId="{C7337ACC-BBE0-04DD-EE72-8111F3078BC9}"/>
          </ac:cxnSpMkLst>
        </pc:cxnChg>
        <pc:cxnChg chg="add mod">
          <ac:chgData name="Patrick Merritt" userId="b92c223c-8880-48c6-9b0c-d25ee1bca468" providerId="ADAL" clId="{6E891DCA-F992-447A-84A5-43567EFDD919}" dt="2025-01-27T11:36:55.810" v="2674" actId="14100"/>
          <ac:cxnSpMkLst>
            <pc:docMk/>
            <pc:sldMk cId="3444725190" sldId="265"/>
            <ac:cxnSpMk id="20" creationId="{EC4D970E-69DE-C8FA-2384-93797E35EE77}"/>
          </ac:cxnSpMkLst>
        </pc:cxnChg>
      </pc:sldChg>
      <pc:sldChg chg="new del">
        <pc:chgData name="Patrick Merritt" userId="b92c223c-8880-48c6-9b0c-d25ee1bca468" providerId="ADAL" clId="{6E891DCA-F992-447A-84A5-43567EFDD919}" dt="2025-01-27T11:37:11.380" v="2677" actId="47"/>
        <pc:sldMkLst>
          <pc:docMk/>
          <pc:sldMk cId="914811703" sldId="266"/>
        </pc:sldMkLst>
      </pc:sldChg>
      <pc:sldChg chg="modSp add del mod">
        <pc:chgData name="Patrick Merritt" userId="b92c223c-8880-48c6-9b0c-d25ee1bca468" providerId="ADAL" clId="{6E891DCA-F992-447A-84A5-43567EFDD919}" dt="2025-01-27T11:35:34.143" v="2617" actId="47"/>
        <pc:sldMkLst>
          <pc:docMk/>
          <pc:sldMk cId="1110170335" sldId="266"/>
        </pc:sldMkLst>
        <pc:spChg chg="mod">
          <ac:chgData name="Patrick Merritt" userId="b92c223c-8880-48c6-9b0c-d25ee1bca468" providerId="ADAL" clId="{6E891DCA-F992-447A-84A5-43567EFDD919}" dt="2025-01-27T11:35:29.571" v="2616" actId="1076"/>
          <ac:spMkLst>
            <pc:docMk/>
            <pc:sldMk cId="1110170335" sldId="266"/>
            <ac:spMk id="17" creationId="{3A43DE2C-84AC-0611-B403-6D6A565244EB}"/>
          </ac:spMkLst>
        </pc:spChg>
        <pc:cxnChg chg="mod">
          <ac:chgData name="Patrick Merritt" userId="b92c223c-8880-48c6-9b0c-d25ee1bca468" providerId="ADAL" clId="{6E891DCA-F992-447A-84A5-43567EFDD919}" dt="2025-01-27T11:35:29.571" v="2616" actId="1076"/>
          <ac:cxnSpMkLst>
            <pc:docMk/>
            <pc:sldMk cId="1110170335" sldId="266"/>
            <ac:cxnSpMk id="19" creationId="{AA1A2943-41C3-A49B-4E9A-27299F564053}"/>
          </ac:cxnSpMkLst>
        </pc:cxn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2864344909" sldId="266"/>
        </pc:sldMkLst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2947865505" sldId="267"/>
        </pc:sldMkLst>
      </pc:sldChg>
      <pc:sldChg chg="addSp delSp modSp add mod">
        <pc:chgData name="Patrick Merritt" userId="b92c223c-8880-48c6-9b0c-d25ee1bca468" providerId="ADAL" clId="{6E891DCA-F992-447A-84A5-43567EFDD919}" dt="2025-01-27T11:39:43.108" v="2804"/>
        <pc:sldMkLst>
          <pc:docMk/>
          <pc:sldMk cId="3659483220" sldId="267"/>
        </pc:sldMkLst>
        <pc:spChg chg="mod">
          <ac:chgData name="Patrick Merritt" userId="b92c223c-8880-48c6-9b0c-d25ee1bca468" providerId="ADAL" clId="{6E891DCA-F992-447A-84A5-43567EFDD919}" dt="2025-01-27T11:37:42.520" v="2691" actId="20577"/>
          <ac:spMkLst>
            <pc:docMk/>
            <pc:sldMk cId="3659483220" sldId="267"/>
            <ac:spMk id="2" creationId="{F447C07B-5BA8-3B07-4EEC-227EB632959B}"/>
          </ac:spMkLst>
        </pc:spChg>
        <pc:spChg chg="mod">
          <ac:chgData name="Patrick Merritt" userId="b92c223c-8880-48c6-9b0c-d25ee1bca468" providerId="ADAL" clId="{6E891DCA-F992-447A-84A5-43567EFDD919}" dt="2025-01-27T11:38:13.627" v="2787" actId="20577"/>
          <ac:spMkLst>
            <pc:docMk/>
            <pc:sldMk cId="3659483220" sldId="267"/>
            <ac:spMk id="3" creationId="{5672ED9B-90BD-0AAA-AD72-3465EAC779E5}"/>
          </ac:spMkLst>
        </pc:spChg>
        <pc:spChg chg="mod">
          <ac:chgData name="Patrick Merritt" userId="b92c223c-8880-48c6-9b0c-d25ee1bca468" providerId="ADAL" clId="{6E891DCA-F992-447A-84A5-43567EFDD919}" dt="2025-01-27T11:37:36.548" v="2684" actId="1076"/>
          <ac:spMkLst>
            <pc:docMk/>
            <pc:sldMk cId="3659483220" sldId="267"/>
            <ac:spMk id="16" creationId="{F3BB0FBC-14D5-389A-C598-74EAEB534B4B}"/>
          </ac:spMkLst>
        </pc:spChg>
        <pc:spChg chg="del">
          <ac:chgData name="Patrick Merritt" userId="b92c223c-8880-48c6-9b0c-d25ee1bca468" providerId="ADAL" clId="{6E891DCA-F992-447A-84A5-43567EFDD919}" dt="2025-01-27T11:37:17.387" v="2678" actId="478"/>
          <ac:spMkLst>
            <pc:docMk/>
            <pc:sldMk cId="3659483220" sldId="267"/>
            <ac:spMk id="17" creationId="{3A0E9653-F00B-6EA8-4DFF-D3F566EDDC60}"/>
          </ac:spMkLst>
        </pc:spChg>
        <pc:spChg chg="del">
          <ac:chgData name="Patrick Merritt" userId="b92c223c-8880-48c6-9b0c-d25ee1bca468" providerId="ADAL" clId="{6E891DCA-F992-447A-84A5-43567EFDD919}" dt="2025-01-27T11:37:18.277" v="2679" actId="478"/>
          <ac:spMkLst>
            <pc:docMk/>
            <pc:sldMk cId="3659483220" sldId="267"/>
            <ac:spMk id="18" creationId="{35957DCB-3D9B-9F89-AC44-03D7F6272578}"/>
          </ac:spMkLst>
        </pc:spChg>
        <pc:spChg chg="mod">
          <ac:chgData name="Patrick Merritt" userId="b92c223c-8880-48c6-9b0c-d25ee1bca468" providerId="ADAL" clId="{6E891DCA-F992-447A-84A5-43567EFDD919}" dt="2025-01-27T11:39:43.108" v="2804"/>
          <ac:spMkLst>
            <pc:docMk/>
            <pc:sldMk cId="3659483220" sldId="267"/>
            <ac:spMk id="21" creationId="{208E1136-EA23-1FFD-D3AA-38EEC314DE4D}"/>
          </ac:spMkLst>
        </pc:spChg>
        <pc:spChg chg="mod">
          <ac:chgData name="Patrick Merritt" userId="b92c223c-8880-48c6-9b0c-d25ee1bca468" providerId="ADAL" clId="{6E891DCA-F992-447A-84A5-43567EFDD919}" dt="2025-01-27T11:39:43.108" v="2804"/>
          <ac:spMkLst>
            <pc:docMk/>
            <pc:sldMk cId="3659483220" sldId="267"/>
            <ac:spMk id="22" creationId="{100C1BD5-A3BE-2EF6-7D6C-AB23D434C4E9}"/>
          </ac:spMkLst>
        </pc:spChg>
        <pc:spChg chg="mod">
          <ac:chgData name="Patrick Merritt" userId="b92c223c-8880-48c6-9b0c-d25ee1bca468" providerId="ADAL" clId="{6E891DCA-F992-447A-84A5-43567EFDD919}" dt="2025-01-27T11:39:43.108" v="2804"/>
          <ac:spMkLst>
            <pc:docMk/>
            <pc:sldMk cId="3659483220" sldId="267"/>
            <ac:spMk id="23" creationId="{F5FE891A-BFEF-CC92-BA06-0DDEE4848557}"/>
          </ac:spMkLst>
        </pc:spChg>
        <pc:spChg chg="mod">
          <ac:chgData name="Patrick Merritt" userId="b92c223c-8880-48c6-9b0c-d25ee1bca468" providerId="ADAL" clId="{6E891DCA-F992-447A-84A5-43567EFDD919}" dt="2025-01-27T11:39:43.108" v="2804"/>
          <ac:spMkLst>
            <pc:docMk/>
            <pc:sldMk cId="3659483220" sldId="267"/>
            <ac:spMk id="27" creationId="{41215C0F-084E-29CD-7254-E5A6B1E73947}"/>
          </ac:spMkLst>
        </pc:spChg>
        <pc:spChg chg="mod">
          <ac:chgData name="Patrick Merritt" userId="b92c223c-8880-48c6-9b0c-d25ee1bca468" providerId="ADAL" clId="{6E891DCA-F992-447A-84A5-43567EFDD919}" dt="2025-01-27T11:39:43.108" v="2804"/>
          <ac:spMkLst>
            <pc:docMk/>
            <pc:sldMk cId="3659483220" sldId="267"/>
            <ac:spMk id="28" creationId="{2863DB1F-A91C-756E-6135-896875CB4693}"/>
          </ac:spMkLst>
        </pc:spChg>
        <pc:spChg chg="mod">
          <ac:chgData name="Patrick Merritt" userId="b92c223c-8880-48c6-9b0c-d25ee1bca468" providerId="ADAL" clId="{6E891DCA-F992-447A-84A5-43567EFDD919}" dt="2025-01-27T11:39:43.108" v="2804"/>
          <ac:spMkLst>
            <pc:docMk/>
            <pc:sldMk cId="3659483220" sldId="267"/>
            <ac:spMk id="29" creationId="{2D0D429B-5893-9F13-6943-D647D2369A93}"/>
          </ac:spMkLst>
        </pc:spChg>
        <pc:spChg chg="mod">
          <ac:chgData name="Patrick Merritt" userId="b92c223c-8880-48c6-9b0c-d25ee1bca468" providerId="ADAL" clId="{6E891DCA-F992-447A-84A5-43567EFDD919}" dt="2025-01-27T11:39:43.108" v="2804"/>
          <ac:spMkLst>
            <pc:docMk/>
            <pc:sldMk cId="3659483220" sldId="267"/>
            <ac:spMk id="30" creationId="{CD355DCB-75A8-A299-7E21-EE93D2D886E6}"/>
          </ac:spMkLst>
        </pc:spChg>
        <pc:spChg chg="mod">
          <ac:chgData name="Patrick Merritt" userId="b92c223c-8880-48c6-9b0c-d25ee1bca468" providerId="ADAL" clId="{6E891DCA-F992-447A-84A5-43567EFDD919}" dt="2025-01-27T11:39:43.108" v="2804"/>
          <ac:spMkLst>
            <pc:docMk/>
            <pc:sldMk cId="3659483220" sldId="267"/>
            <ac:spMk id="31" creationId="{40D53993-22A1-0FB9-9502-5311749969C7}"/>
          </ac:spMkLst>
        </pc:spChg>
        <pc:grpChg chg="del">
          <ac:chgData name="Patrick Merritt" userId="b92c223c-8880-48c6-9b0c-d25ee1bca468" providerId="ADAL" clId="{6E891DCA-F992-447A-84A5-43567EFDD919}" dt="2025-01-27T11:39:42.276" v="2803" actId="478"/>
          <ac:grpSpMkLst>
            <pc:docMk/>
            <pc:sldMk cId="3659483220" sldId="267"/>
            <ac:grpSpMk id="7" creationId="{D560E6EE-B27E-FF19-675A-48796431BF88}"/>
          </ac:grpSpMkLst>
        </pc:grpChg>
        <pc:grpChg chg="mod">
          <ac:chgData name="Patrick Merritt" userId="b92c223c-8880-48c6-9b0c-d25ee1bca468" providerId="ADAL" clId="{6E891DCA-F992-447A-84A5-43567EFDD919}" dt="2025-01-27T11:39:43.108" v="2804"/>
          <ac:grpSpMkLst>
            <pc:docMk/>
            <pc:sldMk cId="3659483220" sldId="267"/>
            <ac:grpSpMk id="19" creationId="{4927E18F-4BA9-5C4F-44B1-4161F14DCFF2}"/>
          </ac:grpSpMkLst>
        </pc:grpChg>
        <pc:grpChg chg="add mod">
          <ac:chgData name="Patrick Merritt" userId="b92c223c-8880-48c6-9b0c-d25ee1bca468" providerId="ADAL" clId="{6E891DCA-F992-447A-84A5-43567EFDD919}" dt="2025-01-27T11:39:43.108" v="2804"/>
          <ac:grpSpMkLst>
            <pc:docMk/>
            <pc:sldMk cId="3659483220" sldId="267"/>
            <ac:grpSpMk id="24" creationId="{29E2AF8A-3B0F-EA66-7DE4-200F93B5FD1C}"/>
          </ac:grpSpMkLst>
        </pc:grpChg>
        <pc:cxnChg chg="del mod">
          <ac:chgData name="Patrick Merritt" userId="b92c223c-8880-48c6-9b0c-d25ee1bca468" providerId="ADAL" clId="{6E891DCA-F992-447A-84A5-43567EFDD919}" dt="2025-01-27T11:37:19.314" v="2680" actId="478"/>
          <ac:cxnSpMkLst>
            <pc:docMk/>
            <pc:sldMk cId="3659483220" sldId="267"/>
            <ac:cxnSpMk id="20" creationId="{B80058D6-FDB4-ADCA-12FC-179A7859C648}"/>
          </ac:cxnSpMkLst>
        </pc:cxn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94204192" sldId="268"/>
        </pc:sldMkLst>
      </pc:sldChg>
      <pc:sldChg chg="modSp new del mod">
        <pc:chgData name="Patrick Merritt" userId="b92c223c-8880-48c6-9b0c-d25ee1bca468" providerId="ADAL" clId="{6E891DCA-F992-447A-84A5-43567EFDD919}" dt="2025-01-27T11:41:32.879" v="2820" actId="47"/>
        <pc:sldMkLst>
          <pc:docMk/>
          <pc:sldMk cId="2639171985" sldId="268"/>
        </pc:sldMkLst>
        <pc:spChg chg="mod">
          <ac:chgData name="Patrick Merritt" userId="b92c223c-8880-48c6-9b0c-d25ee1bca468" providerId="ADAL" clId="{6E891DCA-F992-447A-84A5-43567EFDD919}" dt="2025-01-27T11:41:18.490" v="2818" actId="20577"/>
          <ac:spMkLst>
            <pc:docMk/>
            <pc:sldMk cId="2639171985" sldId="268"/>
            <ac:spMk id="2" creationId="{5F0CCFC1-6F1D-9597-9100-943DEA59B213}"/>
          </ac:spMkLst>
        </pc:sp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2267088107" sldId="269"/>
        </pc:sldMkLst>
      </pc:sldChg>
      <pc:sldChg chg="addSp delSp modSp add mod">
        <pc:chgData name="Patrick Merritt" userId="b92c223c-8880-48c6-9b0c-d25ee1bca468" providerId="ADAL" clId="{6E891DCA-F992-447A-84A5-43567EFDD919}" dt="2025-01-27T11:44:25.142" v="3059" actId="478"/>
        <pc:sldMkLst>
          <pc:docMk/>
          <pc:sldMk cId="2444926760" sldId="269"/>
        </pc:sldMkLst>
        <pc:spChg chg="mod">
          <ac:chgData name="Patrick Merritt" userId="b92c223c-8880-48c6-9b0c-d25ee1bca468" providerId="ADAL" clId="{6E891DCA-F992-447A-84A5-43567EFDD919}" dt="2025-01-27T11:41:48.081" v="2833" actId="20577"/>
          <ac:spMkLst>
            <pc:docMk/>
            <pc:sldMk cId="2444926760" sldId="269"/>
            <ac:spMk id="2" creationId="{E72C034A-3FD6-A6BF-F7E1-0FC808903C20}"/>
          </ac:spMkLst>
        </pc:spChg>
        <pc:spChg chg="mod">
          <ac:chgData name="Patrick Merritt" userId="b92c223c-8880-48c6-9b0c-d25ee1bca468" providerId="ADAL" clId="{6E891DCA-F992-447A-84A5-43567EFDD919}" dt="2025-01-27T11:44:23.068" v="3058" actId="20577"/>
          <ac:spMkLst>
            <pc:docMk/>
            <pc:sldMk cId="2444926760" sldId="269"/>
            <ac:spMk id="3" creationId="{B31E7DCE-8F7C-CDCE-AB7B-4644B6667A27}"/>
          </ac:spMkLst>
        </pc:spChg>
        <pc:spChg chg="add del">
          <ac:chgData name="Patrick Merritt" userId="b92c223c-8880-48c6-9b0c-d25ee1bca468" providerId="ADAL" clId="{6E891DCA-F992-447A-84A5-43567EFDD919}" dt="2025-01-27T11:42:22.634" v="2859" actId="478"/>
          <ac:spMkLst>
            <pc:docMk/>
            <pc:sldMk cId="2444926760" sldId="269"/>
            <ac:spMk id="7" creationId="{7AAA8812-2CD4-5401-8172-0105C144B452}"/>
          </ac:spMkLst>
        </pc:spChg>
        <pc:spChg chg="add del">
          <ac:chgData name="Patrick Merritt" userId="b92c223c-8880-48c6-9b0c-d25ee1bca468" providerId="ADAL" clId="{6E891DCA-F992-447A-84A5-43567EFDD919}" dt="2025-01-27T11:42:35.535" v="2863" actId="478"/>
          <ac:spMkLst>
            <pc:docMk/>
            <pc:sldMk cId="2444926760" sldId="269"/>
            <ac:spMk id="8" creationId="{831C4E96-EBC4-1991-14AF-E91BE4B94F53}"/>
          </ac:spMkLst>
        </pc:spChg>
        <pc:spChg chg="add del">
          <ac:chgData name="Patrick Merritt" userId="b92c223c-8880-48c6-9b0c-d25ee1bca468" providerId="ADAL" clId="{6E891DCA-F992-447A-84A5-43567EFDD919}" dt="2025-01-27T11:42:47.779" v="2865" actId="478"/>
          <ac:spMkLst>
            <pc:docMk/>
            <pc:sldMk cId="2444926760" sldId="269"/>
            <ac:spMk id="9" creationId="{1DCBDB2B-6AD7-D862-0DEB-31CD5D835002}"/>
          </ac:spMkLst>
        </pc:spChg>
        <pc:spChg chg="add del">
          <ac:chgData name="Patrick Merritt" userId="b92c223c-8880-48c6-9b0c-d25ee1bca468" providerId="ADAL" clId="{6E891DCA-F992-447A-84A5-43567EFDD919}" dt="2025-01-27T11:44:25.142" v="3059" actId="478"/>
          <ac:spMkLst>
            <pc:docMk/>
            <pc:sldMk cId="2444926760" sldId="269"/>
            <ac:spMk id="10" creationId="{C03ED573-DA39-264F-D3EF-586E7CA9DF58}"/>
          </ac:spMkLst>
        </pc:spChg>
        <pc:spChg chg="del">
          <ac:chgData name="Patrick Merritt" userId="b92c223c-8880-48c6-9b0c-d25ee1bca468" providerId="ADAL" clId="{6E891DCA-F992-447A-84A5-43567EFDD919}" dt="2025-01-27T11:42:24.354" v="2860" actId="478"/>
          <ac:spMkLst>
            <pc:docMk/>
            <pc:sldMk cId="2444926760" sldId="269"/>
            <ac:spMk id="16" creationId="{45E0A39A-BC9B-9D65-835C-CE8900DC8C24}"/>
          </ac:spMkLst>
        </pc:spChg>
        <pc:spChg chg="del topLvl">
          <ac:chgData name="Patrick Merritt" userId="b92c223c-8880-48c6-9b0c-d25ee1bca468" providerId="ADAL" clId="{6E891DCA-F992-447A-84A5-43567EFDD919}" dt="2025-01-27T11:41:41.806" v="2822" actId="478"/>
          <ac:spMkLst>
            <pc:docMk/>
            <pc:sldMk cId="2444926760" sldId="269"/>
            <ac:spMk id="22" creationId="{68F60510-122C-66FE-B1E6-63A260377DE5}"/>
          </ac:spMkLst>
        </pc:spChg>
        <pc:spChg chg="del">
          <ac:chgData name="Patrick Merritt" userId="b92c223c-8880-48c6-9b0c-d25ee1bca468" providerId="ADAL" clId="{6E891DCA-F992-447A-84A5-43567EFDD919}" dt="2025-01-27T11:41:38.973" v="2821" actId="478"/>
          <ac:spMkLst>
            <pc:docMk/>
            <pc:sldMk cId="2444926760" sldId="269"/>
            <ac:spMk id="23" creationId="{99531EF2-4D3C-BF35-C50F-737D1EBFF424}"/>
          </ac:spMkLst>
        </pc:spChg>
        <pc:grpChg chg="mod topLvl">
          <ac:chgData name="Patrick Merritt" userId="b92c223c-8880-48c6-9b0c-d25ee1bca468" providerId="ADAL" clId="{6E891DCA-F992-447A-84A5-43567EFDD919}" dt="2025-01-27T11:42:27.867" v="2861" actId="1076"/>
          <ac:grpSpMkLst>
            <pc:docMk/>
            <pc:sldMk cId="2444926760" sldId="269"/>
            <ac:grpSpMk id="19" creationId="{E32487CB-749B-13F3-CFFC-58D381984A63}"/>
          </ac:grpSpMkLst>
        </pc:grpChg>
        <pc:grpChg chg="del">
          <ac:chgData name="Patrick Merritt" userId="b92c223c-8880-48c6-9b0c-d25ee1bca468" providerId="ADAL" clId="{6E891DCA-F992-447A-84A5-43567EFDD919}" dt="2025-01-27T11:41:41.806" v="2822" actId="478"/>
          <ac:grpSpMkLst>
            <pc:docMk/>
            <pc:sldMk cId="2444926760" sldId="269"/>
            <ac:grpSpMk id="24" creationId="{69F7B7BD-C79A-2D5A-C691-73D5A9189CF5}"/>
          </ac:grpSpMkLst>
        </pc:grpChg>
      </pc:sldChg>
      <pc:sldChg chg="addSp delSp modSp add mod">
        <pc:chgData name="Patrick Merritt" userId="b92c223c-8880-48c6-9b0c-d25ee1bca468" providerId="ADAL" clId="{6E891DCA-F992-447A-84A5-43567EFDD919}" dt="2025-01-27T11:45:41.963" v="3162" actId="1076"/>
        <pc:sldMkLst>
          <pc:docMk/>
          <pc:sldMk cId="288816435" sldId="270"/>
        </pc:sldMkLst>
        <pc:spChg chg="mod">
          <ac:chgData name="Patrick Merritt" userId="b92c223c-8880-48c6-9b0c-d25ee1bca468" providerId="ADAL" clId="{6E891DCA-F992-447A-84A5-43567EFDD919}" dt="2025-01-27T11:45:08.294" v="3158" actId="5793"/>
          <ac:spMkLst>
            <pc:docMk/>
            <pc:sldMk cId="288816435" sldId="270"/>
            <ac:spMk id="3" creationId="{87D43DA0-DF04-1C9D-514E-C7F61EB73469}"/>
          </ac:spMkLst>
        </pc:spChg>
        <pc:grpChg chg="del">
          <ac:chgData name="Patrick Merritt" userId="b92c223c-8880-48c6-9b0c-d25ee1bca468" providerId="ADAL" clId="{6E891DCA-F992-447A-84A5-43567EFDD919}" dt="2025-01-27T11:45:17.209" v="3159" actId="478"/>
          <ac:grpSpMkLst>
            <pc:docMk/>
            <pc:sldMk cId="288816435" sldId="270"/>
            <ac:grpSpMk id="19" creationId="{DA2DEF69-5702-5D75-7FCD-6CAD34D1F8B6}"/>
          </ac:grpSpMkLst>
        </pc:grpChg>
        <pc:picChg chg="add mod">
          <ac:chgData name="Patrick Merritt" userId="b92c223c-8880-48c6-9b0c-d25ee1bca468" providerId="ADAL" clId="{6E891DCA-F992-447A-84A5-43567EFDD919}" dt="2025-01-27T11:45:41.963" v="3162" actId="1076"/>
          <ac:picMkLst>
            <pc:docMk/>
            <pc:sldMk cId="288816435" sldId="270"/>
            <ac:picMk id="1026" creationId="{BAFAEDD8-835E-8B34-5543-44D1C3B1ACC4}"/>
          </ac:picMkLst>
        </pc:pic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4246686104" sldId="270"/>
        </pc:sldMkLst>
      </pc:sldChg>
      <pc:sldChg chg="delSp modSp add mod ord">
        <pc:chgData name="Patrick Merritt" userId="b92c223c-8880-48c6-9b0c-d25ee1bca468" providerId="ADAL" clId="{6E891DCA-F992-447A-84A5-43567EFDD919}" dt="2025-01-27T11:47:58.136" v="3294" actId="20577"/>
        <pc:sldMkLst>
          <pc:docMk/>
          <pc:sldMk cId="1535120630" sldId="271"/>
        </pc:sldMkLst>
        <pc:spChg chg="mod">
          <ac:chgData name="Patrick Merritt" userId="b92c223c-8880-48c6-9b0c-d25ee1bca468" providerId="ADAL" clId="{6E891DCA-F992-447A-84A5-43567EFDD919}" dt="2025-01-27T11:46:46.723" v="3284" actId="20577"/>
          <ac:spMkLst>
            <pc:docMk/>
            <pc:sldMk cId="1535120630" sldId="271"/>
            <ac:spMk id="2" creationId="{0DB827B6-965B-3B5D-A864-329004F5B2E7}"/>
          </ac:spMkLst>
        </pc:spChg>
        <pc:spChg chg="mod">
          <ac:chgData name="Patrick Merritt" userId="b92c223c-8880-48c6-9b0c-d25ee1bca468" providerId="ADAL" clId="{6E891DCA-F992-447A-84A5-43567EFDD919}" dt="2025-01-27T11:47:58.136" v="3294" actId="20577"/>
          <ac:spMkLst>
            <pc:docMk/>
            <pc:sldMk cId="1535120630" sldId="271"/>
            <ac:spMk id="3" creationId="{79282895-5B47-57BA-6CE7-D9938E552C43}"/>
          </ac:spMkLst>
        </pc:spChg>
        <pc:spChg chg="del">
          <ac:chgData name="Patrick Merritt" userId="b92c223c-8880-48c6-9b0c-d25ee1bca468" providerId="ADAL" clId="{6E891DCA-F992-447A-84A5-43567EFDD919}" dt="2025-01-27T11:46:09.741" v="3181" actId="478"/>
          <ac:spMkLst>
            <pc:docMk/>
            <pc:sldMk cId="1535120630" sldId="271"/>
            <ac:spMk id="5" creationId="{1F2F74C3-214F-0F5A-E683-C07054E0AC8C}"/>
          </ac:spMkLst>
        </pc:spChg>
        <pc:spChg chg="del">
          <ac:chgData name="Patrick Merritt" userId="b92c223c-8880-48c6-9b0c-d25ee1bca468" providerId="ADAL" clId="{6E891DCA-F992-447A-84A5-43567EFDD919}" dt="2025-01-27T11:46:09.236" v="3180" actId="478"/>
          <ac:spMkLst>
            <pc:docMk/>
            <pc:sldMk cId="1535120630" sldId="271"/>
            <ac:spMk id="6" creationId="{0EA39FF5-FF50-2362-F0E1-B76DB29CCFEE}"/>
          </ac:spMkLst>
        </pc:spChg>
        <pc:grpChg chg="mod">
          <ac:chgData name="Patrick Merritt" userId="b92c223c-8880-48c6-9b0c-d25ee1bca468" providerId="ADAL" clId="{6E891DCA-F992-447A-84A5-43567EFDD919}" dt="2025-01-27T11:46:13.448" v="3182" actId="1076"/>
          <ac:grpSpMkLst>
            <pc:docMk/>
            <pc:sldMk cId="1535120630" sldId="271"/>
            <ac:grpSpMk id="19" creationId="{46605A36-E9EA-A7C8-2EB8-E76189FCB490}"/>
          </ac:grpSpMkLst>
        </pc:grp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3823147857" sldId="271"/>
        </pc:sldMkLst>
      </pc:sldChg>
      <pc:sldChg chg="addSp delSp modSp new mod modClrScheme modAnim chgLayout modNotesTx">
        <pc:chgData name="Patrick Merritt" userId="b92c223c-8880-48c6-9b0c-d25ee1bca468" providerId="ADAL" clId="{6E891DCA-F992-447A-84A5-43567EFDD919}" dt="2025-01-27T11:53:57.048" v="3350" actId="20577"/>
        <pc:sldMkLst>
          <pc:docMk/>
          <pc:sldMk cId="81844088" sldId="272"/>
        </pc:sldMkLst>
        <pc:spChg chg="del">
          <ac:chgData name="Patrick Merritt" userId="b92c223c-8880-48c6-9b0c-d25ee1bca468" providerId="ADAL" clId="{6E891DCA-F992-447A-84A5-43567EFDD919}" dt="2025-01-27T11:49:54.174" v="3296" actId="700"/>
          <ac:spMkLst>
            <pc:docMk/>
            <pc:sldMk cId="81844088" sldId="272"/>
            <ac:spMk id="2" creationId="{F3197AD7-BC38-7D93-B5D1-BFDE7DF9943A}"/>
          </ac:spMkLst>
        </pc:spChg>
        <pc:spChg chg="del">
          <ac:chgData name="Patrick Merritt" userId="b92c223c-8880-48c6-9b0c-d25ee1bca468" providerId="ADAL" clId="{6E891DCA-F992-447A-84A5-43567EFDD919}" dt="2025-01-27T11:49:54.174" v="3296" actId="700"/>
          <ac:spMkLst>
            <pc:docMk/>
            <pc:sldMk cId="81844088" sldId="272"/>
            <ac:spMk id="3" creationId="{8BE46A43-0AA1-8929-03EA-A83B3CF3DD32}"/>
          </ac:spMkLst>
        </pc:spChg>
        <pc:picChg chg="add mod">
          <ac:chgData name="Patrick Merritt" userId="b92c223c-8880-48c6-9b0c-d25ee1bca468" providerId="ADAL" clId="{6E891DCA-F992-447A-84A5-43567EFDD919}" dt="2025-01-27T11:50:34.935" v="3297"/>
          <ac:picMkLst>
            <pc:docMk/>
            <pc:sldMk cId="81844088" sldId="272"/>
            <ac:picMk id="4" creationId="{141A894F-1A0E-A13B-775E-22DE16404799}"/>
          </ac:picMkLst>
        </pc:pic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3223698202" sldId="272"/>
        </pc:sldMkLst>
      </pc:sldChg>
      <pc:sldChg chg="new del">
        <pc:chgData name="Patrick Merritt" userId="b92c223c-8880-48c6-9b0c-d25ee1bca468" providerId="ADAL" clId="{6E891DCA-F992-447A-84A5-43567EFDD919}" dt="2025-01-27T11:54:57.270" v="3355" actId="47"/>
        <pc:sldMkLst>
          <pc:docMk/>
          <pc:sldMk cId="1934896118" sldId="273"/>
        </pc:sldMkLst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2710162996" sldId="273"/>
        </pc:sldMkLst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1086801845" sldId="274"/>
        </pc:sldMkLst>
      </pc:sldChg>
      <pc:sldChg chg="addSp delSp modSp add mod ord">
        <pc:chgData name="Patrick Merritt" userId="b92c223c-8880-48c6-9b0c-d25ee1bca468" providerId="ADAL" clId="{6E891DCA-F992-447A-84A5-43567EFDD919}" dt="2025-01-27T11:56:16.101" v="3548" actId="1076"/>
        <pc:sldMkLst>
          <pc:docMk/>
          <pc:sldMk cId="3734517647" sldId="274"/>
        </pc:sldMkLst>
        <pc:spChg chg="mod">
          <ac:chgData name="Patrick Merritt" userId="b92c223c-8880-48c6-9b0c-d25ee1bca468" providerId="ADAL" clId="{6E891DCA-F992-447A-84A5-43567EFDD919}" dt="2025-01-27T11:56:04.785" v="3448" actId="20577"/>
          <ac:spMkLst>
            <pc:docMk/>
            <pc:sldMk cId="3734517647" sldId="274"/>
            <ac:spMk id="3" creationId="{09956EC7-D153-8662-7E52-C2CDA42F4AAE}"/>
          </ac:spMkLst>
        </pc:spChg>
        <pc:grpChg chg="del">
          <ac:chgData name="Patrick Merritt" userId="b92c223c-8880-48c6-9b0c-d25ee1bca468" providerId="ADAL" clId="{6E891DCA-F992-447A-84A5-43567EFDD919}" dt="2025-01-27T11:55:26.597" v="3359" actId="478"/>
          <ac:grpSpMkLst>
            <pc:docMk/>
            <pc:sldMk cId="3734517647" sldId="274"/>
            <ac:grpSpMk id="19" creationId="{EDE3812D-3950-584F-A1A7-C322B682CE13}"/>
          </ac:grpSpMkLst>
        </pc:grpChg>
        <pc:picChg chg="add mod">
          <ac:chgData name="Patrick Merritt" userId="b92c223c-8880-48c6-9b0c-d25ee1bca468" providerId="ADAL" clId="{6E891DCA-F992-447A-84A5-43567EFDD919}" dt="2025-01-27T11:56:16.101" v="3548" actId="1076"/>
          <ac:picMkLst>
            <pc:docMk/>
            <pc:sldMk cId="3734517647" sldId="274"/>
            <ac:picMk id="2050" creationId="{9CAD9A0C-44DC-FB08-7947-671377EF32F1}"/>
          </ac:picMkLst>
        </pc:picChg>
      </pc:sldChg>
      <pc:sldChg chg="modSp add mod ord">
        <pc:chgData name="Patrick Merritt" userId="b92c223c-8880-48c6-9b0c-d25ee1bca468" providerId="ADAL" clId="{6E891DCA-F992-447A-84A5-43567EFDD919}" dt="2025-01-27T11:57:12.147" v="3604" actId="1076"/>
        <pc:sldMkLst>
          <pc:docMk/>
          <pc:sldMk cId="198246920" sldId="275"/>
        </pc:sldMkLst>
        <pc:spChg chg="mod">
          <ac:chgData name="Patrick Merritt" userId="b92c223c-8880-48c6-9b0c-d25ee1bca468" providerId="ADAL" clId="{6E891DCA-F992-447A-84A5-43567EFDD919}" dt="2025-01-27T11:57:08.232" v="3603" actId="313"/>
          <ac:spMkLst>
            <pc:docMk/>
            <pc:sldMk cId="198246920" sldId="275"/>
            <ac:spMk id="3" creationId="{0AFEB4F2-9D7C-3952-F38E-4A9F0DF48E8D}"/>
          </ac:spMkLst>
        </pc:spChg>
        <pc:grpChg chg="mod">
          <ac:chgData name="Patrick Merritt" userId="b92c223c-8880-48c6-9b0c-d25ee1bca468" providerId="ADAL" clId="{6E891DCA-F992-447A-84A5-43567EFDD919}" dt="2025-01-27T11:57:12.147" v="3604" actId="1076"/>
          <ac:grpSpMkLst>
            <pc:docMk/>
            <pc:sldMk cId="198246920" sldId="275"/>
            <ac:grpSpMk id="19" creationId="{E6C20E75-59F9-CF42-15B3-26027429DF68}"/>
          </ac:grpSpMkLst>
        </pc:grp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1468742148" sldId="275"/>
        </pc:sldMkLst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704503967" sldId="276"/>
        </pc:sldMkLst>
      </pc:sldChg>
      <pc:sldChg chg="modSp add mod">
        <pc:chgData name="Patrick Merritt" userId="b92c223c-8880-48c6-9b0c-d25ee1bca468" providerId="ADAL" clId="{6E891DCA-F992-447A-84A5-43567EFDD919}" dt="2025-01-27T11:57:55.189" v="3707" actId="20577"/>
        <pc:sldMkLst>
          <pc:docMk/>
          <pc:sldMk cId="3026350826" sldId="276"/>
        </pc:sldMkLst>
        <pc:spChg chg="mod">
          <ac:chgData name="Patrick Merritt" userId="b92c223c-8880-48c6-9b0c-d25ee1bca468" providerId="ADAL" clId="{6E891DCA-F992-447A-84A5-43567EFDD919}" dt="2025-01-27T11:57:55.189" v="3707" actId="20577"/>
          <ac:spMkLst>
            <pc:docMk/>
            <pc:sldMk cId="3026350826" sldId="276"/>
            <ac:spMk id="3" creationId="{0911AB12-1527-5CEE-2E82-7F24ADFA3832}"/>
          </ac:spMkLst>
        </pc:spChg>
        <pc:grpChg chg="mod">
          <ac:chgData name="Patrick Merritt" userId="b92c223c-8880-48c6-9b0c-d25ee1bca468" providerId="ADAL" clId="{6E891DCA-F992-447A-84A5-43567EFDD919}" dt="2025-01-27T11:57:15.557" v="3606" actId="1076"/>
          <ac:grpSpMkLst>
            <pc:docMk/>
            <pc:sldMk cId="3026350826" sldId="276"/>
            <ac:grpSpMk id="19" creationId="{81F0CBE4-4728-616E-5537-ED0F83CBF7FB}"/>
          </ac:grpSpMkLst>
        </pc:grpChg>
      </pc:sldChg>
      <pc:sldChg chg="addSp modSp add mod">
        <pc:chgData name="Patrick Merritt" userId="b92c223c-8880-48c6-9b0c-d25ee1bca468" providerId="ADAL" clId="{6E891DCA-F992-447A-84A5-43567EFDD919}" dt="2025-01-27T11:58:44.403" v="3776" actId="5793"/>
        <pc:sldMkLst>
          <pc:docMk/>
          <pc:sldMk cId="3960160652" sldId="277"/>
        </pc:sldMkLst>
        <pc:spChg chg="mod">
          <ac:chgData name="Patrick Merritt" userId="b92c223c-8880-48c6-9b0c-d25ee1bca468" providerId="ADAL" clId="{6E891DCA-F992-447A-84A5-43567EFDD919}" dt="2025-01-27T11:58:44.403" v="3776" actId="5793"/>
          <ac:spMkLst>
            <pc:docMk/>
            <pc:sldMk cId="3960160652" sldId="277"/>
            <ac:spMk id="3" creationId="{22B5078F-EA72-6230-5453-C81C2708CA0E}"/>
          </ac:spMkLst>
        </pc:spChg>
        <pc:spChg chg="add mod">
          <ac:chgData name="Patrick Merritt" userId="b92c223c-8880-48c6-9b0c-d25ee1bca468" providerId="ADAL" clId="{6E891DCA-F992-447A-84A5-43567EFDD919}" dt="2025-01-27T11:58:16.678" v="3710" actId="1076"/>
          <ac:spMkLst>
            <pc:docMk/>
            <pc:sldMk cId="3960160652" sldId="277"/>
            <ac:spMk id="5" creationId="{049F37B5-E05F-E524-7A84-935348F22DF4}"/>
          </ac:spMkLst>
        </pc:sp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728935354" sldId="278"/>
        </pc:sldMkLst>
      </pc:sldChg>
      <pc:sldChg chg="addSp delSp new mod modClrScheme chgLayout">
        <pc:chgData name="Patrick Merritt" userId="b92c223c-8880-48c6-9b0c-d25ee1bca468" providerId="ADAL" clId="{6E891DCA-F992-447A-84A5-43567EFDD919}" dt="2025-01-27T12:02:23.035" v="3782"/>
        <pc:sldMkLst>
          <pc:docMk/>
          <pc:sldMk cId="2906953895" sldId="278"/>
        </pc:sldMkLst>
        <pc:spChg chg="del">
          <ac:chgData name="Patrick Merritt" userId="b92c223c-8880-48c6-9b0c-d25ee1bca468" providerId="ADAL" clId="{6E891DCA-F992-447A-84A5-43567EFDD919}" dt="2025-01-27T12:00:41.208" v="3778" actId="700"/>
          <ac:spMkLst>
            <pc:docMk/>
            <pc:sldMk cId="2906953895" sldId="278"/>
            <ac:spMk id="2" creationId="{429FAF02-1904-C22D-895D-B6106165E54B}"/>
          </ac:spMkLst>
        </pc:spChg>
        <pc:spChg chg="del">
          <ac:chgData name="Patrick Merritt" userId="b92c223c-8880-48c6-9b0c-d25ee1bca468" providerId="ADAL" clId="{6E891DCA-F992-447A-84A5-43567EFDD919}" dt="2025-01-27T12:00:41.208" v="3778" actId="700"/>
          <ac:spMkLst>
            <pc:docMk/>
            <pc:sldMk cId="2906953895" sldId="278"/>
            <ac:spMk id="3" creationId="{A21D0A15-F30B-9130-242F-FB0AE79ABA3C}"/>
          </ac:spMkLst>
        </pc:spChg>
        <pc:picChg chg="add del">
          <ac:chgData name="Patrick Merritt" userId="b92c223c-8880-48c6-9b0c-d25ee1bca468" providerId="ADAL" clId="{6E891DCA-F992-447A-84A5-43567EFDD919}" dt="2025-01-27T12:00:44.685" v="3780" actId="478"/>
          <ac:picMkLst>
            <pc:docMk/>
            <pc:sldMk cId="2906953895" sldId="278"/>
            <ac:picMk id="3074" creationId="{54E551BB-2845-2A2F-FA64-4752EB5F9C38}"/>
          </ac:picMkLst>
        </pc:picChg>
        <pc:picChg chg="add">
          <ac:chgData name="Patrick Merritt" userId="b92c223c-8880-48c6-9b0c-d25ee1bca468" providerId="ADAL" clId="{6E891DCA-F992-447A-84A5-43567EFDD919}" dt="2025-01-27T12:02:05.646" v="3781"/>
          <ac:picMkLst>
            <pc:docMk/>
            <pc:sldMk cId="2906953895" sldId="278"/>
            <ac:picMk id="3076" creationId="{AC8487CA-C1D2-C8CB-868A-5E560B046672}"/>
          </ac:picMkLst>
        </pc:picChg>
        <pc:picChg chg="add">
          <ac:chgData name="Patrick Merritt" userId="b92c223c-8880-48c6-9b0c-d25ee1bca468" providerId="ADAL" clId="{6E891DCA-F992-447A-84A5-43567EFDD919}" dt="2025-01-27T12:02:23.035" v="3782"/>
          <ac:picMkLst>
            <pc:docMk/>
            <pc:sldMk cId="2906953895" sldId="278"/>
            <ac:picMk id="3078" creationId="{1F4B13C2-7BB4-5EA0-09ED-D9225D175A69}"/>
          </ac:picMkLst>
        </pc:picChg>
      </pc:sldChg>
      <pc:sldChg chg="addSp delSp modSp new mod modClrScheme chgLayout">
        <pc:chgData name="Patrick Merritt" userId="b92c223c-8880-48c6-9b0c-d25ee1bca468" providerId="ADAL" clId="{6E891DCA-F992-447A-84A5-43567EFDD919}" dt="2025-01-27T12:05:36.981" v="3867" actId="14100"/>
        <pc:sldMkLst>
          <pc:docMk/>
          <pc:sldMk cId="232710453" sldId="279"/>
        </pc:sldMkLst>
        <pc:spChg chg="add mod ord">
          <ac:chgData name="Patrick Merritt" userId="b92c223c-8880-48c6-9b0c-d25ee1bca468" providerId="ADAL" clId="{6E891DCA-F992-447A-84A5-43567EFDD919}" dt="2025-01-27T12:05:26.385" v="3863" actId="313"/>
          <ac:spMkLst>
            <pc:docMk/>
            <pc:sldMk cId="232710453" sldId="279"/>
            <ac:spMk id="2" creationId="{0543DBD3-9C2C-01DA-1FAF-20FCE3086DEB}"/>
          </ac:spMkLst>
        </pc:spChg>
        <pc:spChg chg="add mod ord">
          <ac:chgData name="Patrick Merritt" userId="b92c223c-8880-48c6-9b0c-d25ee1bca468" providerId="ADAL" clId="{6E891DCA-F992-447A-84A5-43567EFDD919}" dt="2025-01-27T12:05:36.981" v="3867" actId="14100"/>
          <ac:spMkLst>
            <pc:docMk/>
            <pc:sldMk cId="232710453" sldId="279"/>
            <ac:spMk id="3" creationId="{CA067A6E-C240-93C9-A400-4F953E1E8CC2}"/>
          </ac:spMkLst>
        </pc:spChg>
        <pc:spChg chg="add del mod ord">
          <ac:chgData name="Patrick Merritt" userId="b92c223c-8880-48c6-9b0c-d25ee1bca468" providerId="ADAL" clId="{6E891DCA-F992-447A-84A5-43567EFDD919}" dt="2025-01-27T12:05:34.382" v="3866" actId="478"/>
          <ac:spMkLst>
            <pc:docMk/>
            <pc:sldMk cId="232710453" sldId="279"/>
            <ac:spMk id="4" creationId="{43C5F31C-886E-C234-BAC1-A7AD415BC399}"/>
          </ac:spMkLst>
        </pc:spChg>
        <pc:picChg chg="add del mod">
          <ac:chgData name="Patrick Merritt" userId="b92c223c-8880-48c6-9b0c-d25ee1bca468" providerId="ADAL" clId="{6E891DCA-F992-447A-84A5-43567EFDD919}" dt="2025-01-27T12:03:32.293" v="3786" actId="478"/>
          <ac:picMkLst>
            <pc:docMk/>
            <pc:sldMk cId="232710453" sldId="279"/>
            <ac:picMk id="4098" creationId="{089227E6-9466-9AF1-21F4-39E621442333}"/>
          </ac:picMkLst>
        </pc:picChg>
        <pc:picChg chg="add del mod">
          <ac:chgData name="Patrick Merritt" userId="b92c223c-8880-48c6-9b0c-d25ee1bca468" providerId="ADAL" clId="{6E891DCA-F992-447A-84A5-43567EFDD919}" dt="2025-01-27T12:05:32.202" v="3865" actId="478"/>
          <ac:picMkLst>
            <pc:docMk/>
            <pc:sldMk cId="232710453" sldId="279"/>
            <ac:picMk id="4100" creationId="{77644B2E-95C4-AB9B-4AB9-57593CABD0B1}"/>
          </ac:picMkLst>
        </pc:pic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2406682562" sldId="279"/>
        </pc:sldMkLst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56070879" sldId="280"/>
        </pc:sldMkLst>
      </pc:sldChg>
      <pc:sldChg chg="addSp modSp add mod">
        <pc:chgData name="Patrick Merritt" userId="b92c223c-8880-48c6-9b0c-d25ee1bca468" providerId="ADAL" clId="{6E891DCA-F992-447A-84A5-43567EFDD919}" dt="2025-01-27T12:04:59.195" v="3841" actId="1076"/>
        <pc:sldMkLst>
          <pc:docMk/>
          <pc:sldMk cId="326024031" sldId="280"/>
        </pc:sldMkLst>
        <pc:spChg chg="add mod">
          <ac:chgData name="Patrick Merritt" userId="b92c223c-8880-48c6-9b0c-d25ee1bca468" providerId="ADAL" clId="{6E891DCA-F992-447A-84A5-43567EFDD919}" dt="2025-01-27T12:04:59.195" v="3841" actId="1076"/>
          <ac:spMkLst>
            <pc:docMk/>
            <pc:sldMk cId="326024031" sldId="280"/>
            <ac:spMk id="2" creationId="{E0B4EE5D-98A3-1D17-2C5E-5AFE7E2BFECA}"/>
          </ac:spMkLst>
        </pc:spChg>
      </pc:sldChg>
      <pc:sldChg chg="addSp delSp add del">
        <pc:chgData name="Patrick Merritt" userId="b92c223c-8880-48c6-9b0c-d25ee1bca468" providerId="ADAL" clId="{6E891DCA-F992-447A-84A5-43567EFDD919}" dt="2025-01-27T12:06:23.527" v="3873" actId="47"/>
        <pc:sldMkLst>
          <pc:docMk/>
          <pc:sldMk cId="1496535694" sldId="281"/>
        </pc:sldMkLst>
        <pc:picChg chg="del">
          <ac:chgData name="Patrick Merritt" userId="b92c223c-8880-48c6-9b0c-d25ee1bca468" providerId="ADAL" clId="{6E891DCA-F992-447A-84A5-43567EFDD919}" dt="2025-01-27T12:06:05.756" v="3869" actId="478"/>
          <ac:picMkLst>
            <pc:docMk/>
            <pc:sldMk cId="1496535694" sldId="281"/>
            <ac:picMk id="4100" creationId="{F3C3C955-AA66-1A7E-ECEC-4B8322079D1F}"/>
          </ac:picMkLst>
        </pc:picChg>
        <pc:picChg chg="add del">
          <ac:chgData name="Patrick Merritt" userId="b92c223c-8880-48c6-9b0c-d25ee1bca468" providerId="ADAL" clId="{6E891DCA-F992-447A-84A5-43567EFDD919}" dt="2025-01-27T12:06:19.488" v="3871" actId="478"/>
          <ac:picMkLst>
            <pc:docMk/>
            <pc:sldMk cId="1496535694" sldId="281"/>
            <ac:picMk id="5122" creationId="{923B70D1-7F5B-250C-2D52-FF7DBFB16AFA}"/>
          </ac:picMkLst>
        </pc:pic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3200761655" sldId="281"/>
        </pc:sldMkLst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1055570672" sldId="282"/>
        </pc:sldMkLst>
      </pc:sldChg>
      <pc:sldChg chg="addSp modSp add mod">
        <pc:chgData name="Patrick Merritt" userId="b92c223c-8880-48c6-9b0c-d25ee1bca468" providerId="ADAL" clId="{6E891DCA-F992-447A-84A5-43567EFDD919}" dt="2025-01-27T12:07:45.508" v="4070" actId="20577"/>
        <pc:sldMkLst>
          <pc:docMk/>
          <pc:sldMk cId="2920123147" sldId="282"/>
        </pc:sldMkLst>
        <pc:spChg chg="mod">
          <ac:chgData name="Patrick Merritt" userId="b92c223c-8880-48c6-9b0c-d25ee1bca468" providerId="ADAL" clId="{6E891DCA-F992-447A-84A5-43567EFDD919}" dt="2025-01-27T12:07:45.508" v="4070" actId="20577"/>
          <ac:spMkLst>
            <pc:docMk/>
            <pc:sldMk cId="2920123147" sldId="282"/>
            <ac:spMk id="3" creationId="{6DB79F3A-710A-9962-6AC1-E116D9A6F461}"/>
          </ac:spMkLst>
        </pc:spChg>
        <pc:spChg chg="add mod">
          <ac:chgData name="Patrick Merritt" userId="b92c223c-8880-48c6-9b0c-d25ee1bca468" providerId="ADAL" clId="{6E891DCA-F992-447A-84A5-43567EFDD919}" dt="2025-01-27T12:06:39.382" v="3877" actId="13822"/>
          <ac:spMkLst>
            <pc:docMk/>
            <pc:sldMk cId="2920123147" sldId="282"/>
            <ac:spMk id="4" creationId="{00B15439-59E8-7F4D-2817-DF0CFB7B8521}"/>
          </ac:spMkLst>
        </pc:sp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418082063" sldId="283"/>
        </pc:sldMkLst>
      </pc:sldChg>
      <pc:sldChg chg="delSp modSp new mod">
        <pc:chgData name="Patrick Merritt" userId="b92c223c-8880-48c6-9b0c-d25ee1bca468" providerId="ADAL" clId="{6E891DCA-F992-447A-84A5-43567EFDD919}" dt="2025-01-27T12:17:04.492" v="4343" actId="14100"/>
        <pc:sldMkLst>
          <pc:docMk/>
          <pc:sldMk cId="744573776" sldId="283"/>
        </pc:sldMkLst>
        <pc:spChg chg="mod">
          <ac:chgData name="Patrick Merritt" userId="b92c223c-8880-48c6-9b0c-d25ee1bca468" providerId="ADAL" clId="{6E891DCA-F992-447A-84A5-43567EFDD919}" dt="2025-01-27T12:08:48.225" v="4133" actId="20577"/>
          <ac:spMkLst>
            <pc:docMk/>
            <pc:sldMk cId="744573776" sldId="283"/>
            <ac:spMk id="2" creationId="{67B6CABD-02CC-9F93-2BF7-5EBD5EE8F62B}"/>
          </ac:spMkLst>
        </pc:spChg>
        <pc:spChg chg="mod">
          <ac:chgData name="Patrick Merritt" userId="b92c223c-8880-48c6-9b0c-d25ee1bca468" providerId="ADAL" clId="{6E891DCA-F992-447A-84A5-43567EFDD919}" dt="2025-01-27T12:17:04.492" v="4343" actId="14100"/>
          <ac:spMkLst>
            <pc:docMk/>
            <pc:sldMk cId="744573776" sldId="283"/>
            <ac:spMk id="3" creationId="{DF695978-6307-6B0E-A4E1-A38F724E125D}"/>
          </ac:spMkLst>
        </pc:spChg>
        <pc:spChg chg="del">
          <ac:chgData name="Patrick Merritt" userId="b92c223c-8880-48c6-9b0c-d25ee1bca468" providerId="ADAL" clId="{6E891DCA-F992-447A-84A5-43567EFDD919}" dt="2025-01-27T12:17:01.058" v="4342" actId="478"/>
          <ac:spMkLst>
            <pc:docMk/>
            <pc:sldMk cId="744573776" sldId="283"/>
            <ac:spMk id="4" creationId="{23B95415-6C58-54AB-C870-0BCD8105FA8D}"/>
          </ac:spMkLst>
        </pc:spChg>
      </pc:sldChg>
      <pc:sldChg chg="addSp delSp modSp new mod modClrScheme chgLayout">
        <pc:chgData name="Patrick Merritt" userId="b92c223c-8880-48c6-9b0c-d25ee1bca468" providerId="ADAL" clId="{6E891DCA-F992-447A-84A5-43567EFDD919}" dt="2025-01-27T12:19:34.768" v="4535" actId="20577"/>
        <pc:sldMkLst>
          <pc:docMk/>
          <pc:sldMk cId="1331825426" sldId="284"/>
        </pc:sldMkLst>
        <pc:spChg chg="del mod ord">
          <ac:chgData name="Patrick Merritt" userId="b92c223c-8880-48c6-9b0c-d25ee1bca468" providerId="ADAL" clId="{6E891DCA-F992-447A-84A5-43567EFDD919}" dt="2025-01-27T12:17:15.583" v="4345" actId="700"/>
          <ac:spMkLst>
            <pc:docMk/>
            <pc:sldMk cId="1331825426" sldId="284"/>
            <ac:spMk id="2" creationId="{FF906B28-310F-B617-168A-5FDFC204ECAE}"/>
          </ac:spMkLst>
        </pc:spChg>
        <pc:spChg chg="del mod ord">
          <ac:chgData name="Patrick Merritt" userId="b92c223c-8880-48c6-9b0c-d25ee1bca468" providerId="ADAL" clId="{6E891DCA-F992-447A-84A5-43567EFDD919}" dt="2025-01-27T12:17:15.583" v="4345" actId="700"/>
          <ac:spMkLst>
            <pc:docMk/>
            <pc:sldMk cId="1331825426" sldId="284"/>
            <ac:spMk id="3" creationId="{B5B363BC-2B88-A98E-54BE-DC02F0803029}"/>
          </ac:spMkLst>
        </pc:spChg>
        <pc:spChg chg="del">
          <ac:chgData name="Patrick Merritt" userId="b92c223c-8880-48c6-9b0c-d25ee1bca468" providerId="ADAL" clId="{6E891DCA-F992-447A-84A5-43567EFDD919}" dt="2025-01-27T12:17:15.583" v="4345" actId="700"/>
          <ac:spMkLst>
            <pc:docMk/>
            <pc:sldMk cId="1331825426" sldId="284"/>
            <ac:spMk id="4" creationId="{E716943A-0364-272C-D30A-77FB8614A979}"/>
          </ac:spMkLst>
        </pc:spChg>
        <pc:spChg chg="add mod ord">
          <ac:chgData name="Patrick Merritt" userId="b92c223c-8880-48c6-9b0c-d25ee1bca468" providerId="ADAL" clId="{6E891DCA-F992-447A-84A5-43567EFDD919}" dt="2025-01-27T12:17:28.752" v="4376" actId="5793"/>
          <ac:spMkLst>
            <pc:docMk/>
            <pc:sldMk cId="1331825426" sldId="284"/>
            <ac:spMk id="5" creationId="{A97DA3EA-1571-4996-16D3-C9BEC2E78E6C}"/>
          </ac:spMkLst>
        </pc:spChg>
        <pc:spChg chg="add mod ord">
          <ac:chgData name="Patrick Merritt" userId="b92c223c-8880-48c6-9b0c-d25ee1bca468" providerId="ADAL" clId="{6E891DCA-F992-447A-84A5-43567EFDD919}" dt="2025-01-27T12:19:34.768" v="4535" actId="20577"/>
          <ac:spMkLst>
            <pc:docMk/>
            <pc:sldMk cId="1331825426" sldId="284"/>
            <ac:spMk id="6" creationId="{2A566501-A335-D45B-5CBB-245B6A0962C5}"/>
          </ac:spMkLst>
        </pc:sp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2670911908" sldId="284"/>
        </pc:sldMkLst>
      </pc:sldChg>
      <pc:sldChg chg="addSp delSp new mod modClrScheme chgLayout">
        <pc:chgData name="Patrick Merritt" userId="b92c223c-8880-48c6-9b0c-d25ee1bca468" providerId="ADAL" clId="{6E891DCA-F992-447A-84A5-43567EFDD919}" dt="2025-01-27T12:19:27.231" v="4528"/>
        <pc:sldMkLst>
          <pc:docMk/>
          <pc:sldMk cId="2372618601" sldId="285"/>
        </pc:sldMkLst>
        <pc:spChg chg="del">
          <ac:chgData name="Patrick Merritt" userId="b92c223c-8880-48c6-9b0c-d25ee1bca468" providerId="ADAL" clId="{6E891DCA-F992-447A-84A5-43567EFDD919}" dt="2025-01-27T12:18:46.044" v="4527" actId="700"/>
          <ac:spMkLst>
            <pc:docMk/>
            <pc:sldMk cId="2372618601" sldId="285"/>
            <ac:spMk id="2" creationId="{35D7E7D3-6E93-7085-1EF2-A52355D6EA1B}"/>
          </ac:spMkLst>
        </pc:spChg>
        <pc:spChg chg="del">
          <ac:chgData name="Patrick Merritt" userId="b92c223c-8880-48c6-9b0c-d25ee1bca468" providerId="ADAL" clId="{6E891DCA-F992-447A-84A5-43567EFDD919}" dt="2025-01-27T12:18:46.044" v="4527" actId="700"/>
          <ac:spMkLst>
            <pc:docMk/>
            <pc:sldMk cId="2372618601" sldId="285"/>
            <ac:spMk id="3" creationId="{3291B0D5-F376-40EB-AA7F-329295932D06}"/>
          </ac:spMkLst>
        </pc:spChg>
        <pc:picChg chg="add">
          <ac:chgData name="Patrick Merritt" userId="b92c223c-8880-48c6-9b0c-d25ee1bca468" providerId="ADAL" clId="{6E891DCA-F992-447A-84A5-43567EFDD919}" dt="2025-01-27T12:19:27.231" v="4528"/>
          <ac:picMkLst>
            <pc:docMk/>
            <pc:sldMk cId="2372618601" sldId="285"/>
            <ac:picMk id="6146" creationId="{3FCBB4F1-6C3C-E551-33CF-8C65C8746929}"/>
          </ac:picMkLst>
        </pc:pic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4191806753" sldId="285"/>
        </pc:sldMkLst>
      </pc:sldChg>
      <pc:sldChg chg="addSp new">
        <pc:chgData name="Patrick Merritt" userId="b92c223c-8880-48c6-9b0c-d25ee1bca468" providerId="ADAL" clId="{6E891DCA-F992-447A-84A5-43567EFDD919}" dt="2025-01-27T12:20:00.407" v="4537"/>
        <pc:sldMkLst>
          <pc:docMk/>
          <pc:sldMk cId="635401253" sldId="286"/>
        </pc:sldMkLst>
        <pc:picChg chg="add">
          <ac:chgData name="Patrick Merritt" userId="b92c223c-8880-48c6-9b0c-d25ee1bca468" providerId="ADAL" clId="{6E891DCA-F992-447A-84A5-43567EFDD919}" dt="2025-01-27T12:20:00.407" v="4537"/>
          <ac:picMkLst>
            <pc:docMk/>
            <pc:sldMk cId="635401253" sldId="286"/>
            <ac:picMk id="7170" creationId="{A2C14CB0-EB79-5D3F-5E6C-2E069A15B494}"/>
          </ac:picMkLst>
        </pc:pic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3744340245" sldId="286"/>
        </pc:sldMkLst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2333891272" sldId="287"/>
        </pc:sldMkLst>
      </pc:sldChg>
      <pc:sldChg chg="addSp new">
        <pc:chgData name="Patrick Merritt" userId="b92c223c-8880-48c6-9b0c-d25ee1bca468" providerId="ADAL" clId="{6E891DCA-F992-447A-84A5-43567EFDD919}" dt="2025-01-27T12:20:17.536" v="4539"/>
        <pc:sldMkLst>
          <pc:docMk/>
          <pc:sldMk cId="2920878835" sldId="287"/>
        </pc:sldMkLst>
        <pc:picChg chg="add">
          <ac:chgData name="Patrick Merritt" userId="b92c223c-8880-48c6-9b0c-d25ee1bca468" providerId="ADAL" clId="{6E891DCA-F992-447A-84A5-43567EFDD919}" dt="2025-01-27T12:20:17.536" v="4539"/>
          <ac:picMkLst>
            <pc:docMk/>
            <pc:sldMk cId="2920878835" sldId="287"/>
            <ac:picMk id="8194" creationId="{DFC6B263-8F49-ADEA-7A05-1C31CE0751FC}"/>
          </ac:picMkLst>
        </pc:picChg>
      </pc:sldChg>
      <pc:sldChg chg="addSp new">
        <pc:chgData name="Patrick Merritt" userId="b92c223c-8880-48c6-9b0c-d25ee1bca468" providerId="ADAL" clId="{6E891DCA-F992-447A-84A5-43567EFDD919}" dt="2025-01-27T12:20:39.700" v="4541"/>
        <pc:sldMkLst>
          <pc:docMk/>
          <pc:sldMk cId="173161060" sldId="288"/>
        </pc:sldMkLst>
        <pc:picChg chg="add">
          <ac:chgData name="Patrick Merritt" userId="b92c223c-8880-48c6-9b0c-d25ee1bca468" providerId="ADAL" clId="{6E891DCA-F992-447A-84A5-43567EFDD919}" dt="2025-01-27T12:20:39.700" v="4541"/>
          <ac:picMkLst>
            <pc:docMk/>
            <pc:sldMk cId="173161060" sldId="288"/>
            <ac:picMk id="9218" creationId="{F754B618-68DB-E2F9-20AF-79C24FFFCF17}"/>
          </ac:picMkLst>
        </pc:picChg>
      </pc:sldChg>
      <pc:sldChg chg="del">
        <pc:chgData name="Patrick Merritt" userId="b92c223c-8880-48c6-9b0c-d25ee1bca468" providerId="ADAL" clId="{6E891DCA-F992-447A-84A5-43567EFDD919}" dt="2025-01-27T10:51:45.184" v="0" actId="47"/>
        <pc:sldMkLst>
          <pc:docMk/>
          <pc:sldMk cId="941387353" sldId="288"/>
        </pc:sldMkLst>
      </pc:sldChg>
      <pc:sldChg chg="addSp delSp new">
        <pc:chgData name="Patrick Merritt" userId="b92c223c-8880-48c6-9b0c-d25ee1bca468" providerId="ADAL" clId="{6E891DCA-F992-447A-84A5-43567EFDD919}" dt="2025-01-27T12:21:57.805" v="4545"/>
        <pc:sldMkLst>
          <pc:docMk/>
          <pc:sldMk cId="3468238212" sldId="289"/>
        </pc:sldMkLst>
        <pc:spChg chg="add del">
          <ac:chgData name="Patrick Merritt" userId="b92c223c-8880-48c6-9b0c-d25ee1bca468" providerId="ADAL" clId="{6E891DCA-F992-447A-84A5-43567EFDD919}" dt="2025-01-27T12:21:29.871" v="4544" actId="478"/>
          <ac:spMkLst>
            <pc:docMk/>
            <pc:sldMk cId="3468238212" sldId="289"/>
            <ac:spMk id="2" creationId="{122C269E-D64D-738C-1600-B6932B5C8160}"/>
          </ac:spMkLst>
        </pc:spChg>
        <pc:picChg chg="add">
          <ac:chgData name="Patrick Merritt" userId="b92c223c-8880-48c6-9b0c-d25ee1bca468" providerId="ADAL" clId="{6E891DCA-F992-447A-84A5-43567EFDD919}" dt="2025-01-27T12:21:57.805" v="4545"/>
          <ac:picMkLst>
            <pc:docMk/>
            <pc:sldMk cId="3468238212" sldId="289"/>
            <ac:picMk id="10244" creationId="{CC188F6B-0F7C-DE86-8994-84E7AE419566}"/>
          </ac:picMkLst>
        </pc:picChg>
      </pc:sldChg>
      <pc:sldChg chg="addSp new">
        <pc:chgData name="Patrick Merritt" userId="b92c223c-8880-48c6-9b0c-d25ee1bca468" providerId="ADAL" clId="{6E891DCA-F992-447A-84A5-43567EFDD919}" dt="2025-01-27T12:22:43.577" v="4547"/>
        <pc:sldMkLst>
          <pc:docMk/>
          <pc:sldMk cId="3377103348" sldId="290"/>
        </pc:sldMkLst>
        <pc:picChg chg="add">
          <ac:chgData name="Patrick Merritt" userId="b92c223c-8880-48c6-9b0c-d25ee1bca468" providerId="ADAL" clId="{6E891DCA-F992-447A-84A5-43567EFDD919}" dt="2025-01-27T12:22:43.577" v="4547"/>
          <ac:picMkLst>
            <pc:docMk/>
            <pc:sldMk cId="3377103348" sldId="290"/>
            <ac:picMk id="11266" creationId="{3836571B-8812-5810-3476-5A46B5603587}"/>
          </ac:picMkLst>
        </pc:picChg>
      </pc:sldChg>
      <pc:sldChg chg="addSp modSp new">
        <pc:chgData name="Patrick Merritt" userId="b92c223c-8880-48c6-9b0c-d25ee1bca468" providerId="ADAL" clId="{6E891DCA-F992-447A-84A5-43567EFDD919}" dt="2025-01-27T12:23:02.773" v="4550" actId="14100"/>
        <pc:sldMkLst>
          <pc:docMk/>
          <pc:sldMk cId="3766890018" sldId="291"/>
        </pc:sldMkLst>
        <pc:picChg chg="add mod">
          <ac:chgData name="Patrick Merritt" userId="b92c223c-8880-48c6-9b0c-d25ee1bca468" providerId="ADAL" clId="{6E891DCA-F992-447A-84A5-43567EFDD919}" dt="2025-01-27T12:23:02.773" v="4550" actId="14100"/>
          <ac:picMkLst>
            <pc:docMk/>
            <pc:sldMk cId="3766890018" sldId="291"/>
            <ac:picMk id="12290" creationId="{154416CB-EB3B-C835-0823-204E9AB0AD71}"/>
          </ac:picMkLst>
        </pc:picChg>
      </pc:sldChg>
      <pc:sldChg chg="addSp modSp add mod">
        <pc:chgData name="Patrick Merritt" userId="b92c223c-8880-48c6-9b0c-d25ee1bca468" providerId="ADAL" clId="{6E891DCA-F992-447A-84A5-43567EFDD919}" dt="2025-01-27T12:25:51.963" v="4647" actId="20577"/>
        <pc:sldMkLst>
          <pc:docMk/>
          <pc:sldMk cId="2963094468" sldId="292"/>
        </pc:sldMkLst>
        <pc:spChg chg="add mod">
          <ac:chgData name="Patrick Merritt" userId="b92c223c-8880-48c6-9b0c-d25ee1bca468" providerId="ADAL" clId="{6E891DCA-F992-447A-84A5-43567EFDD919}" dt="2025-01-27T12:25:51.963" v="4647" actId="20577"/>
          <ac:spMkLst>
            <pc:docMk/>
            <pc:sldMk cId="2963094468" sldId="292"/>
            <ac:spMk id="4" creationId="{20609B92-4E28-93E6-8C47-43AC4FB47BBF}"/>
          </ac:spMkLst>
        </pc:spChg>
        <pc:picChg chg="add mod modCrop">
          <ac:chgData name="Patrick Merritt" userId="b92c223c-8880-48c6-9b0c-d25ee1bca468" providerId="ADAL" clId="{6E891DCA-F992-447A-84A5-43567EFDD919}" dt="2025-01-27T12:24:32.709" v="4558" actId="14100"/>
          <ac:picMkLst>
            <pc:docMk/>
            <pc:sldMk cId="2963094468" sldId="292"/>
            <ac:picMk id="3" creationId="{104C418C-8EF0-8B0E-0BC6-BD1DFB93807A}"/>
          </ac:picMkLst>
        </pc:picChg>
      </pc:sldChg>
      <pc:sldChg chg="addSp modSp new mod modClrScheme chgLayout">
        <pc:chgData name="Patrick Merritt" userId="b92c223c-8880-48c6-9b0c-d25ee1bca468" providerId="ADAL" clId="{6E891DCA-F992-447A-84A5-43567EFDD919}" dt="2025-01-27T12:27:49.730" v="4891" actId="14"/>
        <pc:sldMkLst>
          <pc:docMk/>
          <pc:sldMk cId="3187744746" sldId="293"/>
        </pc:sldMkLst>
        <pc:spChg chg="add mod">
          <ac:chgData name="Patrick Merritt" userId="b92c223c-8880-48c6-9b0c-d25ee1bca468" providerId="ADAL" clId="{6E891DCA-F992-447A-84A5-43567EFDD919}" dt="2025-01-27T12:26:08.625" v="4686" actId="5793"/>
          <ac:spMkLst>
            <pc:docMk/>
            <pc:sldMk cId="3187744746" sldId="293"/>
            <ac:spMk id="2" creationId="{38413C36-7168-2F65-B386-28302724680D}"/>
          </ac:spMkLst>
        </pc:spChg>
        <pc:spChg chg="add mod">
          <ac:chgData name="Patrick Merritt" userId="b92c223c-8880-48c6-9b0c-d25ee1bca468" providerId="ADAL" clId="{6E891DCA-F992-447A-84A5-43567EFDD919}" dt="2025-01-27T12:27:49.730" v="4891" actId="14"/>
          <ac:spMkLst>
            <pc:docMk/>
            <pc:sldMk cId="3187744746" sldId="293"/>
            <ac:spMk id="3" creationId="{F90DA01C-4227-2EA0-27C0-0EAF3B793234}"/>
          </ac:spMkLst>
        </pc:spChg>
      </pc:sldChg>
      <pc:sldChg chg="addSp delSp modSp new mod setBg">
        <pc:chgData name="Patrick Merritt" userId="b92c223c-8880-48c6-9b0c-d25ee1bca468" providerId="ADAL" clId="{6E891DCA-F992-447A-84A5-43567EFDD919}" dt="2025-01-27T12:33:01.597" v="4987"/>
        <pc:sldMkLst>
          <pc:docMk/>
          <pc:sldMk cId="4035291229" sldId="294"/>
        </pc:sldMkLst>
        <pc:spChg chg="mod">
          <ac:chgData name="Patrick Merritt" userId="b92c223c-8880-48c6-9b0c-d25ee1bca468" providerId="ADAL" clId="{6E891DCA-F992-447A-84A5-43567EFDD919}" dt="2025-01-27T12:31:32.114" v="4981" actId="26606"/>
          <ac:spMkLst>
            <pc:docMk/>
            <pc:sldMk cId="4035291229" sldId="294"/>
            <ac:spMk id="2" creationId="{742174FA-246F-10EE-F9FE-9FDCD9F155AA}"/>
          </ac:spMkLst>
        </pc:spChg>
        <pc:spChg chg="mod">
          <ac:chgData name="Patrick Merritt" userId="b92c223c-8880-48c6-9b0c-d25ee1bca468" providerId="ADAL" clId="{6E891DCA-F992-447A-84A5-43567EFDD919}" dt="2025-01-27T12:31:32.114" v="4981" actId="26606"/>
          <ac:spMkLst>
            <pc:docMk/>
            <pc:sldMk cId="4035291229" sldId="294"/>
            <ac:spMk id="3" creationId="{DF88BBA9-1F4F-3588-F1C0-0A8E0637C1F3}"/>
          </ac:spMkLst>
        </pc:spChg>
        <pc:spChg chg="add">
          <ac:chgData name="Patrick Merritt" userId="b92c223c-8880-48c6-9b0c-d25ee1bca468" providerId="ADAL" clId="{6E891DCA-F992-447A-84A5-43567EFDD919}" dt="2025-01-27T12:30:10.276" v="4975"/>
          <ac:spMkLst>
            <pc:docMk/>
            <pc:sldMk cId="4035291229" sldId="294"/>
            <ac:spMk id="4" creationId="{7FBDFA02-CE39-95E0-A7FE-F61B5499FEF0}"/>
          </ac:spMkLst>
        </pc:spChg>
        <pc:spChg chg="add">
          <ac:chgData name="Patrick Merritt" userId="b92c223c-8880-48c6-9b0c-d25ee1bca468" providerId="ADAL" clId="{6E891DCA-F992-447A-84A5-43567EFDD919}" dt="2025-01-27T12:30:18.680" v="4976"/>
          <ac:spMkLst>
            <pc:docMk/>
            <pc:sldMk cId="4035291229" sldId="294"/>
            <ac:spMk id="5" creationId="{3015295C-A808-F9FD-36BD-99B5E0E92BC6}"/>
          </ac:spMkLst>
        </pc:spChg>
        <pc:spChg chg="add">
          <ac:chgData name="Patrick Merritt" userId="b92c223c-8880-48c6-9b0c-d25ee1bca468" providerId="ADAL" clId="{6E891DCA-F992-447A-84A5-43567EFDD919}" dt="2025-01-27T12:30:24.141" v="4977"/>
          <ac:spMkLst>
            <pc:docMk/>
            <pc:sldMk cId="4035291229" sldId="294"/>
            <ac:spMk id="6" creationId="{AB021023-724B-2A67-E86B-B0BE2C98F7BA}"/>
          </ac:spMkLst>
        </pc:spChg>
        <pc:spChg chg="add del">
          <ac:chgData name="Patrick Merritt" userId="b92c223c-8880-48c6-9b0c-d25ee1bca468" providerId="ADAL" clId="{6E891DCA-F992-447A-84A5-43567EFDD919}" dt="2025-01-27T12:31:32.114" v="4981" actId="26606"/>
          <ac:spMkLst>
            <pc:docMk/>
            <pc:sldMk cId="4035291229" sldId="294"/>
            <ac:spMk id="13327" creationId="{8FC9BE17-9A7B-462D-AE50-3D8777387304}"/>
          </ac:spMkLst>
        </pc:spChg>
        <pc:spChg chg="add del">
          <ac:chgData name="Patrick Merritt" userId="b92c223c-8880-48c6-9b0c-d25ee1bca468" providerId="ADAL" clId="{6E891DCA-F992-447A-84A5-43567EFDD919}" dt="2025-01-27T12:31:32.114" v="4981" actId="26606"/>
          <ac:spMkLst>
            <pc:docMk/>
            <pc:sldMk cId="4035291229" sldId="294"/>
            <ac:spMk id="13329" creationId="{3EBE8569-6AEC-4B8C-8D53-2DE337CDBA65}"/>
          </ac:spMkLst>
        </pc:spChg>
        <pc:spChg chg="add del">
          <ac:chgData name="Patrick Merritt" userId="b92c223c-8880-48c6-9b0c-d25ee1bca468" providerId="ADAL" clId="{6E891DCA-F992-447A-84A5-43567EFDD919}" dt="2025-01-27T12:31:32.114" v="4981" actId="26606"/>
          <ac:spMkLst>
            <pc:docMk/>
            <pc:sldMk cId="4035291229" sldId="294"/>
            <ac:spMk id="13331" creationId="{55D4142C-5077-457F-A6AD-3FECFDB39685}"/>
          </ac:spMkLst>
        </pc:spChg>
        <pc:spChg chg="add del">
          <ac:chgData name="Patrick Merritt" userId="b92c223c-8880-48c6-9b0c-d25ee1bca468" providerId="ADAL" clId="{6E891DCA-F992-447A-84A5-43567EFDD919}" dt="2025-01-27T12:31:32.114" v="4981" actId="26606"/>
          <ac:spMkLst>
            <pc:docMk/>
            <pc:sldMk cId="4035291229" sldId="294"/>
            <ac:spMk id="13333" creationId="{7A5F0580-5EE9-419F-96EE-B6529EF6E7D0}"/>
          </ac:spMkLst>
        </pc:spChg>
        <pc:picChg chg="add">
          <ac:chgData name="Patrick Merritt" userId="b92c223c-8880-48c6-9b0c-d25ee1bca468" providerId="ADAL" clId="{6E891DCA-F992-447A-84A5-43567EFDD919}" dt="2025-01-27T12:31:04.575" v="4978"/>
          <ac:picMkLst>
            <pc:docMk/>
            <pc:sldMk cId="4035291229" sldId="294"/>
            <ac:picMk id="13320" creationId="{6DA68C78-1B76-9BB1-D5F1-364EEB68EA0A}"/>
          </ac:picMkLst>
        </pc:picChg>
        <pc:picChg chg="add mod ord">
          <ac:chgData name="Patrick Merritt" userId="b92c223c-8880-48c6-9b0c-d25ee1bca468" providerId="ADAL" clId="{6E891DCA-F992-447A-84A5-43567EFDD919}" dt="2025-01-27T12:31:32.114" v="4981" actId="26606"/>
          <ac:picMkLst>
            <pc:docMk/>
            <pc:sldMk cId="4035291229" sldId="294"/>
            <ac:picMk id="13322" creationId="{CD1ED0FC-C2AB-0295-7DF2-CF5705D39FC9}"/>
          </ac:picMkLst>
        </pc:picChg>
        <pc:picChg chg="add">
          <ac:chgData name="Patrick Merritt" userId="b92c223c-8880-48c6-9b0c-d25ee1bca468" providerId="ADAL" clId="{6E891DCA-F992-447A-84A5-43567EFDD919}" dt="2025-01-27T12:32:14.396" v="4982"/>
          <ac:picMkLst>
            <pc:docMk/>
            <pc:sldMk cId="4035291229" sldId="294"/>
            <ac:picMk id="13324" creationId="{1123DC31-280B-13FD-2F10-D70C72DC73D5}"/>
          </ac:picMkLst>
        </pc:picChg>
        <pc:picChg chg="add del mod">
          <ac:chgData name="Patrick Merritt" userId="b92c223c-8880-48c6-9b0c-d25ee1bca468" providerId="ADAL" clId="{6E891DCA-F992-447A-84A5-43567EFDD919}" dt="2025-01-27T12:33:00.512" v="4986" actId="478"/>
          <ac:picMkLst>
            <pc:docMk/>
            <pc:sldMk cId="4035291229" sldId="294"/>
            <ac:picMk id="13326" creationId="{05A4431E-CD12-49A0-7C87-F2C94306E159}"/>
          </ac:picMkLst>
        </pc:picChg>
        <pc:picChg chg="add">
          <ac:chgData name="Patrick Merritt" userId="b92c223c-8880-48c6-9b0c-d25ee1bca468" providerId="ADAL" clId="{6E891DCA-F992-447A-84A5-43567EFDD919}" dt="2025-01-27T12:33:01.597" v="4987"/>
          <ac:picMkLst>
            <pc:docMk/>
            <pc:sldMk cId="4035291229" sldId="294"/>
            <ac:picMk id="13328" creationId="{E2FA588D-7B09-691E-B177-AB243A81C580}"/>
          </ac:picMkLst>
        </pc:picChg>
      </pc:sldChg>
    </pc:docChg>
  </pc:docChgLst>
  <pc:docChgLst>
    <pc:chgData name="Patrick Merritt" userId="b92c223c-8880-48c6-9b0c-d25ee1bca468" providerId="ADAL" clId="{EA25DEEF-83DC-4AC9-9C49-21531ACC9187}"/>
    <pc:docChg chg="modSld">
      <pc:chgData name="Patrick Merritt" userId="b92c223c-8880-48c6-9b0c-d25ee1bca468" providerId="ADAL" clId="{EA25DEEF-83DC-4AC9-9C49-21531ACC9187}" dt="2024-03-20T13:23:15.161" v="48" actId="20577"/>
      <pc:docMkLst>
        <pc:docMk/>
      </pc:docMkLst>
      <pc:sldChg chg="modSp mod">
        <pc:chgData name="Patrick Merritt" userId="b92c223c-8880-48c6-9b0c-d25ee1bca468" providerId="ADAL" clId="{EA25DEEF-83DC-4AC9-9C49-21531ACC9187}" dt="2024-03-20T13:22:48.472" v="8" actId="20577"/>
        <pc:sldMkLst>
          <pc:docMk/>
          <pc:sldMk cId="2691156661" sldId="259"/>
        </pc:sldMkLst>
      </pc:sldChg>
      <pc:sldChg chg="modSp mod">
        <pc:chgData name="Patrick Merritt" userId="b92c223c-8880-48c6-9b0c-d25ee1bca468" providerId="ADAL" clId="{EA25DEEF-83DC-4AC9-9C49-21531ACC9187}" dt="2024-03-20T13:22:58.324" v="21" actId="20577"/>
        <pc:sldMkLst>
          <pc:docMk/>
          <pc:sldMk cId="354987656" sldId="260"/>
        </pc:sldMkLst>
      </pc:sldChg>
      <pc:sldChg chg="modSp mod">
        <pc:chgData name="Patrick Merritt" userId="b92c223c-8880-48c6-9b0c-d25ee1bca468" providerId="ADAL" clId="{EA25DEEF-83DC-4AC9-9C49-21531ACC9187}" dt="2024-03-20T13:23:05.794" v="31" actId="20577"/>
        <pc:sldMkLst>
          <pc:docMk/>
          <pc:sldMk cId="2561642139" sldId="261"/>
        </pc:sldMkLst>
      </pc:sldChg>
      <pc:sldChg chg="modSp mod">
        <pc:chgData name="Patrick Merritt" userId="b92c223c-8880-48c6-9b0c-d25ee1bca468" providerId="ADAL" clId="{EA25DEEF-83DC-4AC9-9C49-21531ACC9187}" dt="2024-03-20T13:23:15.161" v="48" actId="20577"/>
        <pc:sldMkLst>
          <pc:docMk/>
          <pc:sldMk cId="3458636469" sldId="262"/>
        </pc:sldMkLst>
      </pc:sldChg>
    </pc:docChg>
  </pc:docChgLst>
  <pc:docChgLst>
    <pc:chgData name="Patrick Merritt" userId="b92c223c-8880-48c6-9b0c-d25ee1bca468" providerId="ADAL" clId="{F1BB5505-4C9A-4EC7-86DE-41EFD854B8F8}"/>
    <pc:docChg chg="undo custSel addSld delSld modSld sldOrd">
      <pc:chgData name="Patrick Merritt" userId="b92c223c-8880-48c6-9b0c-d25ee1bca468" providerId="ADAL" clId="{F1BB5505-4C9A-4EC7-86DE-41EFD854B8F8}" dt="2024-09-15T13:33:16.033" v="3886" actId="20577"/>
      <pc:docMkLst>
        <pc:docMk/>
      </pc:docMkLst>
      <pc:sldChg chg="addSp delSp modSp new mod modClrScheme chgLayout">
        <pc:chgData name="Patrick Merritt" userId="b92c223c-8880-48c6-9b0c-d25ee1bca468" providerId="ADAL" clId="{F1BB5505-4C9A-4EC7-86DE-41EFD854B8F8}" dt="2024-09-15T12:19:02.193" v="71" actId="20577"/>
        <pc:sldMkLst>
          <pc:docMk/>
          <pc:sldMk cId="46242323" sldId="258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2081798048" sldId="258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2643284777" sldId="259"/>
        </pc:sldMkLst>
      </pc:sldChg>
      <pc:sldChg chg="modSp new mod">
        <pc:chgData name="Patrick Merritt" userId="b92c223c-8880-48c6-9b0c-d25ee1bca468" providerId="ADAL" clId="{F1BB5505-4C9A-4EC7-86DE-41EFD854B8F8}" dt="2024-09-15T12:21:41.042" v="409" actId="20577"/>
        <pc:sldMkLst>
          <pc:docMk/>
          <pc:sldMk cId="2648245939" sldId="259"/>
        </pc:sldMkLst>
      </pc:sldChg>
      <pc:sldChg chg="addSp delSp modSp new mod modClrScheme chgLayout">
        <pc:chgData name="Patrick Merritt" userId="b92c223c-8880-48c6-9b0c-d25ee1bca468" providerId="ADAL" clId="{F1BB5505-4C9A-4EC7-86DE-41EFD854B8F8}" dt="2024-09-15T12:28:57.078" v="764" actId="20577"/>
        <pc:sldMkLst>
          <pc:docMk/>
          <pc:sldMk cId="388867105" sldId="260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2153999841" sldId="260"/>
        </pc:sldMkLst>
      </pc:sldChg>
      <pc:sldChg chg="addSp delSp modSp new mod modClrScheme chgLayout">
        <pc:chgData name="Patrick Merritt" userId="b92c223c-8880-48c6-9b0c-d25ee1bca468" providerId="ADAL" clId="{F1BB5505-4C9A-4EC7-86DE-41EFD854B8F8}" dt="2024-09-15T12:34:39.083" v="1096" actId="20577"/>
        <pc:sldMkLst>
          <pc:docMk/>
          <pc:sldMk cId="260157542" sldId="261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1521548385" sldId="261"/>
        </pc:sldMkLst>
      </pc:sldChg>
      <pc:sldChg chg="modSp new mod">
        <pc:chgData name="Patrick Merritt" userId="b92c223c-8880-48c6-9b0c-d25ee1bca468" providerId="ADAL" clId="{F1BB5505-4C9A-4EC7-86DE-41EFD854B8F8}" dt="2024-09-15T12:36:38.706" v="1448" actId="20577"/>
        <pc:sldMkLst>
          <pc:docMk/>
          <pc:sldMk cId="1089327717" sldId="262"/>
        </pc:sldMkLst>
      </pc:sldChg>
      <pc:sldChg chg="new del ord">
        <pc:chgData name="Patrick Merritt" userId="b92c223c-8880-48c6-9b0c-d25ee1bca468" providerId="ADAL" clId="{F1BB5505-4C9A-4EC7-86DE-41EFD854B8F8}" dt="2024-09-15T12:30:17.631" v="844" actId="47"/>
        <pc:sldMkLst>
          <pc:docMk/>
          <pc:sldMk cId="2414345814" sldId="262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3642388207" sldId="262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1902923686" sldId="263"/>
        </pc:sldMkLst>
      </pc:sldChg>
      <pc:sldChg chg="modSp new mod">
        <pc:chgData name="Patrick Merritt" userId="b92c223c-8880-48c6-9b0c-d25ee1bca468" providerId="ADAL" clId="{F1BB5505-4C9A-4EC7-86DE-41EFD854B8F8}" dt="2024-09-15T12:37:12.778" v="1533" actId="20577"/>
        <pc:sldMkLst>
          <pc:docMk/>
          <pc:sldMk cId="4018784516" sldId="263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1632783477" sldId="264"/>
        </pc:sldMkLst>
      </pc:sldChg>
      <pc:sldChg chg="modSp add mod">
        <pc:chgData name="Patrick Merritt" userId="b92c223c-8880-48c6-9b0c-d25ee1bca468" providerId="ADAL" clId="{F1BB5505-4C9A-4EC7-86DE-41EFD854B8F8}" dt="2024-09-15T12:37:39.059" v="1547" actId="207"/>
        <pc:sldMkLst>
          <pc:docMk/>
          <pc:sldMk cId="2446147249" sldId="264"/>
        </pc:sldMkLst>
      </pc:sldChg>
      <pc:sldChg chg="modSp add mod">
        <pc:chgData name="Patrick Merritt" userId="b92c223c-8880-48c6-9b0c-d25ee1bca468" providerId="ADAL" clId="{F1BB5505-4C9A-4EC7-86DE-41EFD854B8F8}" dt="2024-09-15T12:39:57.138" v="2018" actId="20577"/>
        <pc:sldMkLst>
          <pc:docMk/>
          <pc:sldMk cId="2857973167" sldId="265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3115540011" sldId="265"/>
        </pc:sldMkLst>
      </pc:sldChg>
      <pc:sldChg chg="new del">
        <pc:chgData name="Patrick Merritt" userId="b92c223c-8880-48c6-9b0c-d25ee1bca468" providerId="ADAL" clId="{F1BB5505-4C9A-4EC7-86DE-41EFD854B8F8}" dt="2024-09-15T12:37:44.166" v="1549" actId="47"/>
        <pc:sldMkLst>
          <pc:docMk/>
          <pc:sldMk cId="3463496588" sldId="265"/>
        </pc:sldMkLst>
      </pc:sldChg>
      <pc:sldChg chg="new del">
        <pc:chgData name="Patrick Merritt" userId="b92c223c-8880-48c6-9b0c-d25ee1bca468" providerId="ADAL" clId="{F1BB5505-4C9A-4EC7-86DE-41EFD854B8F8}" dt="2024-09-15T12:37:47.944" v="1551" actId="47"/>
        <pc:sldMkLst>
          <pc:docMk/>
          <pc:sldMk cId="3512387394" sldId="265"/>
        </pc:sldMkLst>
      </pc:sldChg>
      <pc:sldChg chg="addSp delSp modSp new mod ord modClrScheme chgLayout">
        <pc:chgData name="Patrick Merritt" userId="b92c223c-8880-48c6-9b0c-d25ee1bca468" providerId="ADAL" clId="{F1BB5505-4C9A-4EC7-86DE-41EFD854B8F8}" dt="2024-09-15T12:41:30.085" v="2026" actId="1076"/>
        <pc:sldMkLst>
          <pc:docMk/>
          <pc:sldMk cId="416306400" sldId="266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651173371" sldId="266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1942241606" sldId="267"/>
        </pc:sldMkLst>
      </pc:sldChg>
      <pc:sldChg chg="addSp modSp new">
        <pc:chgData name="Patrick Merritt" userId="b92c223c-8880-48c6-9b0c-d25ee1bca468" providerId="ADAL" clId="{F1BB5505-4C9A-4EC7-86DE-41EFD854B8F8}" dt="2024-09-15T12:42:00.920" v="2031" actId="1076"/>
        <pc:sldMkLst>
          <pc:docMk/>
          <pc:sldMk cId="2812103937" sldId="267"/>
        </pc:sldMkLst>
      </pc:sldChg>
      <pc:sldChg chg="addSp modSp new">
        <pc:chgData name="Patrick Merritt" userId="b92c223c-8880-48c6-9b0c-d25ee1bca468" providerId="ADAL" clId="{F1BB5505-4C9A-4EC7-86DE-41EFD854B8F8}" dt="2024-09-15T12:42:44.744" v="2036" actId="1076"/>
        <pc:sldMkLst>
          <pc:docMk/>
          <pc:sldMk cId="3230562751" sldId="268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3950319171" sldId="268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1372205005" sldId="269"/>
        </pc:sldMkLst>
      </pc:sldChg>
      <pc:sldChg chg="addSp modSp new">
        <pc:chgData name="Patrick Merritt" userId="b92c223c-8880-48c6-9b0c-d25ee1bca468" providerId="ADAL" clId="{F1BB5505-4C9A-4EC7-86DE-41EFD854B8F8}" dt="2024-09-15T12:43:13.905" v="2041" actId="1076"/>
        <pc:sldMkLst>
          <pc:docMk/>
          <pc:sldMk cId="1644957450" sldId="269"/>
        </pc:sldMkLst>
      </pc:sldChg>
      <pc:sldChg chg="addSp modSp new">
        <pc:chgData name="Patrick Merritt" userId="b92c223c-8880-48c6-9b0c-d25ee1bca468" providerId="ADAL" clId="{F1BB5505-4C9A-4EC7-86DE-41EFD854B8F8}" dt="2024-09-15T12:44:18.495" v="2043"/>
        <pc:sldMkLst>
          <pc:docMk/>
          <pc:sldMk cId="2490433693" sldId="270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3808613249" sldId="270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708840307" sldId="271"/>
        </pc:sldMkLst>
      </pc:sldChg>
      <pc:sldChg chg="addSp modSp new">
        <pc:chgData name="Patrick Merritt" userId="b92c223c-8880-48c6-9b0c-d25ee1bca468" providerId="ADAL" clId="{F1BB5505-4C9A-4EC7-86DE-41EFD854B8F8}" dt="2024-09-15T12:44:27.031" v="2045"/>
        <pc:sldMkLst>
          <pc:docMk/>
          <pc:sldMk cId="2518663768" sldId="271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948560593" sldId="272"/>
        </pc:sldMkLst>
      </pc:sldChg>
      <pc:sldChg chg="new del">
        <pc:chgData name="Patrick Merritt" userId="b92c223c-8880-48c6-9b0c-d25ee1bca468" providerId="ADAL" clId="{F1BB5505-4C9A-4EC7-86DE-41EFD854B8F8}" dt="2024-09-15T12:44:46.158" v="2048" actId="47"/>
        <pc:sldMkLst>
          <pc:docMk/>
          <pc:sldMk cId="2470043693" sldId="272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158568247" sldId="273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2753529972" sldId="274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473278988" sldId="275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2887096211" sldId="276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2421416547" sldId="277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1371180618" sldId="278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2381582549" sldId="280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2676798621" sldId="281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2236418525" sldId="283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3186834786" sldId="284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1741208071" sldId="286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3800465981" sldId="287"/>
        </pc:sldMkLst>
      </pc:sldChg>
      <pc:sldChg chg="del">
        <pc:chgData name="Patrick Merritt" userId="b92c223c-8880-48c6-9b0c-d25ee1bca468" providerId="ADAL" clId="{F1BB5505-4C9A-4EC7-86DE-41EFD854B8F8}" dt="2024-09-15T12:17:34.513" v="2" actId="47"/>
        <pc:sldMkLst>
          <pc:docMk/>
          <pc:sldMk cId="1002173286" sldId="288"/>
        </pc:sldMkLst>
      </pc:sldChg>
      <pc:sldChg chg="add setBg">
        <pc:chgData name="Patrick Merritt" userId="b92c223c-8880-48c6-9b0c-d25ee1bca468" providerId="ADAL" clId="{F1BB5505-4C9A-4EC7-86DE-41EFD854B8F8}" dt="2024-09-15T12:44:44.314" v="2047"/>
        <pc:sldMkLst>
          <pc:docMk/>
          <pc:sldMk cId="1307113388" sldId="324"/>
        </pc:sldMkLst>
      </pc:sldChg>
      <pc:sldChg chg="add setBg">
        <pc:chgData name="Patrick Merritt" userId="b92c223c-8880-48c6-9b0c-d25ee1bca468" providerId="ADAL" clId="{F1BB5505-4C9A-4EC7-86DE-41EFD854B8F8}" dt="2024-09-15T12:44:44.314" v="2047"/>
        <pc:sldMkLst>
          <pc:docMk/>
          <pc:sldMk cId="3662487895" sldId="325"/>
        </pc:sldMkLst>
      </pc:sldChg>
      <pc:sldChg chg="modSp new mod">
        <pc:chgData name="Patrick Merritt" userId="b92c223c-8880-48c6-9b0c-d25ee1bca468" providerId="ADAL" clId="{F1BB5505-4C9A-4EC7-86DE-41EFD854B8F8}" dt="2024-09-15T12:53:47.045" v="2310" actId="313"/>
        <pc:sldMkLst>
          <pc:docMk/>
          <pc:sldMk cId="1955289497" sldId="326"/>
        </pc:sldMkLst>
      </pc:sldChg>
      <pc:sldChg chg="addSp delSp modSp new mod modClrScheme modAnim chgLayout">
        <pc:chgData name="Patrick Merritt" userId="b92c223c-8880-48c6-9b0c-d25ee1bca468" providerId="ADAL" clId="{F1BB5505-4C9A-4EC7-86DE-41EFD854B8F8}" dt="2024-09-15T12:53:35.667" v="2309"/>
        <pc:sldMkLst>
          <pc:docMk/>
          <pc:sldMk cId="3707838747" sldId="327"/>
        </pc:sldMkLst>
      </pc:sldChg>
      <pc:sldChg chg="addSp delSp modSp new mod">
        <pc:chgData name="Patrick Merritt" userId="b92c223c-8880-48c6-9b0c-d25ee1bca468" providerId="ADAL" clId="{F1BB5505-4C9A-4EC7-86DE-41EFD854B8F8}" dt="2024-09-15T12:55:02.458" v="2344" actId="207"/>
        <pc:sldMkLst>
          <pc:docMk/>
          <pc:sldMk cId="724421886" sldId="328"/>
        </pc:sldMkLst>
      </pc:sldChg>
      <pc:sldChg chg="addSp delSp modSp new mod">
        <pc:chgData name="Patrick Merritt" userId="b92c223c-8880-48c6-9b0c-d25ee1bca468" providerId="ADAL" clId="{F1BB5505-4C9A-4EC7-86DE-41EFD854B8F8}" dt="2024-09-15T12:56:33.237" v="2395" actId="1076"/>
        <pc:sldMkLst>
          <pc:docMk/>
          <pc:sldMk cId="3709438690" sldId="329"/>
        </pc:sldMkLst>
      </pc:sldChg>
      <pc:sldChg chg="addSp delSp modSp new mod">
        <pc:chgData name="Patrick Merritt" userId="b92c223c-8880-48c6-9b0c-d25ee1bca468" providerId="ADAL" clId="{F1BB5505-4C9A-4EC7-86DE-41EFD854B8F8}" dt="2024-09-15T12:56:47.370" v="2421" actId="20577"/>
        <pc:sldMkLst>
          <pc:docMk/>
          <pc:sldMk cId="1422887737" sldId="330"/>
        </pc:sldMkLst>
      </pc:sldChg>
      <pc:sldChg chg="addSp delSp modSp new mod">
        <pc:chgData name="Patrick Merritt" userId="b92c223c-8880-48c6-9b0c-d25ee1bca468" providerId="ADAL" clId="{F1BB5505-4C9A-4EC7-86DE-41EFD854B8F8}" dt="2024-09-15T12:58:05.443" v="2436" actId="22"/>
        <pc:sldMkLst>
          <pc:docMk/>
          <pc:sldMk cId="2422338787" sldId="331"/>
        </pc:sldMkLst>
      </pc:sldChg>
      <pc:sldChg chg="addSp modSp add mod">
        <pc:chgData name="Patrick Merritt" userId="b92c223c-8880-48c6-9b0c-d25ee1bca468" providerId="ADAL" clId="{F1BB5505-4C9A-4EC7-86DE-41EFD854B8F8}" dt="2024-09-15T12:58:34.285" v="2455" actId="5793"/>
        <pc:sldMkLst>
          <pc:docMk/>
          <pc:sldMk cId="2927313181" sldId="332"/>
        </pc:sldMkLst>
      </pc:sldChg>
      <pc:sldChg chg="addSp delSp modSp new mod">
        <pc:chgData name="Patrick Merritt" userId="b92c223c-8880-48c6-9b0c-d25ee1bca468" providerId="ADAL" clId="{F1BB5505-4C9A-4EC7-86DE-41EFD854B8F8}" dt="2024-09-15T12:59:24.791" v="2475" actId="22"/>
        <pc:sldMkLst>
          <pc:docMk/>
          <pc:sldMk cId="2575478432" sldId="333"/>
        </pc:sldMkLst>
      </pc:sldChg>
      <pc:sldChg chg="modSp new mod">
        <pc:chgData name="Patrick Merritt" userId="b92c223c-8880-48c6-9b0c-d25ee1bca468" providerId="ADAL" clId="{F1BB5505-4C9A-4EC7-86DE-41EFD854B8F8}" dt="2024-09-15T13:04:02.312" v="2910" actId="20577"/>
        <pc:sldMkLst>
          <pc:docMk/>
          <pc:sldMk cId="787939706" sldId="334"/>
        </pc:sldMkLst>
      </pc:sldChg>
      <pc:sldChg chg="addSp delSp modSp new mod">
        <pc:chgData name="Patrick Merritt" userId="b92c223c-8880-48c6-9b0c-d25ee1bca468" providerId="ADAL" clId="{F1BB5505-4C9A-4EC7-86DE-41EFD854B8F8}" dt="2024-09-15T13:06:15.299" v="2944" actId="20577"/>
        <pc:sldMkLst>
          <pc:docMk/>
          <pc:sldMk cId="3875669439" sldId="335"/>
        </pc:sldMkLst>
      </pc:sldChg>
      <pc:sldChg chg="addSp delSp modSp new mod chgLayout">
        <pc:chgData name="Patrick Merritt" userId="b92c223c-8880-48c6-9b0c-d25ee1bca468" providerId="ADAL" clId="{F1BB5505-4C9A-4EC7-86DE-41EFD854B8F8}" dt="2024-09-15T13:18:22.875" v="2974" actId="20577"/>
        <pc:sldMkLst>
          <pc:docMk/>
          <pc:sldMk cId="2651853090" sldId="336"/>
        </pc:sldMkLst>
      </pc:sldChg>
      <pc:sldChg chg="addSp delSp modSp new mod">
        <pc:chgData name="Patrick Merritt" userId="b92c223c-8880-48c6-9b0c-d25ee1bca468" providerId="ADAL" clId="{F1BB5505-4C9A-4EC7-86DE-41EFD854B8F8}" dt="2024-09-15T13:21:46.026" v="3021" actId="20577"/>
        <pc:sldMkLst>
          <pc:docMk/>
          <pc:sldMk cId="731809977" sldId="337"/>
        </pc:sldMkLst>
      </pc:sldChg>
      <pc:sldChg chg="modSp new mod">
        <pc:chgData name="Patrick Merritt" userId="b92c223c-8880-48c6-9b0c-d25ee1bca468" providerId="ADAL" clId="{F1BB5505-4C9A-4EC7-86DE-41EFD854B8F8}" dt="2024-09-15T13:23:56.706" v="3415" actId="20577"/>
        <pc:sldMkLst>
          <pc:docMk/>
          <pc:sldMk cId="2564796546" sldId="338"/>
        </pc:sldMkLst>
      </pc:sldChg>
      <pc:sldChg chg="modSp new mod">
        <pc:chgData name="Patrick Merritt" userId="b92c223c-8880-48c6-9b0c-d25ee1bca468" providerId="ADAL" clId="{F1BB5505-4C9A-4EC7-86DE-41EFD854B8F8}" dt="2024-09-15T13:33:16.033" v="3886" actId="20577"/>
        <pc:sldMkLst>
          <pc:docMk/>
          <pc:sldMk cId="4105099718" sldId="339"/>
        </pc:sldMkLst>
      </pc:sldChg>
      <pc:sldChg chg="addSp delSp modSp new mod modClrScheme chgLayout">
        <pc:chgData name="Patrick Merritt" userId="b92c223c-8880-48c6-9b0c-d25ee1bca468" providerId="ADAL" clId="{F1BB5505-4C9A-4EC7-86DE-41EFD854B8F8}" dt="2024-09-15T13:29:21.936" v="3604" actId="20577"/>
        <pc:sldMkLst>
          <pc:docMk/>
          <pc:sldMk cId="4065160579" sldId="340"/>
        </pc:sldMkLst>
      </pc:sldChg>
      <pc:sldChg chg="addSp modSp add mod">
        <pc:chgData name="Patrick Merritt" userId="b92c223c-8880-48c6-9b0c-d25ee1bca468" providerId="ADAL" clId="{F1BB5505-4C9A-4EC7-86DE-41EFD854B8F8}" dt="2024-09-15T13:31:25.600" v="3656" actId="5793"/>
        <pc:sldMkLst>
          <pc:docMk/>
          <pc:sldMk cId="1113094226" sldId="341"/>
        </pc:sldMkLst>
      </pc:sldChg>
      <pc:sldChg chg="addSp modSp add mod">
        <pc:chgData name="Patrick Merritt" userId="b92c223c-8880-48c6-9b0c-d25ee1bca468" providerId="ADAL" clId="{F1BB5505-4C9A-4EC7-86DE-41EFD854B8F8}" dt="2024-09-15T13:32:06.550" v="3706" actId="20577"/>
        <pc:sldMkLst>
          <pc:docMk/>
          <pc:sldMk cId="1979081947" sldId="342"/>
        </pc:sldMkLst>
      </pc:sldChg>
    </pc:docChg>
  </pc:docChgLst>
  <pc:docChgLst>
    <pc:chgData name="Patrick Merritt" userId="b92c223c-8880-48c6-9b0c-d25ee1bca468" providerId="ADAL" clId="{DC770E9A-1F59-49FA-ADC7-B13DBCBACBF6}"/>
    <pc:docChg chg="custSel modSld">
      <pc:chgData name="Patrick Merritt" userId="b92c223c-8880-48c6-9b0c-d25ee1bca468" providerId="ADAL" clId="{DC770E9A-1F59-49FA-ADC7-B13DBCBACBF6}" dt="2024-03-11T16:49:07.977" v="28" actId="313"/>
      <pc:docMkLst>
        <pc:docMk/>
      </pc:docMkLst>
      <pc:sldChg chg="modSp mod">
        <pc:chgData name="Patrick Merritt" userId="b92c223c-8880-48c6-9b0c-d25ee1bca468" providerId="ADAL" clId="{DC770E9A-1F59-49FA-ADC7-B13DBCBACBF6}" dt="2024-03-11T16:49:07.977" v="28" actId="313"/>
        <pc:sldMkLst>
          <pc:docMk/>
          <pc:sldMk cId="4144405205" sldId="258"/>
        </pc:sldMkLst>
      </pc:sldChg>
    </pc:docChg>
  </pc:docChgLst>
  <pc:docChgLst>
    <pc:chgData name="Patrick Merritt" userId="b92c223c-8880-48c6-9b0c-d25ee1bca468" providerId="ADAL" clId="{F20C7CCD-F387-4FDD-B084-D7B6D2439E2F}"/>
    <pc:docChg chg="undo custSel addSld delSld modSld">
      <pc:chgData name="Patrick Merritt" userId="b92c223c-8880-48c6-9b0c-d25ee1bca468" providerId="ADAL" clId="{F20C7CCD-F387-4FDD-B084-D7B6D2439E2F}" dt="2024-09-26T11:22:03.513" v="9122" actId="20577"/>
      <pc:docMkLst>
        <pc:docMk/>
      </pc:docMkLst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46242323" sldId="258"/>
        </pc:sldMkLst>
      </pc:sldChg>
      <pc:sldChg chg="addSp delSp modSp new mod modClrScheme chgLayout">
        <pc:chgData name="Patrick Merritt" userId="b92c223c-8880-48c6-9b0c-d25ee1bca468" providerId="ADAL" clId="{F20C7CCD-F387-4FDD-B084-D7B6D2439E2F}" dt="2024-09-26T08:52:32.179" v="34" actId="20577"/>
        <pc:sldMkLst>
          <pc:docMk/>
          <pc:sldMk cId="1398592841" sldId="258"/>
        </pc:sldMkLst>
      </pc:sldChg>
      <pc:sldChg chg="addSp delSp modSp new mod modClrScheme chgLayout">
        <pc:chgData name="Patrick Merritt" userId="b92c223c-8880-48c6-9b0c-d25ee1bca468" providerId="ADAL" clId="{F20C7CCD-F387-4FDD-B084-D7B6D2439E2F}" dt="2024-09-26T08:56:19.779" v="68" actId="14100"/>
        <pc:sldMkLst>
          <pc:docMk/>
          <pc:sldMk cId="1309040141" sldId="259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2648245939" sldId="259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388867105" sldId="260"/>
        </pc:sldMkLst>
      </pc:sldChg>
      <pc:sldChg chg="addSp modSp add mod">
        <pc:chgData name="Patrick Merritt" userId="b92c223c-8880-48c6-9b0c-d25ee1bca468" providerId="ADAL" clId="{F20C7CCD-F387-4FDD-B084-D7B6D2439E2F}" dt="2024-09-26T08:58:42.369" v="84" actId="15"/>
        <pc:sldMkLst>
          <pc:docMk/>
          <pc:sldMk cId="2445809562" sldId="260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260157542" sldId="261"/>
        </pc:sldMkLst>
      </pc:sldChg>
      <pc:sldChg chg="addSp delSp modSp new mod modClrScheme modAnim chgLayout">
        <pc:chgData name="Patrick Merritt" userId="b92c223c-8880-48c6-9b0c-d25ee1bca468" providerId="ADAL" clId="{F20C7CCD-F387-4FDD-B084-D7B6D2439E2F}" dt="2024-09-26T09:09:24.441" v="647" actId="15"/>
        <pc:sldMkLst>
          <pc:docMk/>
          <pc:sldMk cId="2657044425" sldId="261"/>
        </pc:sldMkLst>
      </pc:sldChg>
      <pc:sldChg chg="modSp new mod">
        <pc:chgData name="Patrick Merritt" userId="b92c223c-8880-48c6-9b0c-d25ee1bca468" providerId="ADAL" clId="{F20C7CCD-F387-4FDD-B084-D7B6D2439E2F}" dt="2024-09-26T09:12:46.486" v="1051" actId="20577"/>
        <pc:sldMkLst>
          <pc:docMk/>
          <pc:sldMk cId="67644557" sldId="262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1089327717" sldId="262"/>
        </pc:sldMkLst>
      </pc:sldChg>
      <pc:sldChg chg="modSp new mod">
        <pc:chgData name="Patrick Merritt" userId="b92c223c-8880-48c6-9b0c-d25ee1bca468" providerId="ADAL" clId="{F20C7CCD-F387-4FDD-B084-D7B6D2439E2F}" dt="2024-09-26T09:17:42.994" v="1728" actId="33524"/>
        <pc:sldMkLst>
          <pc:docMk/>
          <pc:sldMk cId="3184832772" sldId="263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4018784516" sldId="263"/>
        </pc:sldMkLst>
      </pc:sldChg>
      <pc:sldChg chg="modSp new mod">
        <pc:chgData name="Patrick Merritt" userId="b92c223c-8880-48c6-9b0c-d25ee1bca468" providerId="ADAL" clId="{F20C7CCD-F387-4FDD-B084-D7B6D2439E2F}" dt="2024-09-26T09:22:07.084" v="2359" actId="20577"/>
        <pc:sldMkLst>
          <pc:docMk/>
          <pc:sldMk cId="1160263561" sldId="264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2446147249" sldId="264"/>
        </pc:sldMkLst>
      </pc:sldChg>
      <pc:sldChg chg="modSp new mod">
        <pc:chgData name="Patrick Merritt" userId="b92c223c-8880-48c6-9b0c-d25ee1bca468" providerId="ADAL" clId="{F20C7CCD-F387-4FDD-B084-D7B6D2439E2F}" dt="2024-09-26T09:24:58.273" v="2780" actId="20577"/>
        <pc:sldMkLst>
          <pc:docMk/>
          <pc:sldMk cId="1460791423" sldId="265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2857973167" sldId="265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416306400" sldId="266"/>
        </pc:sldMkLst>
      </pc:sldChg>
      <pc:sldChg chg="modSp new mod">
        <pc:chgData name="Patrick Merritt" userId="b92c223c-8880-48c6-9b0c-d25ee1bca468" providerId="ADAL" clId="{F20C7CCD-F387-4FDD-B084-D7B6D2439E2F}" dt="2024-09-26T09:34:56.335" v="3073" actId="20577"/>
        <pc:sldMkLst>
          <pc:docMk/>
          <pc:sldMk cId="457442609" sldId="266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2812103937" sldId="267"/>
        </pc:sldMkLst>
      </pc:sldChg>
      <pc:sldChg chg="modSp new mod">
        <pc:chgData name="Patrick Merritt" userId="b92c223c-8880-48c6-9b0c-d25ee1bca468" providerId="ADAL" clId="{F20C7CCD-F387-4FDD-B084-D7B6D2439E2F}" dt="2024-09-26T09:38:44.554" v="3586" actId="20577"/>
        <pc:sldMkLst>
          <pc:docMk/>
          <pc:sldMk cId="4261240213" sldId="267"/>
        </pc:sldMkLst>
      </pc:sldChg>
      <pc:sldChg chg="modSp new mod">
        <pc:chgData name="Patrick Merritt" userId="b92c223c-8880-48c6-9b0c-d25ee1bca468" providerId="ADAL" clId="{F20C7CCD-F387-4FDD-B084-D7B6D2439E2F}" dt="2024-09-26T09:45:23.100" v="4290" actId="5793"/>
        <pc:sldMkLst>
          <pc:docMk/>
          <pc:sldMk cId="1756813002" sldId="268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3230562751" sldId="268"/>
        </pc:sldMkLst>
      </pc:sldChg>
      <pc:sldChg chg="addSp delSp modSp new del mod modClrScheme modAnim chgLayout">
        <pc:chgData name="Patrick Merritt" userId="b92c223c-8880-48c6-9b0c-d25ee1bca468" providerId="ADAL" clId="{F20C7CCD-F387-4FDD-B084-D7B6D2439E2F}" dt="2024-09-26T09:52:03.527" v="4336" actId="47"/>
        <pc:sldMkLst>
          <pc:docMk/>
          <pc:sldMk cId="14368617" sldId="269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1644957450" sldId="269"/>
        </pc:sldMkLst>
      </pc:sldChg>
      <pc:sldChg chg="addSp modSp new mod modClrScheme chgLayout">
        <pc:chgData name="Patrick Merritt" userId="b92c223c-8880-48c6-9b0c-d25ee1bca468" providerId="ADAL" clId="{F20C7CCD-F387-4FDD-B084-D7B6D2439E2F}" dt="2024-09-26T10:06:02.450" v="4806" actId="20577"/>
        <pc:sldMkLst>
          <pc:docMk/>
          <pc:sldMk cId="539388752" sldId="270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2490433693" sldId="270"/>
        </pc:sldMkLst>
      </pc:sldChg>
      <pc:sldChg chg="addSp delSp modSp new mod modClrScheme delAnim modAnim chgLayout">
        <pc:chgData name="Patrick Merritt" userId="b92c223c-8880-48c6-9b0c-d25ee1bca468" providerId="ADAL" clId="{F20C7CCD-F387-4FDD-B084-D7B6D2439E2F}" dt="2024-09-26T10:02:19.426" v="4761"/>
        <pc:sldMkLst>
          <pc:docMk/>
          <pc:sldMk cId="201316364" sldId="271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2518663768" sldId="271"/>
        </pc:sldMkLst>
      </pc:sldChg>
      <pc:sldChg chg="addSp delSp modSp new mod modAnim">
        <pc:chgData name="Patrick Merritt" userId="b92c223c-8880-48c6-9b0c-d25ee1bca468" providerId="ADAL" clId="{F20C7CCD-F387-4FDD-B084-D7B6D2439E2F}" dt="2024-09-26T10:04:23.409" v="4765"/>
        <pc:sldMkLst>
          <pc:docMk/>
          <pc:sldMk cId="3712171492" sldId="272"/>
        </pc:sldMkLst>
      </pc:sldChg>
      <pc:sldChg chg="addSp delSp modSp new mod modClrScheme modAnim chgLayout">
        <pc:chgData name="Patrick Merritt" userId="b92c223c-8880-48c6-9b0c-d25ee1bca468" providerId="ADAL" clId="{F20C7CCD-F387-4FDD-B084-D7B6D2439E2F}" dt="2024-09-26T10:45:33.240" v="4811"/>
        <pc:sldMkLst>
          <pc:docMk/>
          <pc:sldMk cId="437497965" sldId="273"/>
        </pc:sldMkLst>
      </pc:sldChg>
      <pc:sldChg chg="addSp modSp new mod modClrScheme chgLayout">
        <pc:chgData name="Patrick Merritt" userId="b92c223c-8880-48c6-9b0c-d25ee1bca468" providerId="ADAL" clId="{F20C7CCD-F387-4FDD-B084-D7B6D2439E2F}" dt="2024-09-26T10:52:54.713" v="5059" actId="20577"/>
        <pc:sldMkLst>
          <pc:docMk/>
          <pc:sldMk cId="1156965970" sldId="274"/>
        </pc:sldMkLst>
      </pc:sldChg>
      <pc:sldChg chg="modSp new mod">
        <pc:chgData name="Patrick Merritt" userId="b92c223c-8880-48c6-9b0c-d25ee1bca468" providerId="ADAL" clId="{F20C7CCD-F387-4FDD-B084-D7B6D2439E2F}" dt="2024-09-26T10:58:05.060" v="5825" actId="20577"/>
        <pc:sldMkLst>
          <pc:docMk/>
          <pc:sldMk cId="3225259746" sldId="275"/>
        </pc:sldMkLst>
      </pc:sldChg>
      <pc:sldChg chg="addSp modSp new mod modClrScheme chgLayout">
        <pc:chgData name="Patrick Merritt" userId="b92c223c-8880-48c6-9b0c-d25ee1bca468" providerId="ADAL" clId="{F20C7CCD-F387-4FDD-B084-D7B6D2439E2F}" dt="2024-09-26T11:03:11.419" v="6167" actId="20577"/>
        <pc:sldMkLst>
          <pc:docMk/>
          <pc:sldMk cId="681636710" sldId="276"/>
        </pc:sldMkLst>
      </pc:sldChg>
      <pc:sldChg chg="modSp new mod">
        <pc:chgData name="Patrick Merritt" userId="b92c223c-8880-48c6-9b0c-d25ee1bca468" providerId="ADAL" clId="{F20C7CCD-F387-4FDD-B084-D7B6D2439E2F}" dt="2024-09-26T11:05:49.067" v="6504" actId="20577"/>
        <pc:sldMkLst>
          <pc:docMk/>
          <pc:sldMk cId="3746882016" sldId="277"/>
        </pc:sldMkLst>
      </pc:sldChg>
      <pc:sldChg chg="modSp new mod">
        <pc:chgData name="Patrick Merritt" userId="b92c223c-8880-48c6-9b0c-d25ee1bca468" providerId="ADAL" clId="{F20C7CCD-F387-4FDD-B084-D7B6D2439E2F}" dt="2024-09-26T11:07:42.323" v="6731" actId="20577"/>
        <pc:sldMkLst>
          <pc:docMk/>
          <pc:sldMk cId="4167471716" sldId="278"/>
        </pc:sldMkLst>
      </pc:sldChg>
      <pc:sldChg chg="modSp new mod">
        <pc:chgData name="Patrick Merritt" userId="b92c223c-8880-48c6-9b0c-d25ee1bca468" providerId="ADAL" clId="{F20C7CCD-F387-4FDD-B084-D7B6D2439E2F}" dt="2024-09-26T11:09:24.377" v="7038" actId="20577"/>
        <pc:sldMkLst>
          <pc:docMk/>
          <pc:sldMk cId="816486468" sldId="279"/>
        </pc:sldMkLst>
      </pc:sldChg>
      <pc:sldChg chg="modSp new mod">
        <pc:chgData name="Patrick Merritt" userId="b92c223c-8880-48c6-9b0c-d25ee1bca468" providerId="ADAL" clId="{F20C7CCD-F387-4FDD-B084-D7B6D2439E2F}" dt="2024-09-26T11:11:31.024" v="7330" actId="20577"/>
        <pc:sldMkLst>
          <pc:docMk/>
          <pc:sldMk cId="3162056694" sldId="280"/>
        </pc:sldMkLst>
      </pc:sldChg>
      <pc:sldChg chg="modSp new mod">
        <pc:chgData name="Patrick Merritt" userId="b92c223c-8880-48c6-9b0c-d25ee1bca468" providerId="ADAL" clId="{F20C7CCD-F387-4FDD-B084-D7B6D2439E2F}" dt="2024-09-26T11:12:54.778" v="7575" actId="20577"/>
        <pc:sldMkLst>
          <pc:docMk/>
          <pc:sldMk cId="2330940955" sldId="281"/>
        </pc:sldMkLst>
      </pc:sldChg>
      <pc:sldChg chg="modSp new mod">
        <pc:chgData name="Patrick Merritt" userId="b92c223c-8880-48c6-9b0c-d25ee1bca468" providerId="ADAL" clId="{F20C7CCD-F387-4FDD-B084-D7B6D2439E2F}" dt="2024-09-26T11:14:38.218" v="7956" actId="20577"/>
        <pc:sldMkLst>
          <pc:docMk/>
          <pc:sldMk cId="2190977619" sldId="282"/>
        </pc:sldMkLst>
      </pc:sldChg>
      <pc:sldChg chg="modSp new mod">
        <pc:chgData name="Patrick Merritt" userId="b92c223c-8880-48c6-9b0c-d25ee1bca468" providerId="ADAL" clId="{F20C7CCD-F387-4FDD-B084-D7B6D2439E2F}" dt="2024-09-26T11:17:24.337" v="8369" actId="33524"/>
        <pc:sldMkLst>
          <pc:docMk/>
          <pc:sldMk cId="115782311" sldId="283"/>
        </pc:sldMkLst>
      </pc:sldChg>
      <pc:sldChg chg="modSp new mod">
        <pc:chgData name="Patrick Merritt" userId="b92c223c-8880-48c6-9b0c-d25ee1bca468" providerId="ADAL" clId="{F20C7CCD-F387-4FDD-B084-D7B6D2439E2F}" dt="2024-09-26T11:18:43.138" v="8623" actId="20577"/>
        <pc:sldMkLst>
          <pc:docMk/>
          <pc:sldMk cId="1699937664" sldId="284"/>
        </pc:sldMkLst>
      </pc:sldChg>
      <pc:sldChg chg="modSp new mod">
        <pc:chgData name="Patrick Merritt" userId="b92c223c-8880-48c6-9b0c-d25ee1bca468" providerId="ADAL" clId="{F20C7CCD-F387-4FDD-B084-D7B6D2439E2F}" dt="2024-09-26T11:20:45.545" v="8924" actId="20577"/>
        <pc:sldMkLst>
          <pc:docMk/>
          <pc:sldMk cId="288533857" sldId="285"/>
        </pc:sldMkLst>
      </pc:sldChg>
      <pc:sldChg chg="modSp new mod">
        <pc:chgData name="Patrick Merritt" userId="b92c223c-8880-48c6-9b0c-d25ee1bca468" providerId="ADAL" clId="{F20C7CCD-F387-4FDD-B084-D7B6D2439E2F}" dt="2024-09-26T11:22:03.513" v="9122" actId="20577"/>
        <pc:sldMkLst>
          <pc:docMk/>
          <pc:sldMk cId="2387649602" sldId="286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1307113388" sldId="324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3662487895" sldId="325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1955289497" sldId="326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3707838747" sldId="327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724421886" sldId="328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3709438690" sldId="329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1422887737" sldId="330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2422338787" sldId="331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2927313181" sldId="332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2575478432" sldId="333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787939706" sldId="334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3875669439" sldId="335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2651853090" sldId="336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731809977" sldId="337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2564796546" sldId="338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4105099718" sldId="339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4065160579" sldId="340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1113094226" sldId="341"/>
        </pc:sldMkLst>
      </pc:sldChg>
      <pc:sldChg chg="del">
        <pc:chgData name="Patrick Merritt" userId="b92c223c-8880-48c6-9b0c-d25ee1bca468" providerId="ADAL" clId="{F20C7CCD-F387-4FDD-B084-D7B6D2439E2F}" dt="2024-09-26T08:52:19.693" v="20" actId="47"/>
        <pc:sldMkLst>
          <pc:docMk/>
          <pc:sldMk cId="1979081947" sldId="342"/>
        </pc:sldMkLst>
      </pc:sldChg>
    </pc:docChg>
  </pc:docChgLst>
  <pc:docChgLst>
    <pc:chgData name="Patrick Merritt" userId="b92c223c-8880-48c6-9b0c-d25ee1bca468" providerId="ADAL" clId="{BA0A3C5B-A03E-45EE-BF6F-7C38A8F5AFA7}"/>
    <pc:docChg chg="addSld modSld">
      <pc:chgData name="Patrick Merritt" userId="b92c223c-8880-48c6-9b0c-d25ee1bca468" providerId="ADAL" clId="{BA0A3C5B-A03E-45EE-BF6F-7C38A8F5AFA7}" dt="2025-01-06T11:03:37.719" v="25" actId="5793"/>
      <pc:docMkLst>
        <pc:docMk/>
      </pc:docMkLst>
      <pc:sldChg chg="modSp mod">
        <pc:chgData name="Patrick Merritt" userId="b92c223c-8880-48c6-9b0c-d25ee1bca468" providerId="ADAL" clId="{BA0A3C5B-A03E-45EE-BF6F-7C38A8F5AFA7}" dt="2025-01-06T11:03:37.719" v="25" actId="5793"/>
        <pc:sldMkLst>
          <pc:docMk/>
          <pc:sldMk cId="3643226764" sldId="258"/>
        </pc:sldMkLst>
      </pc:sldChg>
      <pc:sldChg chg="modSp add mod">
        <pc:chgData name="Patrick Merritt" userId="b92c223c-8880-48c6-9b0c-d25ee1bca468" providerId="ADAL" clId="{BA0A3C5B-A03E-45EE-BF6F-7C38A8F5AFA7}" dt="2025-01-06T11:03:28.893" v="23" actId="20577"/>
        <pc:sldMkLst>
          <pc:docMk/>
          <pc:sldMk cId="941387353" sldId="288"/>
        </pc:sldMkLst>
      </pc:sldChg>
    </pc:docChg>
  </pc:docChgLst>
  <pc:docChgLst>
    <pc:chgData name="Patrick Merritt" userId="b92c223c-8880-48c6-9b0c-d25ee1bca468" providerId="ADAL" clId="{2867F41B-BDCC-4786-B7C9-EB43B10B8C4E}"/>
    <pc:docChg chg="undo custSel addSld delSld modSld sldOrd">
      <pc:chgData name="Patrick Merritt" userId="b92c223c-8880-48c6-9b0c-d25ee1bca468" providerId="ADAL" clId="{2867F41B-BDCC-4786-B7C9-EB43B10B8C4E}" dt="2024-10-03T12:23:48.010" v="6657" actId="47"/>
      <pc:docMkLst>
        <pc:docMk/>
      </pc:docMkLst>
      <pc:sldChg chg="modSp mod">
        <pc:chgData name="Patrick Merritt" userId="b92c223c-8880-48c6-9b0c-d25ee1bca468" providerId="ADAL" clId="{2867F41B-BDCC-4786-B7C9-EB43B10B8C4E}" dt="2024-10-03T09:02:28" v="26" actId="20577"/>
        <pc:sldMkLst>
          <pc:docMk/>
          <pc:sldMk cId="357346659" sldId="256"/>
        </pc:sldMkLst>
      </pc:sldChg>
      <pc:sldChg chg="modSp mod">
        <pc:chgData name="Patrick Merritt" userId="b92c223c-8880-48c6-9b0c-d25ee1bca468" providerId="ADAL" clId="{2867F41B-BDCC-4786-B7C9-EB43B10B8C4E}" dt="2024-10-03T09:02:56.938" v="107" actId="20577"/>
        <pc:sldMkLst>
          <pc:docMk/>
          <pc:sldMk cId="1398592841" sldId="258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1309040141" sldId="259"/>
        </pc:sldMkLst>
      </pc:sldChg>
      <pc:sldChg chg="addSp delSp modSp new mod modClrScheme chgLayout">
        <pc:chgData name="Patrick Merritt" userId="b92c223c-8880-48c6-9b0c-d25ee1bca468" providerId="ADAL" clId="{2867F41B-BDCC-4786-B7C9-EB43B10B8C4E}" dt="2024-10-03T09:06:14.244" v="416" actId="20577"/>
        <pc:sldMkLst>
          <pc:docMk/>
          <pc:sldMk cId="3069208015" sldId="259"/>
        </pc:sldMkLst>
      </pc:sldChg>
      <pc:sldChg chg="modSp new mod ord">
        <pc:chgData name="Patrick Merritt" userId="b92c223c-8880-48c6-9b0c-d25ee1bca468" providerId="ADAL" clId="{2867F41B-BDCC-4786-B7C9-EB43B10B8C4E}" dt="2024-10-03T09:14:00.981" v="960"/>
        <pc:sldMkLst>
          <pc:docMk/>
          <pc:sldMk cId="466479415" sldId="260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2445809562" sldId="260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2657044425" sldId="261"/>
        </pc:sldMkLst>
      </pc:sldChg>
      <pc:sldChg chg="modSp new mod">
        <pc:chgData name="Patrick Merritt" userId="b92c223c-8880-48c6-9b0c-d25ee1bca468" providerId="ADAL" clId="{2867F41B-BDCC-4786-B7C9-EB43B10B8C4E}" dt="2024-10-03T09:13:55.258" v="958" actId="20577"/>
        <pc:sldMkLst>
          <pc:docMk/>
          <pc:sldMk cId="3170495832" sldId="261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67644557" sldId="262"/>
        </pc:sldMkLst>
      </pc:sldChg>
      <pc:sldChg chg="addSp delSp modSp new mod modClrScheme chgLayout">
        <pc:chgData name="Patrick Merritt" userId="b92c223c-8880-48c6-9b0c-d25ee1bca468" providerId="ADAL" clId="{2867F41B-BDCC-4786-B7C9-EB43B10B8C4E}" dt="2024-10-03T09:21:45.445" v="1285" actId="1076"/>
        <pc:sldMkLst>
          <pc:docMk/>
          <pc:sldMk cId="2369821580" sldId="262"/>
        </pc:sldMkLst>
      </pc:sldChg>
      <pc:sldChg chg="addSp delSp modSp new mod">
        <pc:chgData name="Patrick Merritt" userId="b92c223c-8880-48c6-9b0c-d25ee1bca468" providerId="ADAL" clId="{2867F41B-BDCC-4786-B7C9-EB43B10B8C4E}" dt="2024-10-03T09:29:14.103" v="1454" actId="1076"/>
        <pc:sldMkLst>
          <pc:docMk/>
          <pc:sldMk cId="738292188" sldId="263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3184832772" sldId="263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1160263561" sldId="264"/>
        </pc:sldMkLst>
      </pc:sldChg>
      <pc:sldChg chg="addSp delSp modSp new mod">
        <pc:chgData name="Patrick Merritt" userId="b92c223c-8880-48c6-9b0c-d25ee1bca468" providerId="ADAL" clId="{2867F41B-BDCC-4786-B7C9-EB43B10B8C4E}" dt="2024-10-03T09:34:31.623" v="1602"/>
        <pc:sldMkLst>
          <pc:docMk/>
          <pc:sldMk cId="2424071913" sldId="264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1460791423" sldId="265"/>
        </pc:sldMkLst>
      </pc:sldChg>
      <pc:sldChg chg="addSp modSp new mod">
        <pc:chgData name="Patrick Merritt" userId="b92c223c-8880-48c6-9b0c-d25ee1bca468" providerId="ADAL" clId="{2867F41B-BDCC-4786-B7C9-EB43B10B8C4E}" dt="2024-10-03T09:55:01.641" v="1946" actId="20577"/>
        <pc:sldMkLst>
          <pc:docMk/>
          <pc:sldMk cId="2239329461" sldId="265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457442609" sldId="266"/>
        </pc:sldMkLst>
      </pc:sldChg>
      <pc:sldChg chg="addSp delSp modSp new mod">
        <pc:chgData name="Patrick Merritt" userId="b92c223c-8880-48c6-9b0c-d25ee1bca468" providerId="ADAL" clId="{2867F41B-BDCC-4786-B7C9-EB43B10B8C4E}" dt="2024-10-03T10:00:14.975" v="2201" actId="20577"/>
        <pc:sldMkLst>
          <pc:docMk/>
          <pc:sldMk cId="3733965366" sldId="266"/>
        </pc:sldMkLst>
      </pc:sldChg>
      <pc:sldChg chg="modSp new del mod">
        <pc:chgData name="Patrick Merritt" userId="b92c223c-8880-48c6-9b0c-d25ee1bca468" providerId="ADAL" clId="{2867F41B-BDCC-4786-B7C9-EB43B10B8C4E}" dt="2024-10-03T10:02:08.420" v="2210" actId="47"/>
        <pc:sldMkLst>
          <pc:docMk/>
          <pc:sldMk cId="428031534" sldId="267"/>
        </pc:sldMkLst>
      </pc:sldChg>
      <pc:sldChg chg="addSp delSp modSp new mod modClrScheme chgLayout">
        <pc:chgData name="Patrick Merritt" userId="b92c223c-8880-48c6-9b0c-d25ee1bca468" providerId="ADAL" clId="{2867F41B-BDCC-4786-B7C9-EB43B10B8C4E}" dt="2024-10-03T10:09:12.186" v="2351" actId="20577"/>
        <pc:sldMkLst>
          <pc:docMk/>
          <pc:sldMk cId="2950226605" sldId="267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4261240213" sldId="267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1756813002" sldId="268"/>
        </pc:sldMkLst>
      </pc:sldChg>
      <pc:sldChg chg="modSp new mod">
        <pc:chgData name="Patrick Merritt" userId="b92c223c-8880-48c6-9b0c-d25ee1bca468" providerId="ADAL" clId="{2867F41B-BDCC-4786-B7C9-EB43B10B8C4E}" dt="2024-10-03T10:14:41.075" v="2880" actId="20577"/>
        <pc:sldMkLst>
          <pc:docMk/>
          <pc:sldMk cId="3857240944" sldId="268"/>
        </pc:sldMkLst>
      </pc:sldChg>
      <pc:sldChg chg="modSp new mod">
        <pc:chgData name="Patrick Merritt" userId="b92c223c-8880-48c6-9b0c-d25ee1bca468" providerId="ADAL" clId="{2867F41B-BDCC-4786-B7C9-EB43B10B8C4E}" dt="2024-10-03T10:32:52.315" v="3081" actId="20577"/>
        <pc:sldMkLst>
          <pc:docMk/>
          <pc:sldMk cId="3271112337" sldId="269"/>
        </pc:sldMkLst>
      </pc:sldChg>
      <pc:sldChg chg="modSp new mod">
        <pc:chgData name="Patrick Merritt" userId="b92c223c-8880-48c6-9b0c-d25ee1bca468" providerId="ADAL" clId="{2867F41B-BDCC-4786-B7C9-EB43B10B8C4E}" dt="2024-10-03T10:42:36.152" v="3369" actId="20577"/>
        <pc:sldMkLst>
          <pc:docMk/>
          <pc:sldMk cId="429024910" sldId="270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539388752" sldId="270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201316364" sldId="271"/>
        </pc:sldMkLst>
      </pc:sldChg>
      <pc:sldChg chg="modSp new mod">
        <pc:chgData name="Patrick Merritt" userId="b92c223c-8880-48c6-9b0c-d25ee1bca468" providerId="ADAL" clId="{2867F41B-BDCC-4786-B7C9-EB43B10B8C4E}" dt="2024-10-03T10:46:59.089" v="3891" actId="20577"/>
        <pc:sldMkLst>
          <pc:docMk/>
          <pc:sldMk cId="3808552154" sldId="271"/>
        </pc:sldMkLst>
      </pc:sldChg>
      <pc:sldChg chg="addSp delSp new mod modClrScheme chgLayout">
        <pc:chgData name="Patrick Merritt" userId="b92c223c-8880-48c6-9b0c-d25ee1bca468" providerId="ADAL" clId="{2867F41B-BDCC-4786-B7C9-EB43B10B8C4E}" dt="2024-10-03T10:48:17.807" v="3895" actId="700"/>
        <pc:sldMkLst>
          <pc:docMk/>
          <pc:sldMk cId="2483547321" sldId="272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3712171492" sldId="272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437497965" sldId="273"/>
        </pc:sldMkLst>
      </pc:sldChg>
      <pc:sldChg chg="addSp delSp modSp new del mod modClrScheme chgLayout">
        <pc:chgData name="Patrick Merritt" userId="b92c223c-8880-48c6-9b0c-d25ee1bca468" providerId="ADAL" clId="{2867F41B-BDCC-4786-B7C9-EB43B10B8C4E}" dt="2024-10-03T10:50:43.507" v="4085" actId="47"/>
        <pc:sldMkLst>
          <pc:docMk/>
          <pc:sldMk cId="3264414337" sldId="273"/>
        </pc:sldMkLst>
      </pc:sldChg>
      <pc:sldChg chg="addSp modSp new mod">
        <pc:chgData name="Patrick Merritt" userId="b92c223c-8880-48c6-9b0c-d25ee1bca468" providerId="ADAL" clId="{2867F41B-BDCC-4786-B7C9-EB43B10B8C4E}" dt="2024-10-03T10:52:31.507" v="4160" actId="20577"/>
        <pc:sldMkLst>
          <pc:docMk/>
          <pc:sldMk cId="3767913251" sldId="273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1156965970" sldId="274"/>
        </pc:sldMkLst>
      </pc:sldChg>
      <pc:sldChg chg="modSp add mod">
        <pc:chgData name="Patrick Merritt" userId="b92c223c-8880-48c6-9b0c-d25ee1bca468" providerId="ADAL" clId="{2867F41B-BDCC-4786-B7C9-EB43B10B8C4E}" dt="2024-10-03T10:52:53.870" v="4216" actId="20577"/>
        <pc:sldMkLst>
          <pc:docMk/>
          <pc:sldMk cId="1159574248" sldId="274"/>
        </pc:sldMkLst>
      </pc:sldChg>
      <pc:sldChg chg="modSp add del mod">
        <pc:chgData name="Patrick Merritt" userId="b92c223c-8880-48c6-9b0c-d25ee1bca468" providerId="ADAL" clId="{2867F41B-BDCC-4786-B7C9-EB43B10B8C4E}" dt="2024-10-03T10:50:45.759" v="4086" actId="47"/>
        <pc:sldMkLst>
          <pc:docMk/>
          <pc:sldMk cId="2976756627" sldId="274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3225259746" sldId="275"/>
        </pc:sldMkLst>
      </pc:sldChg>
      <pc:sldChg chg="addSp modSp new mod">
        <pc:chgData name="Patrick Merritt" userId="b92c223c-8880-48c6-9b0c-d25ee1bca468" providerId="ADAL" clId="{2867F41B-BDCC-4786-B7C9-EB43B10B8C4E}" dt="2024-10-03T10:54:36.947" v="4266" actId="33524"/>
        <pc:sldMkLst>
          <pc:docMk/>
          <pc:sldMk cId="3555157688" sldId="275"/>
        </pc:sldMkLst>
      </pc:sldChg>
      <pc:sldChg chg="new del">
        <pc:chgData name="Patrick Merritt" userId="b92c223c-8880-48c6-9b0c-d25ee1bca468" providerId="ADAL" clId="{2867F41B-BDCC-4786-B7C9-EB43B10B8C4E}" dt="2024-10-03T10:56:30.608" v="4269" actId="47"/>
        <pc:sldMkLst>
          <pc:docMk/>
          <pc:sldMk cId="138433593" sldId="276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681636710" sldId="276"/>
        </pc:sldMkLst>
      </pc:sldChg>
      <pc:sldChg chg="addSp modSp new mod">
        <pc:chgData name="Patrick Merritt" userId="b92c223c-8880-48c6-9b0c-d25ee1bca468" providerId="ADAL" clId="{2867F41B-BDCC-4786-B7C9-EB43B10B8C4E}" dt="2024-10-03T10:58:21.694" v="4488" actId="20577"/>
        <pc:sldMkLst>
          <pc:docMk/>
          <pc:sldMk cId="3509675672" sldId="277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3746882016" sldId="277"/>
        </pc:sldMkLst>
      </pc:sldChg>
      <pc:sldChg chg="addSp delSp modSp new mod modClrScheme chgLayout">
        <pc:chgData name="Patrick Merritt" userId="b92c223c-8880-48c6-9b0c-d25ee1bca468" providerId="ADAL" clId="{2867F41B-BDCC-4786-B7C9-EB43B10B8C4E}" dt="2024-10-03T11:03:57.450" v="4862" actId="14100"/>
        <pc:sldMkLst>
          <pc:docMk/>
          <pc:sldMk cId="1729810838" sldId="278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4167471716" sldId="278"/>
        </pc:sldMkLst>
      </pc:sldChg>
      <pc:sldChg chg="addSp delSp modSp add mod">
        <pc:chgData name="Patrick Merritt" userId="b92c223c-8880-48c6-9b0c-d25ee1bca468" providerId="ADAL" clId="{2867F41B-BDCC-4786-B7C9-EB43B10B8C4E}" dt="2024-10-03T11:10:28.235" v="5108" actId="20577"/>
        <pc:sldMkLst>
          <pc:docMk/>
          <pc:sldMk cId="58415026" sldId="279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816486468" sldId="279"/>
        </pc:sldMkLst>
      </pc:sldChg>
      <pc:sldChg chg="addSp delSp modSp add mod ord">
        <pc:chgData name="Patrick Merritt" userId="b92c223c-8880-48c6-9b0c-d25ee1bca468" providerId="ADAL" clId="{2867F41B-BDCC-4786-B7C9-EB43B10B8C4E}" dt="2024-10-03T11:11:11.489" v="5156" actId="1076"/>
        <pc:sldMkLst>
          <pc:docMk/>
          <pc:sldMk cId="941237210" sldId="280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3162056694" sldId="280"/>
        </pc:sldMkLst>
      </pc:sldChg>
      <pc:sldChg chg="modSp add mod">
        <pc:chgData name="Patrick Merritt" userId="b92c223c-8880-48c6-9b0c-d25ee1bca468" providerId="ADAL" clId="{2867F41B-BDCC-4786-B7C9-EB43B10B8C4E}" dt="2024-10-03T11:11:30.379" v="5211" actId="5793"/>
        <pc:sldMkLst>
          <pc:docMk/>
          <pc:sldMk cId="2006192712" sldId="281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2330940955" sldId="281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2190977619" sldId="282"/>
        </pc:sldMkLst>
      </pc:sldChg>
      <pc:sldChg chg="new del">
        <pc:chgData name="Patrick Merritt" userId="b92c223c-8880-48c6-9b0c-d25ee1bca468" providerId="ADAL" clId="{2867F41B-BDCC-4786-B7C9-EB43B10B8C4E}" dt="2024-10-03T11:11:38.433" v="5214" actId="47"/>
        <pc:sldMkLst>
          <pc:docMk/>
          <pc:sldMk cId="4075925722" sldId="282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115782311" sldId="283"/>
        </pc:sldMkLst>
      </pc:sldChg>
      <pc:sldChg chg="addSp delSp modSp add mod">
        <pc:chgData name="Patrick Merritt" userId="b92c223c-8880-48c6-9b0c-d25ee1bca468" providerId="ADAL" clId="{2867F41B-BDCC-4786-B7C9-EB43B10B8C4E}" dt="2024-10-03T11:12:20.013" v="5254" actId="20577"/>
        <pc:sldMkLst>
          <pc:docMk/>
          <pc:sldMk cId="710965597" sldId="283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1699937664" sldId="284"/>
        </pc:sldMkLst>
      </pc:sldChg>
      <pc:sldChg chg="new del">
        <pc:chgData name="Patrick Merritt" userId="b92c223c-8880-48c6-9b0c-d25ee1bca468" providerId="ADAL" clId="{2867F41B-BDCC-4786-B7C9-EB43B10B8C4E}" dt="2024-10-03T11:12:33.303" v="5257" actId="47"/>
        <pc:sldMkLst>
          <pc:docMk/>
          <pc:sldMk cId="1765740716" sldId="284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288533857" sldId="285"/>
        </pc:sldMkLst>
      </pc:sldChg>
      <pc:sldChg chg="addSp delSp modSp add mod">
        <pc:chgData name="Patrick Merritt" userId="b92c223c-8880-48c6-9b0c-d25ee1bca468" providerId="ADAL" clId="{2867F41B-BDCC-4786-B7C9-EB43B10B8C4E}" dt="2024-10-03T11:13:16.022" v="5284" actId="5793"/>
        <pc:sldMkLst>
          <pc:docMk/>
          <pc:sldMk cId="3909542010" sldId="285"/>
        </pc:sldMkLst>
      </pc:sldChg>
      <pc:sldChg chg="del">
        <pc:chgData name="Patrick Merritt" userId="b92c223c-8880-48c6-9b0c-d25ee1bca468" providerId="ADAL" clId="{2867F41B-BDCC-4786-B7C9-EB43B10B8C4E}" dt="2024-10-03T09:02:06.299" v="0" actId="47"/>
        <pc:sldMkLst>
          <pc:docMk/>
          <pc:sldMk cId="2387649602" sldId="286"/>
        </pc:sldMkLst>
      </pc:sldChg>
      <pc:sldChg chg="addSp modSp new mod">
        <pc:chgData name="Patrick Merritt" userId="b92c223c-8880-48c6-9b0c-d25ee1bca468" providerId="ADAL" clId="{2867F41B-BDCC-4786-B7C9-EB43B10B8C4E}" dt="2024-10-03T11:16:59.098" v="5378" actId="1076"/>
        <pc:sldMkLst>
          <pc:docMk/>
          <pc:sldMk cId="3244693972" sldId="286"/>
        </pc:sldMkLst>
      </pc:sldChg>
      <pc:sldChg chg="addSp modSp new mod">
        <pc:chgData name="Patrick Merritt" userId="b92c223c-8880-48c6-9b0c-d25ee1bca468" providerId="ADAL" clId="{2867F41B-BDCC-4786-B7C9-EB43B10B8C4E}" dt="2024-10-03T11:22:37.856" v="5442" actId="20577"/>
        <pc:sldMkLst>
          <pc:docMk/>
          <pc:sldMk cId="3472564505" sldId="287"/>
        </pc:sldMkLst>
      </pc:sldChg>
      <pc:sldChg chg="addSp delSp modSp add mod">
        <pc:chgData name="Patrick Merritt" userId="b92c223c-8880-48c6-9b0c-d25ee1bca468" providerId="ADAL" clId="{2867F41B-BDCC-4786-B7C9-EB43B10B8C4E}" dt="2024-10-03T11:24:48.762" v="5595" actId="20577"/>
        <pc:sldMkLst>
          <pc:docMk/>
          <pc:sldMk cId="832291781" sldId="288"/>
        </pc:sldMkLst>
      </pc:sldChg>
      <pc:sldChg chg="modSp add mod">
        <pc:chgData name="Patrick Merritt" userId="b92c223c-8880-48c6-9b0c-d25ee1bca468" providerId="ADAL" clId="{2867F41B-BDCC-4786-B7C9-EB43B10B8C4E}" dt="2024-10-03T11:25:52.018" v="5826" actId="5793"/>
        <pc:sldMkLst>
          <pc:docMk/>
          <pc:sldMk cId="4294809072" sldId="289"/>
        </pc:sldMkLst>
      </pc:sldChg>
      <pc:sldChg chg="addSp delSp modSp new mod modClrScheme chgLayout">
        <pc:chgData name="Patrick Merritt" userId="b92c223c-8880-48c6-9b0c-d25ee1bca468" providerId="ADAL" clId="{2867F41B-BDCC-4786-B7C9-EB43B10B8C4E}" dt="2024-10-03T11:28:46.794" v="6098" actId="313"/>
        <pc:sldMkLst>
          <pc:docMk/>
          <pc:sldMk cId="897327063" sldId="290"/>
        </pc:sldMkLst>
      </pc:sldChg>
      <pc:sldChg chg="addSp delSp modSp new mod modClrScheme chgLayout">
        <pc:chgData name="Patrick Merritt" userId="b92c223c-8880-48c6-9b0c-d25ee1bca468" providerId="ADAL" clId="{2867F41B-BDCC-4786-B7C9-EB43B10B8C4E}" dt="2024-10-03T11:35:57.859" v="6181" actId="14100"/>
        <pc:sldMkLst>
          <pc:docMk/>
          <pc:sldMk cId="556211457" sldId="291"/>
        </pc:sldMkLst>
      </pc:sldChg>
      <pc:sldChg chg="addSp delSp modSp add mod modClrScheme chgLayout">
        <pc:chgData name="Patrick Merritt" userId="b92c223c-8880-48c6-9b0c-d25ee1bca468" providerId="ADAL" clId="{2867F41B-BDCC-4786-B7C9-EB43B10B8C4E}" dt="2024-10-03T11:35:45.664" v="6176" actId="20577"/>
        <pc:sldMkLst>
          <pc:docMk/>
          <pc:sldMk cId="1518095858" sldId="292"/>
        </pc:sldMkLst>
      </pc:sldChg>
      <pc:sldChg chg="addSp delSp modSp new mod modClrScheme chgLayout">
        <pc:chgData name="Patrick Merritt" userId="b92c223c-8880-48c6-9b0c-d25ee1bca468" providerId="ADAL" clId="{2867F41B-BDCC-4786-B7C9-EB43B10B8C4E}" dt="2024-10-03T11:37:31.937" v="6334" actId="255"/>
        <pc:sldMkLst>
          <pc:docMk/>
          <pc:sldMk cId="3445034878" sldId="293"/>
        </pc:sldMkLst>
      </pc:sldChg>
      <pc:sldChg chg="new del">
        <pc:chgData name="Patrick Merritt" userId="b92c223c-8880-48c6-9b0c-d25ee1bca468" providerId="ADAL" clId="{2867F41B-BDCC-4786-B7C9-EB43B10B8C4E}" dt="2024-10-03T11:43:17.416" v="6369" actId="47"/>
        <pc:sldMkLst>
          <pc:docMk/>
          <pc:sldMk cId="1087061740" sldId="294"/>
        </pc:sldMkLst>
      </pc:sldChg>
      <pc:sldChg chg="modSp add mod ord">
        <pc:chgData name="Patrick Merritt" userId="b92c223c-8880-48c6-9b0c-d25ee1bca468" providerId="ADAL" clId="{2867F41B-BDCC-4786-B7C9-EB43B10B8C4E}" dt="2024-10-03T11:43:24.334" v="6371" actId="313"/>
        <pc:sldMkLst>
          <pc:docMk/>
          <pc:sldMk cId="2631709704" sldId="295"/>
        </pc:sldMkLst>
      </pc:sldChg>
      <pc:sldChg chg="addSp delSp modSp add mod">
        <pc:chgData name="Patrick Merritt" userId="b92c223c-8880-48c6-9b0c-d25ee1bca468" providerId="ADAL" clId="{2867F41B-BDCC-4786-B7C9-EB43B10B8C4E}" dt="2024-10-03T11:45:49.227" v="6533" actId="207"/>
        <pc:sldMkLst>
          <pc:docMk/>
          <pc:sldMk cId="3503101568" sldId="296"/>
        </pc:sldMkLst>
      </pc:sldChg>
      <pc:sldChg chg="addSp modSp new mod">
        <pc:chgData name="Patrick Merritt" userId="b92c223c-8880-48c6-9b0c-d25ee1bca468" providerId="ADAL" clId="{2867F41B-BDCC-4786-B7C9-EB43B10B8C4E}" dt="2024-10-03T11:46:38.666" v="6559" actId="1076"/>
        <pc:sldMkLst>
          <pc:docMk/>
          <pc:sldMk cId="3092120081" sldId="297"/>
        </pc:sldMkLst>
      </pc:sldChg>
      <pc:sldChg chg="addSp delSp modSp new mod modClrScheme chgLayout">
        <pc:chgData name="Patrick Merritt" userId="b92c223c-8880-48c6-9b0c-d25ee1bca468" providerId="ADAL" clId="{2867F41B-BDCC-4786-B7C9-EB43B10B8C4E}" dt="2024-10-03T11:48:57.366" v="6601" actId="1076"/>
        <pc:sldMkLst>
          <pc:docMk/>
          <pc:sldMk cId="3051056342" sldId="298"/>
        </pc:sldMkLst>
      </pc:sldChg>
      <pc:sldChg chg="addSp delSp modSp new mod modClrScheme chgLayout">
        <pc:chgData name="Patrick Merritt" userId="b92c223c-8880-48c6-9b0c-d25ee1bca468" providerId="ADAL" clId="{2867F41B-BDCC-4786-B7C9-EB43B10B8C4E}" dt="2024-10-03T11:50:41.300" v="6624" actId="1076"/>
        <pc:sldMkLst>
          <pc:docMk/>
          <pc:sldMk cId="1178397040" sldId="299"/>
        </pc:sldMkLst>
      </pc:sldChg>
      <pc:sldChg chg="addSp modSp new mod">
        <pc:chgData name="Patrick Merritt" userId="b92c223c-8880-48c6-9b0c-d25ee1bca468" providerId="ADAL" clId="{2867F41B-BDCC-4786-B7C9-EB43B10B8C4E}" dt="2024-10-03T12:21:59.484" v="6635"/>
        <pc:sldMkLst>
          <pc:docMk/>
          <pc:sldMk cId="1466222727" sldId="300"/>
        </pc:sldMkLst>
      </pc:sldChg>
      <pc:sldChg chg="addSp delSp modSp add mod">
        <pc:chgData name="Patrick Merritt" userId="b92c223c-8880-48c6-9b0c-d25ee1bca468" providerId="ADAL" clId="{2867F41B-BDCC-4786-B7C9-EB43B10B8C4E}" dt="2024-10-03T12:23:39.248" v="6655" actId="1076"/>
        <pc:sldMkLst>
          <pc:docMk/>
          <pc:sldMk cId="400137227" sldId="301"/>
        </pc:sldMkLst>
      </pc:sldChg>
      <pc:sldChg chg="add del">
        <pc:chgData name="Patrick Merritt" userId="b92c223c-8880-48c6-9b0c-d25ee1bca468" providerId="ADAL" clId="{2867F41B-BDCC-4786-B7C9-EB43B10B8C4E}" dt="2024-10-03T12:23:48.010" v="6657" actId="47"/>
        <pc:sldMkLst>
          <pc:docMk/>
          <pc:sldMk cId="2349471442" sldId="302"/>
        </pc:sldMkLst>
      </pc:sldChg>
    </pc:docChg>
  </pc:docChgLst>
  <pc:docChgLst>
    <pc:chgData name="Patrick Merritt" userId="b92c223c-8880-48c6-9b0c-d25ee1bca468" providerId="ADAL" clId="{ADB446A2-1CD1-42FF-8C4C-FE9C8330FA41}"/>
    <pc:docChg chg="undo custSel addSld delSld modSld sldOrd">
      <pc:chgData name="Patrick Merritt" userId="b92c223c-8880-48c6-9b0c-d25ee1bca468" providerId="ADAL" clId="{ADB446A2-1CD1-42FF-8C4C-FE9C8330FA41}" dt="2024-09-14T12:50:37.844" v="6917" actId="47"/>
      <pc:docMkLst>
        <pc:docMk/>
      </pc:docMkLst>
      <pc:sldChg chg="modSp mod">
        <pc:chgData name="Patrick Merritt" userId="b92c223c-8880-48c6-9b0c-d25ee1bca468" providerId="ADAL" clId="{ADB446A2-1CD1-42FF-8C4C-FE9C8330FA41}" dt="2024-09-14T11:13:23.219" v="20" actId="20577"/>
        <pc:sldMkLst>
          <pc:docMk/>
          <pc:sldMk cId="357346659" sldId="256"/>
        </pc:sldMkLst>
      </pc:sldChg>
      <pc:sldChg chg="addSp delSp modSp new mod modClrScheme chgLayout">
        <pc:chgData name="Patrick Merritt" userId="b92c223c-8880-48c6-9b0c-d25ee1bca468" providerId="ADAL" clId="{ADB446A2-1CD1-42FF-8C4C-FE9C8330FA41}" dt="2024-09-14T11:14:13.680" v="62" actId="20577"/>
        <pc:sldMkLst>
          <pc:docMk/>
          <pc:sldMk cId="2081798048" sldId="258"/>
        </pc:sldMkLst>
      </pc:sldChg>
      <pc:sldChg chg="addSp delSp modSp new mod modClrScheme chgLayout">
        <pc:chgData name="Patrick Merritt" userId="b92c223c-8880-48c6-9b0c-d25ee1bca468" providerId="ADAL" clId="{ADB446A2-1CD1-42FF-8C4C-FE9C8330FA41}" dt="2024-09-14T11:17:28.276" v="623" actId="20577"/>
        <pc:sldMkLst>
          <pc:docMk/>
          <pc:sldMk cId="2643284777" sldId="259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3586922221" sldId="259"/>
        </pc:sldMkLst>
      </pc:sldChg>
      <pc:sldChg chg="modSp new mod">
        <pc:chgData name="Patrick Merritt" userId="b92c223c-8880-48c6-9b0c-d25ee1bca468" providerId="ADAL" clId="{ADB446A2-1CD1-42FF-8C4C-FE9C8330FA41}" dt="2024-09-14T11:27:21.409" v="1596" actId="20577"/>
        <pc:sldMkLst>
          <pc:docMk/>
          <pc:sldMk cId="2153999841" sldId="260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3373073726" sldId="260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320753352" sldId="261"/>
        </pc:sldMkLst>
      </pc:sldChg>
      <pc:sldChg chg="addSp delSp modSp new mod modClrScheme chgLayout">
        <pc:chgData name="Patrick Merritt" userId="b92c223c-8880-48c6-9b0c-d25ee1bca468" providerId="ADAL" clId="{ADB446A2-1CD1-42FF-8C4C-FE9C8330FA41}" dt="2024-09-14T11:24:25.008" v="1219" actId="20577"/>
        <pc:sldMkLst>
          <pc:docMk/>
          <pc:sldMk cId="1521548385" sldId="261"/>
        </pc:sldMkLst>
      </pc:sldChg>
      <pc:sldChg chg="addSp delSp modSp new del mod modClrScheme chgLayout">
        <pc:chgData name="Patrick Merritt" userId="b92c223c-8880-48c6-9b0c-d25ee1bca468" providerId="ADAL" clId="{ADB446A2-1CD1-42FF-8C4C-FE9C8330FA41}" dt="2024-09-14T11:21:51.708" v="1140" actId="2696"/>
        <pc:sldMkLst>
          <pc:docMk/>
          <pc:sldMk cId="1163140573" sldId="262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1532601156" sldId="262"/>
        </pc:sldMkLst>
      </pc:sldChg>
      <pc:sldChg chg="modSp new mod">
        <pc:chgData name="Patrick Merritt" userId="b92c223c-8880-48c6-9b0c-d25ee1bca468" providerId="ADAL" clId="{ADB446A2-1CD1-42FF-8C4C-FE9C8330FA41}" dt="2024-09-14T11:26:46.643" v="1585" actId="20577"/>
        <pc:sldMkLst>
          <pc:docMk/>
          <pc:sldMk cId="3642388207" sldId="262"/>
        </pc:sldMkLst>
      </pc:sldChg>
      <pc:sldChg chg="modSp new mod">
        <pc:chgData name="Patrick Merritt" userId="b92c223c-8880-48c6-9b0c-d25ee1bca468" providerId="ADAL" clId="{ADB446A2-1CD1-42FF-8C4C-FE9C8330FA41}" dt="2024-09-14T11:28:35.586" v="1803" actId="20577"/>
        <pc:sldMkLst>
          <pc:docMk/>
          <pc:sldMk cId="1902923686" sldId="263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2424145639" sldId="263"/>
        </pc:sldMkLst>
      </pc:sldChg>
      <pc:sldChg chg="modSp new mod">
        <pc:chgData name="Patrick Merritt" userId="b92c223c-8880-48c6-9b0c-d25ee1bca468" providerId="ADAL" clId="{ADB446A2-1CD1-42FF-8C4C-FE9C8330FA41}" dt="2024-09-14T11:34:09.707" v="2418" actId="20577"/>
        <pc:sldMkLst>
          <pc:docMk/>
          <pc:sldMk cId="1632783477" sldId="264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3298046255" sldId="264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1403949790" sldId="265"/>
        </pc:sldMkLst>
      </pc:sldChg>
      <pc:sldChg chg="modSp add mod">
        <pc:chgData name="Patrick Merritt" userId="b92c223c-8880-48c6-9b0c-d25ee1bca468" providerId="ADAL" clId="{ADB446A2-1CD1-42FF-8C4C-FE9C8330FA41}" dt="2024-09-14T11:35:01.680" v="2422" actId="207"/>
        <pc:sldMkLst>
          <pc:docMk/>
          <pc:sldMk cId="3115540011" sldId="265"/>
        </pc:sldMkLst>
      </pc:sldChg>
      <pc:sldChg chg="modSp new mod">
        <pc:chgData name="Patrick Merritt" userId="b92c223c-8880-48c6-9b0c-d25ee1bca468" providerId="ADAL" clId="{ADB446A2-1CD1-42FF-8C4C-FE9C8330FA41}" dt="2024-09-14T11:41:43.746" v="3324" actId="20577"/>
        <pc:sldMkLst>
          <pc:docMk/>
          <pc:sldMk cId="651173371" sldId="266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2089680596" sldId="266"/>
        </pc:sldMkLst>
      </pc:sldChg>
      <pc:sldChg chg="modSp new mod">
        <pc:chgData name="Patrick Merritt" userId="b92c223c-8880-48c6-9b0c-d25ee1bca468" providerId="ADAL" clId="{ADB446A2-1CD1-42FF-8C4C-FE9C8330FA41}" dt="2024-09-14T11:43:50.457" v="3607" actId="20577"/>
        <pc:sldMkLst>
          <pc:docMk/>
          <pc:sldMk cId="1942241606" sldId="267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3564575342" sldId="268"/>
        </pc:sldMkLst>
      </pc:sldChg>
      <pc:sldChg chg="addSp modSp new mod">
        <pc:chgData name="Patrick Merritt" userId="b92c223c-8880-48c6-9b0c-d25ee1bca468" providerId="ADAL" clId="{ADB446A2-1CD1-42FF-8C4C-FE9C8330FA41}" dt="2024-09-14T11:47:58.435" v="4089" actId="14100"/>
        <pc:sldMkLst>
          <pc:docMk/>
          <pc:sldMk cId="3950319171" sldId="268"/>
        </pc:sldMkLst>
      </pc:sldChg>
      <pc:sldChg chg="addSp modSp add mod">
        <pc:chgData name="Patrick Merritt" userId="b92c223c-8880-48c6-9b0c-d25ee1bca468" providerId="ADAL" clId="{ADB446A2-1CD1-42FF-8C4C-FE9C8330FA41}" dt="2024-09-14T12:07:57.056" v="4352" actId="20577"/>
        <pc:sldMkLst>
          <pc:docMk/>
          <pc:sldMk cId="1372205005" sldId="269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3477603024" sldId="269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223871137" sldId="270"/>
        </pc:sldMkLst>
      </pc:sldChg>
      <pc:sldChg chg="addSp modSp new mod">
        <pc:chgData name="Patrick Merritt" userId="b92c223c-8880-48c6-9b0c-d25ee1bca468" providerId="ADAL" clId="{ADB446A2-1CD1-42FF-8C4C-FE9C8330FA41}" dt="2024-09-14T12:02:21.383" v="4130"/>
        <pc:sldMkLst>
          <pc:docMk/>
          <pc:sldMk cId="3808613249" sldId="270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466035241" sldId="271"/>
        </pc:sldMkLst>
      </pc:sldChg>
      <pc:sldChg chg="modSp add mod">
        <pc:chgData name="Patrick Merritt" userId="b92c223c-8880-48c6-9b0c-d25ee1bca468" providerId="ADAL" clId="{ADB446A2-1CD1-42FF-8C4C-FE9C8330FA41}" dt="2024-09-14T12:03:24.077" v="4299" actId="20577"/>
        <pc:sldMkLst>
          <pc:docMk/>
          <pc:sldMk cId="708840307" sldId="271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328884344" sldId="272"/>
        </pc:sldMkLst>
      </pc:sldChg>
      <pc:sldChg chg="addSp delSp modSp new mod modClrScheme chgLayout">
        <pc:chgData name="Patrick Merritt" userId="b92c223c-8880-48c6-9b0c-d25ee1bca468" providerId="ADAL" clId="{ADB446A2-1CD1-42FF-8C4C-FE9C8330FA41}" dt="2024-09-14T12:07:14.861" v="4343" actId="1076"/>
        <pc:sldMkLst>
          <pc:docMk/>
          <pc:sldMk cId="948560593" sldId="272"/>
        </pc:sldMkLst>
      </pc:sldChg>
      <pc:sldChg chg="addSp modSp new mod modClrScheme chgLayout">
        <pc:chgData name="Patrick Merritt" userId="b92c223c-8880-48c6-9b0c-d25ee1bca468" providerId="ADAL" clId="{ADB446A2-1CD1-42FF-8C4C-FE9C8330FA41}" dt="2024-09-14T12:11:56.819" v="4979" actId="20577"/>
        <pc:sldMkLst>
          <pc:docMk/>
          <pc:sldMk cId="158568247" sldId="273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2635590118" sldId="273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2661336123" sldId="274"/>
        </pc:sldMkLst>
      </pc:sldChg>
      <pc:sldChg chg="delSp add mod ord">
        <pc:chgData name="Patrick Merritt" userId="b92c223c-8880-48c6-9b0c-d25ee1bca468" providerId="ADAL" clId="{ADB446A2-1CD1-42FF-8C4C-FE9C8330FA41}" dt="2024-09-14T12:07:43.296" v="4350" actId="478"/>
        <pc:sldMkLst>
          <pc:docMk/>
          <pc:sldMk cId="2753529972" sldId="274"/>
        </pc:sldMkLst>
      </pc:sldChg>
      <pc:sldChg chg="modSp new mod">
        <pc:chgData name="Patrick Merritt" userId="b92c223c-8880-48c6-9b0c-d25ee1bca468" providerId="ADAL" clId="{ADB446A2-1CD1-42FF-8C4C-FE9C8330FA41}" dt="2024-09-14T12:13:34.648" v="5020"/>
        <pc:sldMkLst>
          <pc:docMk/>
          <pc:sldMk cId="473278988" sldId="275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4163960834" sldId="275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2448776104" sldId="276"/>
        </pc:sldMkLst>
      </pc:sldChg>
      <pc:sldChg chg="modSp new add del mod">
        <pc:chgData name="Patrick Merritt" userId="b92c223c-8880-48c6-9b0c-d25ee1bca468" providerId="ADAL" clId="{ADB446A2-1CD1-42FF-8C4C-FE9C8330FA41}" dt="2024-09-14T12:19:12.492" v="5609" actId="27636"/>
        <pc:sldMkLst>
          <pc:docMk/>
          <pc:sldMk cId="2887096211" sldId="276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2410400711" sldId="277"/>
        </pc:sldMkLst>
      </pc:sldChg>
      <pc:sldChg chg="modSp add mod">
        <pc:chgData name="Patrick Merritt" userId="b92c223c-8880-48c6-9b0c-d25ee1bca468" providerId="ADAL" clId="{ADB446A2-1CD1-42FF-8C4C-FE9C8330FA41}" dt="2024-09-14T12:19:16.299" v="5611" actId="27636"/>
        <pc:sldMkLst>
          <pc:docMk/>
          <pc:sldMk cId="2421416547" sldId="277"/>
        </pc:sldMkLst>
      </pc:sldChg>
      <pc:sldChg chg="add">
        <pc:chgData name="Patrick Merritt" userId="b92c223c-8880-48c6-9b0c-d25ee1bca468" providerId="ADAL" clId="{ADB446A2-1CD1-42FF-8C4C-FE9C8330FA41}" dt="2024-09-14T12:19:09.240" v="5607"/>
        <pc:sldMkLst>
          <pc:docMk/>
          <pc:sldMk cId="1371180618" sldId="278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2038093615" sldId="278"/>
        </pc:sldMkLst>
      </pc:sldChg>
      <pc:sldChg chg="modSp new del mod">
        <pc:chgData name="Patrick Merritt" userId="b92c223c-8880-48c6-9b0c-d25ee1bca468" providerId="ADAL" clId="{ADB446A2-1CD1-42FF-8C4C-FE9C8330FA41}" dt="2024-09-14T12:19:25.360" v="5615" actId="47"/>
        <pc:sldMkLst>
          <pc:docMk/>
          <pc:sldMk cId="538488438" sldId="279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2122404840" sldId="279"/>
        </pc:sldMkLst>
      </pc:sldChg>
      <pc:sldChg chg="modSp add mod">
        <pc:chgData name="Patrick Merritt" userId="b92c223c-8880-48c6-9b0c-d25ee1bca468" providerId="ADAL" clId="{ADB446A2-1CD1-42FF-8C4C-FE9C8330FA41}" dt="2024-09-14T12:19:30.205" v="5616" actId="207"/>
        <pc:sldMkLst>
          <pc:docMk/>
          <pc:sldMk cId="2381582549" sldId="280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3065457481" sldId="280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952005992" sldId="281"/>
        </pc:sldMkLst>
      </pc:sldChg>
      <pc:sldChg chg="modSp new mod">
        <pc:chgData name="Patrick Merritt" userId="b92c223c-8880-48c6-9b0c-d25ee1bca468" providerId="ADAL" clId="{ADB446A2-1CD1-42FF-8C4C-FE9C8330FA41}" dt="2024-09-14T12:34:17.561" v="6142" actId="20577"/>
        <pc:sldMkLst>
          <pc:docMk/>
          <pc:sldMk cId="2676798621" sldId="281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1106483303" sldId="282"/>
        </pc:sldMkLst>
      </pc:sldChg>
      <pc:sldChg chg="addSp delSp modSp new del mod modClrScheme chgLayout">
        <pc:chgData name="Patrick Merritt" userId="b92c223c-8880-48c6-9b0c-d25ee1bca468" providerId="ADAL" clId="{ADB446A2-1CD1-42FF-8C4C-FE9C8330FA41}" dt="2024-09-14T12:33:27.421" v="6052" actId="47"/>
        <pc:sldMkLst>
          <pc:docMk/>
          <pc:sldMk cId="1766596933" sldId="282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368503682" sldId="283"/>
        </pc:sldMkLst>
      </pc:sldChg>
      <pc:sldChg chg="addSp delSp modSp add mod">
        <pc:chgData name="Patrick Merritt" userId="b92c223c-8880-48c6-9b0c-d25ee1bca468" providerId="ADAL" clId="{ADB446A2-1CD1-42FF-8C4C-FE9C8330FA41}" dt="2024-09-14T12:45:03.083" v="6840"/>
        <pc:sldMkLst>
          <pc:docMk/>
          <pc:sldMk cId="2236418525" sldId="283"/>
        </pc:sldMkLst>
      </pc:sldChg>
      <pc:sldChg chg="addSp modSp new mod modClrScheme chgLayout">
        <pc:chgData name="Patrick Merritt" userId="b92c223c-8880-48c6-9b0c-d25ee1bca468" providerId="ADAL" clId="{ADB446A2-1CD1-42FF-8C4C-FE9C8330FA41}" dt="2024-09-14T12:50:34.464" v="6916" actId="20577"/>
        <pc:sldMkLst>
          <pc:docMk/>
          <pc:sldMk cId="3186834786" sldId="284"/>
        </pc:sldMkLst>
      </pc:sldChg>
      <pc:sldChg chg="new del">
        <pc:chgData name="Patrick Merritt" userId="b92c223c-8880-48c6-9b0c-d25ee1bca468" providerId="ADAL" clId="{ADB446A2-1CD1-42FF-8C4C-FE9C8330FA41}" dt="2024-09-14T12:33:32.972" v="6054" actId="47"/>
        <pc:sldMkLst>
          <pc:docMk/>
          <pc:sldMk cId="3326727136" sldId="284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3496431183" sldId="284"/>
        </pc:sldMkLst>
      </pc:sldChg>
      <pc:sldChg chg="modSp new del mod">
        <pc:chgData name="Patrick Merritt" userId="b92c223c-8880-48c6-9b0c-d25ee1bca468" providerId="ADAL" clId="{ADB446A2-1CD1-42FF-8C4C-FE9C8330FA41}" dt="2024-09-14T12:50:37.844" v="6917" actId="47"/>
        <pc:sldMkLst>
          <pc:docMk/>
          <pc:sldMk cId="3210887495" sldId="285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3310120066" sldId="285"/>
        </pc:sldMkLst>
      </pc:sldChg>
      <pc:sldChg chg="del">
        <pc:chgData name="Patrick Merritt" userId="b92c223c-8880-48c6-9b0c-d25ee1bca468" providerId="ADAL" clId="{ADB446A2-1CD1-42FF-8C4C-FE9C8330FA41}" dt="2024-09-14T11:13:30.737" v="21" actId="47"/>
        <pc:sldMkLst>
          <pc:docMk/>
          <pc:sldMk cId="9190372" sldId="286"/>
        </pc:sldMkLst>
      </pc:sldChg>
      <pc:sldChg chg="addSp delSp modSp new mod modClrScheme chgLayout">
        <pc:chgData name="Patrick Merritt" userId="b92c223c-8880-48c6-9b0c-d25ee1bca468" providerId="ADAL" clId="{ADB446A2-1CD1-42FF-8C4C-FE9C8330FA41}" dt="2024-09-14T12:46:49.406" v="6860" actId="1076"/>
        <pc:sldMkLst>
          <pc:docMk/>
          <pc:sldMk cId="1741208071" sldId="286"/>
        </pc:sldMkLst>
      </pc:sldChg>
      <pc:sldChg chg="addSp delSp modSp add mod">
        <pc:chgData name="Patrick Merritt" userId="b92c223c-8880-48c6-9b0c-d25ee1bca468" providerId="ADAL" clId="{ADB446A2-1CD1-42FF-8C4C-FE9C8330FA41}" dt="2024-09-14T12:47:31.548" v="6868" actId="207"/>
        <pc:sldMkLst>
          <pc:docMk/>
          <pc:sldMk cId="3800465981" sldId="287"/>
        </pc:sldMkLst>
      </pc:sldChg>
      <pc:sldChg chg="delSp modSp add mod">
        <pc:chgData name="Patrick Merritt" userId="b92c223c-8880-48c6-9b0c-d25ee1bca468" providerId="ADAL" clId="{ADB446A2-1CD1-42FF-8C4C-FE9C8330FA41}" dt="2024-09-14T12:48:33.278" v="6881" actId="478"/>
        <pc:sldMkLst>
          <pc:docMk/>
          <pc:sldMk cId="1002173286" sldId="288"/>
        </pc:sldMkLst>
      </pc:sldChg>
    </pc:docChg>
  </pc:docChgLst>
  <pc:docChgLst>
    <pc:chgData name="Patrick Merritt" userId="b92c223c-8880-48c6-9b0c-d25ee1bca468" providerId="ADAL" clId="{57BF9AB4-9F69-4414-AE07-AA66995556B1}"/>
    <pc:docChg chg="undo redo custSel addSld delSld modSld sldOrd">
      <pc:chgData name="Patrick Merritt" userId="b92c223c-8880-48c6-9b0c-d25ee1bca468" providerId="ADAL" clId="{57BF9AB4-9F69-4414-AE07-AA66995556B1}" dt="2025-01-28T14:15:07.381" v="5308" actId="20577"/>
      <pc:docMkLst>
        <pc:docMk/>
      </pc:docMkLst>
      <pc:sldChg chg="modSp mod">
        <pc:chgData name="Patrick Merritt" userId="b92c223c-8880-48c6-9b0c-d25ee1bca468" providerId="ADAL" clId="{57BF9AB4-9F69-4414-AE07-AA66995556B1}" dt="2025-01-28T14:15:07.381" v="5308" actId="20577"/>
        <pc:sldMkLst>
          <pc:docMk/>
          <pc:sldMk cId="357346659" sldId="256"/>
        </pc:sldMkLst>
        <pc:spChg chg="mod">
          <ac:chgData name="Patrick Merritt" userId="b92c223c-8880-48c6-9b0c-d25ee1bca468" providerId="ADAL" clId="{57BF9AB4-9F69-4414-AE07-AA66995556B1}" dt="2025-01-28T14:15:07.381" v="5308" actId="20577"/>
          <ac:spMkLst>
            <pc:docMk/>
            <pc:sldMk cId="357346659" sldId="256"/>
            <ac:spMk id="2" creationId="{B2975A7C-D54D-05E0-876F-826FC221EA09}"/>
          </ac:spMkLst>
        </pc:spChg>
      </pc:sldChg>
      <pc:sldChg chg="modSp mod">
        <pc:chgData name="Patrick Merritt" userId="b92c223c-8880-48c6-9b0c-d25ee1bca468" providerId="ADAL" clId="{57BF9AB4-9F69-4414-AE07-AA66995556B1}" dt="2025-01-28T10:51:59.912" v="32" actId="20577"/>
        <pc:sldMkLst>
          <pc:docMk/>
          <pc:sldMk cId="580719803" sldId="257"/>
        </pc:sldMkLst>
        <pc:spChg chg="mod">
          <ac:chgData name="Patrick Merritt" userId="b92c223c-8880-48c6-9b0c-d25ee1bca468" providerId="ADAL" clId="{57BF9AB4-9F69-4414-AE07-AA66995556B1}" dt="2025-01-28T10:51:59.912" v="32" actId="20577"/>
          <ac:spMkLst>
            <pc:docMk/>
            <pc:sldMk cId="580719803" sldId="257"/>
            <ac:spMk id="3" creationId="{F61C640D-DD62-D9DE-4EB6-0E4F5238402D}"/>
          </ac:spMkLst>
        </pc:spChg>
      </pc:sldChg>
      <pc:sldChg chg="addSp modSp new mod">
        <pc:chgData name="Patrick Merritt" userId="b92c223c-8880-48c6-9b0c-d25ee1bca468" providerId="ADAL" clId="{57BF9AB4-9F69-4414-AE07-AA66995556B1}" dt="2025-01-28T10:55:11.753" v="65" actId="1076"/>
        <pc:sldMkLst>
          <pc:docMk/>
          <pc:sldMk cId="2777818891" sldId="258"/>
        </pc:sldMkLst>
        <pc:spChg chg="mod">
          <ac:chgData name="Patrick Merritt" userId="b92c223c-8880-48c6-9b0c-d25ee1bca468" providerId="ADAL" clId="{57BF9AB4-9F69-4414-AE07-AA66995556B1}" dt="2025-01-28T10:52:16.984" v="49" actId="20577"/>
          <ac:spMkLst>
            <pc:docMk/>
            <pc:sldMk cId="2777818891" sldId="258"/>
            <ac:spMk id="2" creationId="{68FE5C6D-CEDA-5B3F-4F79-6AEB4BB3A7EB}"/>
          </ac:spMkLst>
        </pc:spChg>
        <pc:spChg chg="mod">
          <ac:chgData name="Patrick Merritt" userId="b92c223c-8880-48c6-9b0c-d25ee1bca468" providerId="ADAL" clId="{57BF9AB4-9F69-4414-AE07-AA66995556B1}" dt="2025-01-28T10:52:24.780" v="62" actId="20577"/>
          <ac:spMkLst>
            <pc:docMk/>
            <pc:sldMk cId="2777818891" sldId="258"/>
            <ac:spMk id="3" creationId="{FECB777C-AF93-05FB-E42C-9DD60232285A}"/>
          </ac:spMkLst>
        </pc:spChg>
        <pc:spChg chg="mod">
          <ac:chgData name="Patrick Merritt" userId="b92c223c-8880-48c6-9b0c-d25ee1bca468" providerId="ADAL" clId="{57BF9AB4-9F69-4414-AE07-AA66995556B1}" dt="2025-01-28T10:55:03.053" v="63"/>
          <ac:spMkLst>
            <pc:docMk/>
            <pc:sldMk cId="2777818891" sldId="258"/>
            <ac:spMk id="5" creationId="{66801F97-E2EA-657E-FBC8-23807470E8FB}"/>
          </ac:spMkLst>
        </pc:spChg>
        <pc:spChg chg="mod">
          <ac:chgData name="Patrick Merritt" userId="b92c223c-8880-48c6-9b0c-d25ee1bca468" providerId="ADAL" clId="{57BF9AB4-9F69-4414-AE07-AA66995556B1}" dt="2025-01-28T10:55:03.053" v="63"/>
          <ac:spMkLst>
            <pc:docMk/>
            <pc:sldMk cId="2777818891" sldId="258"/>
            <ac:spMk id="8" creationId="{A9129701-0C23-9031-B7BB-9138E8133714}"/>
          </ac:spMkLst>
        </pc:spChg>
        <pc:spChg chg="mod">
          <ac:chgData name="Patrick Merritt" userId="b92c223c-8880-48c6-9b0c-d25ee1bca468" providerId="ADAL" clId="{57BF9AB4-9F69-4414-AE07-AA66995556B1}" dt="2025-01-28T10:55:03.053" v="63"/>
          <ac:spMkLst>
            <pc:docMk/>
            <pc:sldMk cId="2777818891" sldId="258"/>
            <ac:spMk id="9" creationId="{0F3EDB9B-7D73-4290-012D-F873115C0349}"/>
          </ac:spMkLst>
        </pc:spChg>
        <pc:spChg chg="mod">
          <ac:chgData name="Patrick Merritt" userId="b92c223c-8880-48c6-9b0c-d25ee1bca468" providerId="ADAL" clId="{57BF9AB4-9F69-4414-AE07-AA66995556B1}" dt="2025-01-28T10:55:03.053" v="63"/>
          <ac:spMkLst>
            <pc:docMk/>
            <pc:sldMk cId="2777818891" sldId="258"/>
            <ac:spMk id="10" creationId="{6CC7A1CC-7C44-D28A-21DF-B4E54E61925B}"/>
          </ac:spMkLst>
        </pc:spChg>
        <pc:spChg chg="mod">
          <ac:chgData name="Patrick Merritt" userId="b92c223c-8880-48c6-9b0c-d25ee1bca468" providerId="ADAL" clId="{57BF9AB4-9F69-4414-AE07-AA66995556B1}" dt="2025-01-28T10:55:03.053" v="63"/>
          <ac:spMkLst>
            <pc:docMk/>
            <pc:sldMk cId="2777818891" sldId="258"/>
            <ac:spMk id="11" creationId="{C34E5E05-9890-B787-DC57-5D124EE087C1}"/>
          </ac:spMkLst>
        </pc:spChg>
        <pc:spChg chg="mod">
          <ac:chgData name="Patrick Merritt" userId="b92c223c-8880-48c6-9b0c-d25ee1bca468" providerId="ADAL" clId="{57BF9AB4-9F69-4414-AE07-AA66995556B1}" dt="2025-01-28T10:55:03.053" v="63"/>
          <ac:spMkLst>
            <pc:docMk/>
            <pc:sldMk cId="2777818891" sldId="258"/>
            <ac:spMk id="12" creationId="{A6C43CA2-3417-C13E-5CE7-D298870986F9}"/>
          </ac:spMkLst>
        </pc:spChg>
        <pc:grpChg chg="add mod">
          <ac:chgData name="Patrick Merritt" userId="b92c223c-8880-48c6-9b0c-d25ee1bca468" providerId="ADAL" clId="{57BF9AB4-9F69-4414-AE07-AA66995556B1}" dt="2025-01-28T10:55:11.753" v="65" actId="1076"/>
          <ac:grpSpMkLst>
            <pc:docMk/>
            <pc:sldMk cId="2777818891" sldId="258"/>
            <ac:grpSpMk id="4" creationId="{9B7C203B-2E08-91F4-EEED-51D88EEDDBB3}"/>
          </ac:grpSpMkLst>
        </pc:grpChg>
        <pc:grpChg chg="mod">
          <ac:chgData name="Patrick Merritt" userId="b92c223c-8880-48c6-9b0c-d25ee1bca468" providerId="ADAL" clId="{57BF9AB4-9F69-4414-AE07-AA66995556B1}" dt="2025-01-28T10:55:03.053" v="63"/>
          <ac:grpSpMkLst>
            <pc:docMk/>
            <pc:sldMk cId="2777818891" sldId="258"/>
            <ac:grpSpMk id="6" creationId="{A694243F-CDB1-9884-6F3E-7B444CC3441C}"/>
          </ac:grpSpMkLst>
        </pc:grpChg>
        <pc:grpChg chg="mod">
          <ac:chgData name="Patrick Merritt" userId="b92c223c-8880-48c6-9b0c-d25ee1bca468" providerId="ADAL" clId="{57BF9AB4-9F69-4414-AE07-AA66995556B1}" dt="2025-01-28T10:55:03.053" v="63"/>
          <ac:grpSpMkLst>
            <pc:docMk/>
            <pc:sldMk cId="2777818891" sldId="258"/>
            <ac:grpSpMk id="7" creationId="{9E2B98A1-05EB-98F3-B940-4E63D28110AC}"/>
          </ac:grpSpMkLst>
        </pc:grpChg>
      </pc:sldChg>
      <pc:sldChg chg="addSp modSp add mod">
        <pc:chgData name="Patrick Merritt" userId="b92c223c-8880-48c6-9b0c-d25ee1bca468" providerId="ADAL" clId="{57BF9AB4-9F69-4414-AE07-AA66995556B1}" dt="2025-01-28T10:56:24.561" v="145" actId="1582"/>
        <pc:sldMkLst>
          <pc:docMk/>
          <pc:sldMk cId="2283097369" sldId="259"/>
        </pc:sldMkLst>
        <pc:spChg chg="mod">
          <ac:chgData name="Patrick Merritt" userId="b92c223c-8880-48c6-9b0c-d25ee1bca468" providerId="ADAL" clId="{57BF9AB4-9F69-4414-AE07-AA66995556B1}" dt="2025-01-28T10:55:52.996" v="140" actId="20577"/>
          <ac:spMkLst>
            <pc:docMk/>
            <pc:sldMk cId="2283097369" sldId="259"/>
            <ac:spMk id="3" creationId="{10ED3735-7571-DEE4-5DFA-51CBDEFC572C}"/>
          </ac:spMkLst>
        </pc:spChg>
        <pc:spChg chg="add mod">
          <ac:chgData name="Patrick Merritt" userId="b92c223c-8880-48c6-9b0c-d25ee1bca468" providerId="ADAL" clId="{57BF9AB4-9F69-4414-AE07-AA66995556B1}" dt="2025-01-28T10:56:24.561" v="145" actId="1582"/>
          <ac:spMkLst>
            <pc:docMk/>
            <pc:sldMk cId="2283097369" sldId="259"/>
            <ac:spMk id="13" creationId="{30692964-3995-69F1-691B-045CF47F18BB}"/>
          </ac:spMkLst>
        </pc:spChg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69867400" sldId="260"/>
        </pc:sldMkLst>
      </pc:sldChg>
      <pc:sldChg chg="modSp new del mod">
        <pc:chgData name="Patrick Merritt" userId="b92c223c-8880-48c6-9b0c-d25ee1bca468" providerId="ADAL" clId="{57BF9AB4-9F69-4414-AE07-AA66995556B1}" dt="2025-01-28T11:08:09.474" v="396" actId="47"/>
        <pc:sldMkLst>
          <pc:docMk/>
          <pc:sldMk cId="1169356605" sldId="260"/>
        </pc:sldMkLst>
        <pc:spChg chg="mod">
          <ac:chgData name="Patrick Merritt" userId="b92c223c-8880-48c6-9b0c-d25ee1bca468" providerId="ADAL" clId="{57BF9AB4-9F69-4414-AE07-AA66995556B1}" dt="2025-01-28T10:59:03.855" v="223" actId="27636"/>
          <ac:spMkLst>
            <pc:docMk/>
            <pc:sldMk cId="1169356605" sldId="260"/>
            <ac:spMk id="2" creationId="{F89C9E74-4FD5-A322-60B7-FF1B3F403FFB}"/>
          </ac:spMkLst>
        </pc:spChg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4135616166" sldId="261"/>
        </pc:sldMkLst>
      </pc:sldChg>
      <pc:sldChg chg="modSp add mod">
        <pc:chgData name="Patrick Merritt" userId="b92c223c-8880-48c6-9b0c-d25ee1bca468" providerId="ADAL" clId="{57BF9AB4-9F69-4414-AE07-AA66995556B1}" dt="2025-01-28T10:56:48.483" v="181" actId="20577"/>
        <pc:sldMkLst>
          <pc:docMk/>
          <pc:sldMk cId="4214067543" sldId="261"/>
        </pc:sldMkLst>
        <pc:spChg chg="mod">
          <ac:chgData name="Patrick Merritt" userId="b92c223c-8880-48c6-9b0c-d25ee1bca468" providerId="ADAL" clId="{57BF9AB4-9F69-4414-AE07-AA66995556B1}" dt="2025-01-28T10:56:48.483" v="181" actId="20577"/>
          <ac:spMkLst>
            <pc:docMk/>
            <pc:sldMk cId="4214067543" sldId="261"/>
            <ac:spMk id="3" creationId="{AC33731E-3B01-D8F1-4C2B-89C88253E460}"/>
          </ac:spMkLst>
        </pc:spChg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2163067767" sldId="262"/>
        </pc:sldMkLst>
      </pc:sldChg>
      <pc:sldChg chg="addSp delSp modSp add mod modAnim">
        <pc:chgData name="Patrick Merritt" userId="b92c223c-8880-48c6-9b0c-d25ee1bca468" providerId="ADAL" clId="{57BF9AB4-9F69-4414-AE07-AA66995556B1}" dt="2025-01-28T11:02:41.206" v="281"/>
        <pc:sldMkLst>
          <pc:docMk/>
          <pc:sldMk cId="2731303141" sldId="262"/>
        </pc:sldMkLst>
        <pc:spChg chg="mod">
          <ac:chgData name="Patrick Merritt" userId="b92c223c-8880-48c6-9b0c-d25ee1bca468" providerId="ADAL" clId="{57BF9AB4-9F69-4414-AE07-AA66995556B1}" dt="2025-01-28T10:58:55.847" v="216" actId="5793"/>
          <ac:spMkLst>
            <pc:docMk/>
            <pc:sldMk cId="2731303141" sldId="262"/>
            <ac:spMk id="3" creationId="{B29F0D47-E2B3-C365-63F6-6DC820A82E52}"/>
          </ac:spMkLst>
        </pc:spChg>
        <pc:spChg chg="mod">
          <ac:chgData name="Patrick Merritt" userId="b92c223c-8880-48c6-9b0c-d25ee1bca468" providerId="ADAL" clId="{57BF9AB4-9F69-4414-AE07-AA66995556B1}" dt="2025-01-28T11:00:16.723" v="233" actId="208"/>
          <ac:spMkLst>
            <pc:docMk/>
            <pc:sldMk cId="2731303141" sldId="262"/>
            <ac:spMk id="13" creationId="{5788ECEE-8AC8-B917-8E60-FBA19D902E20}"/>
          </ac:spMkLst>
        </pc:spChg>
        <pc:spChg chg="add mod">
          <ac:chgData name="Patrick Merritt" userId="b92c223c-8880-48c6-9b0c-d25ee1bca468" providerId="ADAL" clId="{57BF9AB4-9F69-4414-AE07-AA66995556B1}" dt="2025-01-28T10:59:02.986" v="220" actId="1076"/>
          <ac:spMkLst>
            <pc:docMk/>
            <pc:sldMk cId="2731303141" sldId="262"/>
            <ac:spMk id="14" creationId="{0216978C-20A7-BA77-9D92-CDEC7D1CB548}"/>
          </ac:spMkLst>
        </pc:spChg>
        <pc:spChg chg="add del mod">
          <ac:chgData name="Patrick Merritt" userId="b92c223c-8880-48c6-9b0c-d25ee1bca468" providerId="ADAL" clId="{57BF9AB4-9F69-4414-AE07-AA66995556B1}" dt="2025-01-28T10:59:12.849" v="226" actId="478"/>
          <ac:spMkLst>
            <pc:docMk/>
            <pc:sldMk cId="2731303141" sldId="262"/>
            <ac:spMk id="15" creationId="{07F44EA6-4E86-134A-34A9-C0794B012C9B}"/>
          </ac:spMkLst>
        </pc:spChg>
        <pc:spChg chg="add del mod">
          <ac:chgData name="Patrick Merritt" userId="b92c223c-8880-48c6-9b0c-d25ee1bca468" providerId="ADAL" clId="{57BF9AB4-9F69-4414-AE07-AA66995556B1}" dt="2025-01-28T10:59:12.849" v="226" actId="478"/>
          <ac:spMkLst>
            <pc:docMk/>
            <pc:sldMk cId="2731303141" sldId="262"/>
            <ac:spMk id="16" creationId="{A661D6F8-FBB5-2EC4-BF36-A617726D8B83}"/>
          </ac:spMkLst>
        </pc:spChg>
        <pc:spChg chg="mod">
          <ac:chgData name="Patrick Merritt" userId="b92c223c-8880-48c6-9b0c-d25ee1bca468" providerId="ADAL" clId="{57BF9AB4-9F69-4414-AE07-AA66995556B1}" dt="2025-01-28T10:59:15.223" v="227"/>
          <ac:spMkLst>
            <pc:docMk/>
            <pc:sldMk cId="2731303141" sldId="262"/>
            <ac:spMk id="18" creationId="{1FC5E9E2-817B-27F9-D9B6-01FF11EA810C}"/>
          </ac:spMkLst>
        </pc:spChg>
        <pc:spChg chg="mod">
          <ac:chgData name="Patrick Merritt" userId="b92c223c-8880-48c6-9b0c-d25ee1bca468" providerId="ADAL" clId="{57BF9AB4-9F69-4414-AE07-AA66995556B1}" dt="2025-01-28T10:59:15.223" v="227"/>
          <ac:spMkLst>
            <pc:docMk/>
            <pc:sldMk cId="2731303141" sldId="262"/>
            <ac:spMk id="21" creationId="{723B3562-A9FB-2E34-4AF4-851AE8CBF0CB}"/>
          </ac:spMkLst>
        </pc:spChg>
        <pc:spChg chg="mod">
          <ac:chgData name="Patrick Merritt" userId="b92c223c-8880-48c6-9b0c-d25ee1bca468" providerId="ADAL" clId="{57BF9AB4-9F69-4414-AE07-AA66995556B1}" dt="2025-01-28T10:59:15.223" v="227"/>
          <ac:spMkLst>
            <pc:docMk/>
            <pc:sldMk cId="2731303141" sldId="262"/>
            <ac:spMk id="22" creationId="{6A24FE71-E15A-8EB6-C751-B7C6B7797185}"/>
          </ac:spMkLst>
        </pc:spChg>
        <pc:spChg chg="mod">
          <ac:chgData name="Patrick Merritt" userId="b92c223c-8880-48c6-9b0c-d25ee1bca468" providerId="ADAL" clId="{57BF9AB4-9F69-4414-AE07-AA66995556B1}" dt="2025-01-28T10:59:15.223" v="227"/>
          <ac:spMkLst>
            <pc:docMk/>
            <pc:sldMk cId="2731303141" sldId="262"/>
            <ac:spMk id="23" creationId="{BE20605A-964C-EC0B-A82B-444CC58C672E}"/>
          </ac:spMkLst>
        </pc:spChg>
        <pc:spChg chg="mod">
          <ac:chgData name="Patrick Merritt" userId="b92c223c-8880-48c6-9b0c-d25ee1bca468" providerId="ADAL" clId="{57BF9AB4-9F69-4414-AE07-AA66995556B1}" dt="2025-01-28T10:59:15.223" v="227"/>
          <ac:spMkLst>
            <pc:docMk/>
            <pc:sldMk cId="2731303141" sldId="262"/>
            <ac:spMk id="24" creationId="{03F44A19-23A9-291A-2D0D-1A263E30C8B0}"/>
          </ac:spMkLst>
        </pc:spChg>
        <pc:spChg chg="mod">
          <ac:chgData name="Patrick Merritt" userId="b92c223c-8880-48c6-9b0c-d25ee1bca468" providerId="ADAL" clId="{57BF9AB4-9F69-4414-AE07-AA66995556B1}" dt="2025-01-28T10:59:15.223" v="227"/>
          <ac:spMkLst>
            <pc:docMk/>
            <pc:sldMk cId="2731303141" sldId="262"/>
            <ac:spMk id="25" creationId="{0D2B53DD-AD7E-D576-36EB-59BFF8E6F1C6}"/>
          </ac:spMkLst>
        </pc:spChg>
        <pc:spChg chg="add mod">
          <ac:chgData name="Patrick Merritt" userId="b92c223c-8880-48c6-9b0c-d25ee1bca468" providerId="ADAL" clId="{57BF9AB4-9F69-4414-AE07-AA66995556B1}" dt="2025-01-28T11:00:16.723" v="233" actId="208"/>
          <ac:spMkLst>
            <pc:docMk/>
            <pc:sldMk cId="2731303141" sldId="262"/>
            <ac:spMk id="26" creationId="{88CF34C6-5B52-2D7F-34A3-18D7A620F894}"/>
          </ac:spMkLst>
        </pc:spChg>
        <pc:grpChg chg="add mod">
          <ac:chgData name="Patrick Merritt" userId="b92c223c-8880-48c6-9b0c-d25ee1bca468" providerId="ADAL" clId="{57BF9AB4-9F69-4414-AE07-AA66995556B1}" dt="2025-01-28T10:59:23.616" v="230" actId="1076"/>
          <ac:grpSpMkLst>
            <pc:docMk/>
            <pc:sldMk cId="2731303141" sldId="262"/>
            <ac:grpSpMk id="17" creationId="{388B3529-8FA1-4113-6F6D-DCE4132DCFAB}"/>
          </ac:grpSpMkLst>
        </pc:grpChg>
        <pc:grpChg chg="mod">
          <ac:chgData name="Patrick Merritt" userId="b92c223c-8880-48c6-9b0c-d25ee1bca468" providerId="ADAL" clId="{57BF9AB4-9F69-4414-AE07-AA66995556B1}" dt="2025-01-28T10:59:15.223" v="227"/>
          <ac:grpSpMkLst>
            <pc:docMk/>
            <pc:sldMk cId="2731303141" sldId="262"/>
            <ac:grpSpMk id="19" creationId="{E12CA871-6B9A-0449-A49C-B96B1381FEE7}"/>
          </ac:grpSpMkLst>
        </pc:grpChg>
        <pc:grpChg chg="mod">
          <ac:chgData name="Patrick Merritt" userId="b92c223c-8880-48c6-9b0c-d25ee1bca468" providerId="ADAL" clId="{57BF9AB4-9F69-4414-AE07-AA66995556B1}" dt="2025-01-28T10:59:15.223" v="227"/>
          <ac:grpSpMkLst>
            <pc:docMk/>
            <pc:sldMk cId="2731303141" sldId="262"/>
            <ac:grpSpMk id="20" creationId="{BAB21E59-5B77-5CAE-EC91-DFB09F069379}"/>
          </ac:grpSpMkLst>
        </pc:grpChg>
      </pc:sldChg>
      <pc:sldChg chg="addSp delSp modSp add mod modAnim">
        <pc:chgData name="Patrick Merritt" userId="b92c223c-8880-48c6-9b0c-d25ee1bca468" providerId="ADAL" clId="{57BF9AB4-9F69-4414-AE07-AA66995556B1}" dt="2025-01-28T12:29:34.663" v="3595" actId="20577"/>
        <pc:sldMkLst>
          <pc:docMk/>
          <pc:sldMk cId="2849166862" sldId="263"/>
        </pc:sldMkLst>
        <pc:spChg chg="mod">
          <ac:chgData name="Patrick Merritt" userId="b92c223c-8880-48c6-9b0c-d25ee1bca468" providerId="ADAL" clId="{57BF9AB4-9F69-4414-AE07-AA66995556B1}" dt="2025-01-28T12:29:10.494" v="3528" actId="20577"/>
          <ac:spMkLst>
            <pc:docMk/>
            <pc:sldMk cId="2849166862" sldId="263"/>
            <ac:spMk id="2" creationId="{16A39C99-0B9D-F1B5-4A6B-3DA1A8A11D63}"/>
          </ac:spMkLst>
        </pc:spChg>
        <pc:spChg chg="mod">
          <ac:chgData name="Patrick Merritt" userId="b92c223c-8880-48c6-9b0c-d25ee1bca468" providerId="ADAL" clId="{57BF9AB4-9F69-4414-AE07-AA66995556B1}" dt="2025-01-28T12:29:34.663" v="3595" actId="20577"/>
          <ac:spMkLst>
            <pc:docMk/>
            <pc:sldMk cId="2849166862" sldId="263"/>
            <ac:spMk id="3" creationId="{87B15598-B407-97A7-A3B9-35AE63BB2DB8}"/>
          </ac:spMkLst>
        </pc:spChg>
        <pc:spChg chg="mod">
          <ac:chgData name="Patrick Merritt" userId="b92c223c-8880-48c6-9b0c-d25ee1bca468" providerId="ADAL" clId="{57BF9AB4-9F69-4414-AE07-AA66995556B1}" dt="2025-01-28T11:08:47.770" v="399" actId="208"/>
          <ac:spMkLst>
            <pc:docMk/>
            <pc:sldMk cId="2849166862" sldId="263"/>
            <ac:spMk id="13" creationId="{929FAE50-6178-DCD7-E5F4-6E47A54C9133}"/>
          </ac:spMkLst>
        </pc:spChg>
        <pc:spChg chg="add mod">
          <ac:chgData name="Patrick Merritt" userId="b92c223c-8880-48c6-9b0c-d25ee1bca468" providerId="ADAL" clId="{57BF9AB4-9F69-4414-AE07-AA66995556B1}" dt="2025-01-28T11:03:14.182" v="286" actId="1076"/>
          <ac:spMkLst>
            <pc:docMk/>
            <pc:sldMk cId="2849166862" sldId="263"/>
            <ac:spMk id="14" creationId="{22CD57E6-A36A-6896-18FE-AE2D0C4F0598}"/>
          </ac:spMkLst>
        </pc:spChg>
        <pc:spChg chg="add del mod">
          <ac:chgData name="Patrick Merritt" userId="b92c223c-8880-48c6-9b0c-d25ee1bca468" providerId="ADAL" clId="{57BF9AB4-9F69-4414-AE07-AA66995556B1}" dt="2025-01-28T11:01:35.502" v="270" actId="478"/>
          <ac:spMkLst>
            <pc:docMk/>
            <pc:sldMk cId="2849166862" sldId="263"/>
            <ac:spMk id="15" creationId="{36F80814-E22D-EC5A-CC1F-4A86235CDCF6}"/>
          </ac:spMkLst>
        </pc:spChg>
        <pc:spChg chg="add mod">
          <ac:chgData name="Patrick Merritt" userId="b92c223c-8880-48c6-9b0c-d25ee1bca468" providerId="ADAL" clId="{57BF9AB4-9F69-4414-AE07-AA66995556B1}" dt="2025-01-28T11:03:14.182" v="286" actId="1076"/>
          <ac:spMkLst>
            <pc:docMk/>
            <pc:sldMk cId="2849166862" sldId="263"/>
            <ac:spMk id="16" creationId="{A9B630D9-5856-28E0-C964-E0DF0701FD89}"/>
          </ac:spMkLst>
        </pc:spChg>
        <pc:spChg chg="del">
          <ac:chgData name="Patrick Merritt" userId="b92c223c-8880-48c6-9b0c-d25ee1bca468" providerId="ADAL" clId="{57BF9AB4-9F69-4414-AE07-AA66995556B1}" dt="2025-01-28T11:03:07.283" v="285" actId="478"/>
          <ac:spMkLst>
            <pc:docMk/>
            <pc:sldMk cId="2849166862" sldId="263"/>
            <ac:spMk id="26" creationId="{2F440261-9C1E-96C4-FAFB-918C7570BC84}"/>
          </ac:spMkLst>
        </pc:spChg>
        <pc:spChg chg="mod">
          <ac:chgData name="Patrick Merritt" userId="b92c223c-8880-48c6-9b0c-d25ee1bca468" providerId="ADAL" clId="{57BF9AB4-9F69-4414-AE07-AA66995556B1}" dt="2025-01-28T11:03:18.485" v="287"/>
          <ac:spMkLst>
            <pc:docMk/>
            <pc:sldMk cId="2849166862" sldId="263"/>
            <ac:spMk id="28" creationId="{E65BE4DE-5957-846E-709E-BFAEF58BEC7B}"/>
          </ac:spMkLst>
        </pc:spChg>
        <pc:spChg chg="mod">
          <ac:chgData name="Patrick Merritt" userId="b92c223c-8880-48c6-9b0c-d25ee1bca468" providerId="ADAL" clId="{57BF9AB4-9F69-4414-AE07-AA66995556B1}" dt="2025-01-28T11:03:18.485" v="287"/>
          <ac:spMkLst>
            <pc:docMk/>
            <pc:sldMk cId="2849166862" sldId="263"/>
            <ac:spMk id="31" creationId="{AFFCDEC0-C79A-362A-7B3B-E2F9B21A0BAB}"/>
          </ac:spMkLst>
        </pc:spChg>
        <pc:spChg chg="mod">
          <ac:chgData name="Patrick Merritt" userId="b92c223c-8880-48c6-9b0c-d25ee1bca468" providerId="ADAL" clId="{57BF9AB4-9F69-4414-AE07-AA66995556B1}" dt="2025-01-28T11:03:18.485" v="287"/>
          <ac:spMkLst>
            <pc:docMk/>
            <pc:sldMk cId="2849166862" sldId="263"/>
            <ac:spMk id="32" creationId="{13C23441-AE2E-FFBA-7D69-48609291B8C1}"/>
          </ac:spMkLst>
        </pc:spChg>
        <pc:spChg chg="mod">
          <ac:chgData name="Patrick Merritt" userId="b92c223c-8880-48c6-9b0c-d25ee1bca468" providerId="ADAL" clId="{57BF9AB4-9F69-4414-AE07-AA66995556B1}" dt="2025-01-28T11:03:18.485" v="287"/>
          <ac:spMkLst>
            <pc:docMk/>
            <pc:sldMk cId="2849166862" sldId="263"/>
            <ac:spMk id="33" creationId="{75CA382A-80CF-F576-32E9-2D71A6AD7CB1}"/>
          </ac:spMkLst>
        </pc:spChg>
        <pc:spChg chg="mod">
          <ac:chgData name="Patrick Merritt" userId="b92c223c-8880-48c6-9b0c-d25ee1bca468" providerId="ADAL" clId="{57BF9AB4-9F69-4414-AE07-AA66995556B1}" dt="2025-01-28T11:03:18.485" v="287"/>
          <ac:spMkLst>
            <pc:docMk/>
            <pc:sldMk cId="2849166862" sldId="263"/>
            <ac:spMk id="34" creationId="{1C67288A-EDBB-21F3-BF10-F2F3BD8F93CD}"/>
          </ac:spMkLst>
        </pc:spChg>
        <pc:spChg chg="mod">
          <ac:chgData name="Patrick Merritt" userId="b92c223c-8880-48c6-9b0c-d25ee1bca468" providerId="ADAL" clId="{57BF9AB4-9F69-4414-AE07-AA66995556B1}" dt="2025-01-28T11:03:18.485" v="287"/>
          <ac:spMkLst>
            <pc:docMk/>
            <pc:sldMk cId="2849166862" sldId="263"/>
            <ac:spMk id="35" creationId="{D3A668AC-9638-08E0-B30B-E4A66A86B193}"/>
          </ac:spMkLst>
        </pc:spChg>
        <pc:spChg chg="add del mod">
          <ac:chgData name="Patrick Merritt" userId="b92c223c-8880-48c6-9b0c-d25ee1bca468" providerId="ADAL" clId="{57BF9AB4-9F69-4414-AE07-AA66995556B1}" dt="2025-01-28T11:07:55.508" v="394" actId="478"/>
          <ac:spMkLst>
            <pc:docMk/>
            <pc:sldMk cId="2849166862" sldId="263"/>
            <ac:spMk id="36" creationId="{E32D4072-1664-5539-EA55-20693530245D}"/>
          </ac:spMkLst>
        </pc:spChg>
        <pc:spChg chg="add mod">
          <ac:chgData name="Patrick Merritt" userId="b92c223c-8880-48c6-9b0c-d25ee1bca468" providerId="ADAL" clId="{57BF9AB4-9F69-4414-AE07-AA66995556B1}" dt="2025-01-28T11:03:25.818" v="288" actId="1076"/>
          <ac:spMkLst>
            <pc:docMk/>
            <pc:sldMk cId="2849166862" sldId="263"/>
            <ac:spMk id="37" creationId="{420EB6B3-2657-0D6E-E69F-3FBA9AF8E52B}"/>
          </ac:spMkLst>
        </pc:spChg>
        <pc:spChg chg="add mod">
          <ac:chgData name="Patrick Merritt" userId="b92c223c-8880-48c6-9b0c-d25ee1bca468" providerId="ADAL" clId="{57BF9AB4-9F69-4414-AE07-AA66995556B1}" dt="2025-01-28T11:03:25.818" v="288" actId="1076"/>
          <ac:spMkLst>
            <pc:docMk/>
            <pc:sldMk cId="2849166862" sldId="263"/>
            <ac:spMk id="38" creationId="{97200E66-745F-D5DE-5649-D62BC8A6D1CD}"/>
          </ac:spMkLst>
        </pc:spChg>
        <pc:grpChg chg="add del">
          <ac:chgData name="Patrick Merritt" userId="b92c223c-8880-48c6-9b0c-d25ee1bca468" providerId="ADAL" clId="{57BF9AB4-9F69-4414-AE07-AA66995556B1}" dt="2025-01-28T12:07:40.056" v="2281" actId="478"/>
          <ac:grpSpMkLst>
            <pc:docMk/>
            <pc:sldMk cId="2849166862" sldId="263"/>
            <ac:grpSpMk id="4" creationId="{C86D9283-B96C-57E9-A4CD-A5C9EE905CF6}"/>
          </ac:grpSpMkLst>
        </pc:grpChg>
        <pc:grpChg chg="del">
          <ac:chgData name="Patrick Merritt" userId="b92c223c-8880-48c6-9b0c-d25ee1bca468" providerId="ADAL" clId="{57BF9AB4-9F69-4414-AE07-AA66995556B1}" dt="2025-01-28T11:03:05.571" v="284" actId="478"/>
          <ac:grpSpMkLst>
            <pc:docMk/>
            <pc:sldMk cId="2849166862" sldId="263"/>
            <ac:grpSpMk id="17" creationId="{77104CC1-8E19-BCEB-AD8E-27E0A4CE308B}"/>
          </ac:grpSpMkLst>
        </pc:grpChg>
        <pc:grpChg chg="mod">
          <ac:chgData name="Patrick Merritt" userId="b92c223c-8880-48c6-9b0c-d25ee1bca468" providerId="ADAL" clId="{57BF9AB4-9F69-4414-AE07-AA66995556B1}" dt="2025-01-28T11:03:25.818" v="288" actId="1076"/>
          <ac:grpSpMkLst>
            <pc:docMk/>
            <pc:sldMk cId="2849166862" sldId="263"/>
            <ac:grpSpMk id="27" creationId="{3A98D546-00F4-8107-18FA-C404E4CB3AFB}"/>
          </ac:grpSpMkLst>
        </pc:grpChg>
        <pc:grpChg chg="mod">
          <ac:chgData name="Patrick Merritt" userId="b92c223c-8880-48c6-9b0c-d25ee1bca468" providerId="ADAL" clId="{57BF9AB4-9F69-4414-AE07-AA66995556B1}" dt="2025-01-28T11:03:18.485" v="287"/>
          <ac:grpSpMkLst>
            <pc:docMk/>
            <pc:sldMk cId="2849166862" sldId="263"/>
            <ac:grpSpMk id="30" creationId="{5E75183D-DC99-4F76-E044-74BAE4DF36D0}"/>
          </ac:grpSpMkLst>
        </pc:grpChg>
        <pc:picChg chg="add del mod">
          <ac:chgData name="Patrick Merritt" userId="b92c223c-8880-48c6-9b0c-d25ee1bca468" providerId="ADAL" clId="{57BF9AB4-9F69-4414-AE07-AA66995556B1}" dt="2025-01-28T11:07:07.212" v="351" actId="478"/>
          <ac:picMkLst>
            <pc:docMk/>
            <pc:sldMk cId="2849166862" sldId="263"/>
            <ac:picMk id="1026" creationId="{703931E5-756E-513B-D29E-24EFE300E195}"/>
          </ac:picMkLst>
        </pc:picChg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3158584317" sldId="263"/>
        </pc:sldMkLst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1087311099" sldId="264"/>
        </pc:sldMkLst>
      </pc:sldChg>
      <pc:sldChg chg="add del">
        <pc:chgData name="Patrick Merritt" userId="b92c223c-8880-48c6-9b0c-d25ee1bca468" providerId="ADAL" clId="{57BF9AB4-9F69-4414-AE07-AA66995556B1}" dt="2025-01-28T11:02:20.191" v="278" actId="47"/>
        <pc:sldMkLst>
          <pc:docMk/>
          <pc:sldMk cId="1538231716" sldId="264"/>
        </pc:sldMkLst>
      </pc:sldChg>
      <pc:sldChg chg="delSp modSp add mod">
        <pc:chgData name="Patrick Merritt" userId="b92c223c-8880-48c6-9b0c-d25ee1bca468" providerId="ADAL" clId="{57BF9AB4-9F69-4414-AE07-AA66995556B1}" dt="2025-01-28T12:33:47.004" v="3658" actId="1076"/>
        <pc:sldMkLst>
          <pc:docMk/>
          <pc:sldMk cId="2389516521" sldId="264"/>
        </pc:sldMkLst>
        <pc:spChg chg="mod">
          <ac:chgData name="Patrick Merritt" userId="b92c223c-8880-48c6-9b0c-d25ee1bca468" providerId="ADAL" clId="{57BF9AB4-9F69-4414-AE07-AA66995556B1}" dt="2025-01-28T12:33:22.261" v="3626" actId="20577"/>
          <ac:spMkLst>
            <pc:docMk/>
            <pc:sldMk cId="2389516521" sldId="264"/>
            <ac:spMk id="2" creationId="{30C0C6A8-8553-36EB-5E32-119C7861FB4E}"/>
          </ac:spMkLst>
        </pc:spChg>
        <pc:spChg chg="mod">
          <ac:chgData name="Patrick Merritt" userId="b92c223c-8880-48c6-9b0c-d25ee1bca468" providerId="ADAL" clId="{57BF9AB4-9F69-4414-AE07-AA66995556B1}" dt="2025-01-28T12:33:31.073" v="3655" actId="5793"/>
          <ac:spMkLst>
            <pc:docMk/>
            <pc:sldMk cId="2389516521" sldId="264"/>
            <ac:spMk id="3" creationId="{8A4A0102-2B9A-9631-6866-05343646720F}"/>
          </ac:spMkLst>
        </pc:spChg>
        <pc:spChg chg="del">
          <ac:chgData name="Patrick Merritt" userId="b92c223c-8880-48c6-9b0c-d25ee1bca468" providerId="ADAL" clId="{57BF9AB4-9F69-4414-AE07-AA66995556B1}" dt="2025-01-28T11:07:49.602" v="393" actId="478"/>
          <ac:spMkLst>
            <pc:docMk/>
            <pc:sldMk cId="2389516521" sldId="264"/>
            <ac:spMk id="36" creationId="{F62EE82E-6F94-C4B3-3821-B69565BA0E0A}"/>
          </ac:spMkLst>
        </pc:spChg>
        <pc:picChg chg="mod">
          <ac:chgData name="Patrick Merritt" userId="b92c223c-8880-48c6-9b0c-d25ee1bca468" providerId="ADAL" clId="{57BF9AB4-9F69-4414-AE07-AA66995556B1}" dt="2025-01-28T12:33:47.004" v="3658" actId="1076"/>
          <ac:picMkLst>
            <pc:docMk/>
            <pc:sldMk cId="2389516521" sldId="264"/>
            <ac:picMk id="1026" creationId="{5E89714D-426B-033E-F6FE-80081DBC95F6}"/>
          </ac:picMkLst>
        </pc:picChg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1551670601" sldId="265"/>
        </pc:sldMkLst>
      </pc:sldChg>
      <pc:sldChg chg="new del">
        <pc:chgData name="Patrick Merritt" userId="b92c223c-8880-48c6-9b0c-d25ee1bca468" providerId="ADAL" clId="{57BF9AB4-9F69-4414-AE07-AA66995556B1}" dt="2025-01-28T11:08:11.178" v="397" actId="47"/>
        <pc:sldMkLst>
          <pc:docMk/>
          <pc:sldMk cId="1603316010" sldId="265"/>
        </pc:sldMkLst>
      </pc:sldChg>
      <pc:sldChg chg="add del">
        <pc:chgData name="Patrick Merritt" userId="b92c223c-8880-48c6-9b0c-d25ee1bca468" providerId="ADAL" clId="{57BF9AB4-9F69-4414-AE07-AA66995556B1}" dt="2025-01-28T12:34:02.728" v="3659" actId="47"/>
        <pc:sldMkLst>
          <pc:docMk/>
          <pc:sldMk cId="1741204795" sldId="265"/>
        </pc:sldMkLst>
      </pc:sldChg>
      <pc:sldChg chg="new del">
        <pc:chgData name="Patrick Merritt" userId="b92c223c-8880-48c6-9b0c-d25ee1bca468" providerId="ADAL" clId="{57BF9AB4-9F69-4414-AE07-AA66995556B1}" dt="2025-01-28T12:34:02.728" v="3659" actId="47"/>
        <pc:sldMkLst>
          <pc:docMk/>
          <pc:sldMk cId="1989229904" sldId="266"/>
        </pc:sldMkLst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3838236168" sldId="266"/>
        </pc:sldMkLst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1953280103" sldId="267"/>
        </pc:sldMkLst>
      </pc:sldChg>
      <pc:sldChg chg="add del">
        <pc:chgData name="Patrick Merritt" userId="b92c223c-8880-48c6-9b0c-d25ee1bca468" providerId="ADAL" clId="{57BF9AB4-9F69-4414-AE07-AA66995556B1}" dt="2025-01-28T12:34:02.728" v="3659" actId="47"/>
        <pc:sldMkLst>
          <pc:docMk/>
          <pc:sldMk cId="2875468642" sldId="267"/>
        </pc:sldMkLst>
      </pc:sldChg>
      <pc:sldChg chg="addSp modSp add del mod ord">
        <pc:chgData name="Patrick Merritt" userId="b92c223c-8880-48c6-9b0c-d25ee1bca468" providerId="ADAL" clId="{57BF9AB4-9F69-4414-AE07-AA66995556B1}" dt="2025-01-28T11:19:15.499" v="535" actId="47"/>
        <pc:sldMkLst>
          <pc:docMk/>
          <pc:sldMk cId="2155502535" sldId="268"/>
        </pc:sldMkLst>
        <pc:spChg chg="mod">
          <ac:chgData name="Patrick Merritt" userId="b92c223c-8880-48c6-9b0c-d25ee1bca468" providerId="ADAL" clId="{57BF9AB4-9F69-4414-AE07-AA66995556B1}" dt="2025-01-28T11:10:03.297" v="434" actId="27636"/>
          <ac:spMkLst>
            <pc:docMk/>
            <pc:sldMk cId="2155502535" sldId="268"/>
            <ac:spMk id="3" creationId="{18AC4176-D45E-2F97-0308-C2BCD7E8EA73}"/>
          </ac:spMkLst>
        </pc:spChg>
        <pc:picChg chg="add mod">
          <ac:chgData name="Patrick Merritt" userId="b92c223c-8880-48c6-9b0c-d25ee1bca468" providerId="ADAL" clId="{57BF9AB4-9F69-4414-AE07-AA66995556B1}" dt="2025-01-28T11:11:14.200" v="441" actId="1076"/>
          <ac:picMkLst>
            <pc:docMk/>
            <pc:sldMk cId="2155502535" sldId="268"/>
            <ac:picMk id="2050" creationId="{65F558BF-0076-7D07-3579-D37532CA248A}"/>
          </ac:picMkLst>
        </pc:picChg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2213513820" sldId="268"/>
        </pc:sldMkLst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20861319" sldId="269"/>
        </pc:sldMkLst>
      </pc:sldChg>
      <pc:sldChg chg="addSp modSp add mod modAnim">
        <pc:chgData name="Patrick Merritt" userId="b92c223c-8880-48c6-9b0c-d25ee1bca468" providerId="ADAL" clId="{57BF9AB4-9F69-4414-AE07-AA66995556B1}" dt="2025-01-28T11:25:19.350" v="674"/>
        <pc:sldMkLst>
          <pc:docMk/>
          <pc:sldMk cId="1216303381" sldId="269"/>
        </pc:sldMkLst>
        <pc:spChg chg="mod">
          <ac:chgData name="Patrick Merritt" userId="b92c223c-8880-48c6-9b0c-d25ee1bca468" providerId="ADAL" clId="{57BF9AB4-9F69-4414-AE07-AA66995556B1}" dt="2025-01-28T11:20:26.032" v="568" actId="20577"/>
          <ac:spMkLst>
            <pc:docMk/>
            <pc:sldMk cId="1216303381" sldId="269"/>
            <ac:spMk id="2" creationId="{A81A23A5-5420-AA03-8FC0-8A0316FFA447}"/>
          </ac:spMkLst>
        </pc:spChg>
        <pc:spChg chg="mod">
          <ac:chgData name="Patrick Merritt" userId="b92c223c-8880-48c6-9b0c-d25ee1bca468" providerId="ADAL" clId="{57BF9AB4-9F69-4414-AE07-AA66995556B1}" dt="2025-01-28T11:12:54.667" v="463" actId="14100"/>
          <ac:spMkLst>
            <pc:docMk/>
            <pc:sldMk cId="1216303381" sldId="269"/>
            <ac:spMk id="3" creationId="{FB6201D6-06AB-BAC3-6D47-B73C94671494}"/>
          </ac:spMkLst>
        </pc:spChg>
        <pc:spChg chg="mod">
          <ac:chgData name="Patrick Merritt" userId="b92c223c-8880-48c6-9b0c-d25ee1bca468" providerId="ADAL" clId="{57BF9AB4-9F69-4414-AE07-AA66995556B1}" dt="2025-01-28T11:17:08.938" v="514" actId="208"/>
          <ac:spMkLst>
            <pc:docMk/>
            <pc:sldMk cId="1216303381" sldId="269"/>
            <ac:spMk id="13" creationId="{046FF5FB-CBF4-4CDE-AFA6-2759FF1B3850}"/>
          </ac:spMkLst>
        </pc:spChg>
        <pc:spChg chg="add mod">
          <ac:chgData name="Patrick Merritt" userId="b92c223c-8880-48c6-9b0c-d25ee1bca468" providerId="ADAL" clId="{57BF9AB4-9F69-4414-AE07-AA66995556B1}" dt="2025-01-28T11:13:05.465" v="488" actId="20577"/>
          <ac:spMkLst>
            <pc:docMk/>
            <pc:sldMk cId="1216303381" sldId="269"/>
            <ac:spMk id="15" creationId="{D9C99F42-0207-89F4-B0D4-A4A2A8DA88B4}"/>
          </ac:spMkLst>
        </pc:spChg>
        <pc:spChg chg="add mod">
          <ac:chgData name="Patrick Merritt" userId="b92c223c-8880-48c6-9b0c-d25ee1bca468" providerId="ADAL" clId="{57BF9AB4-9F69-4414-AE07-AA66995556B1}" dt="2025-01-28T11:18:10.358" v="519" actId="1076"/>
          <ac:spMkLst>
            <pc:docMk/>
            <pc:sldMk cId="1216303381" sldId="269"/>
            <ac:spMk id="17" creationId="{76D83993-19A2-27EA-322F-BBA2D4260D19}"/>
          </ac:spMkLst>
        </pc:spChg>
        <pc:spChg chg="add mod">
          <ac:chgData name="Patrick Merritt" userId="b92c223c-8880-48c6-9b0c-d25ee1bca468" providerId="ADAL" clId="{57BF9AB4-9F69-4414-AE07-AA66995556B1}" dt="2025-01-28T11:16:45.879" v="511" actId="1076"/>
          <ac:spMkLst>
            <pc:docMk/>
            <pc:sldMk cId="1216303381" sldId="269"/>
            <ac:spMk id="18" creationId="{E4A8F245-D17C-A2C2-2A6D-EFEF71BEB006}"/>
          </ac:spMkLst>
        </pc:spChg>
        <pc:spChg chg="add mod">
          <ac:chgData name="Patrick Merritt" userId="b92c223c-8880-48c6-9b0c-d25ee1bca468" providerId="ADAL" clId="{57BF9AB4-9F69-4414-AE07-AA66995556B1}" dt="2025-01-28T11:17:02.228" v="513" actId="1076"/>
          <ac:spMkLst>
            <pc:docMk/>
            <pc:sldMk cId="1216303381" sldId="269"/>
            <ac:spMk id="19" creationId="{9DAE6B4F-2B79-0A9F-4C5C-8289A3A71755}"/>
          </ac:spMkLst>
        </pc:spChg>
        <pc:spChg chg="add mod">
          <ac:chgData name="Patrick Merritt" userId="b92c223c-8880-48c6-9b0c-d25ee1bca468" providerId="ADAL" clId="{57BF9AB4-9F69-4414-AE07-AA66995556B1}" dt="2025-01-28T11:18:21.993" v="531" actId="20577"/>
          <ac:spMkLst>
            <pc:docMk/>
            <pc:sldMk cId="1216303381" sldId="269"/>
            <ac:spMk id="20" creationId="{6EC89446-552B-9C3A-3BB6-858E5A2CE328}"/>
          </ac:spMkLst>
        </pc:spChg>
        <pc:spChg chg="mod">
          <ac:chgData name="Patrick Merritt" userId="b92c223c-8880-48c6-9b0c-d25ee1bca468" providerId="ADAL" clId="{57BF9AB4-9F69-4414-AE07-AA66995556B1}" dt="2025-01-28T11:14:14.427" v="492" actId="1076"/>
          <ac:spMkLst>
            <pc:docMk/>
            <pc:sldMk cId="1216303381" sldId="269"/>
            <ac:spMk id="28" creationId="{2A52B3E9-C201-3844-ED14-726555F36D09}"/>
          </ac:spMkLst>
        </pc:spChg>
        <pc:spChg chg="mod">
          <ac:chgData name="Patrick Merritt" userId="b92c223c-8880-48c6-9b0c-d25ee1bca468" providerId="ADAL" clId="{57BF9AB4-9F69-4414-AE07-AA66995556B1}" dt="2025-01-28T11:14:14.427" v="492" actId="1076"/>
          <ac:spMkLst>
            <pc:docMk/>
            <pc:sldMk cId="1216303381" sldId="269"/>
            <ac:spMk id="31" creationId="{0C93801C-05AD-EDD3-5CD3-6B01AAF2F06A}"/>
          </ac:spMkLst>
        </pc:spChg>
        <pc:spChg chg="mod">
          <ac:chgData name="Patrick Merritt" userId="b92c223c-8880-48c6-9b0c-d25ee1bca468" providerId="ADAL" clId="{57BF9AB4-9F69-4414-AE07-AA66995556B1}" dt="2025-01-28T11:14:14.427" v="492" actId="1076"/>
          <ac:spMkLst>
            <pc:docMk/>
            <pc:sldMk cId="1216303381" sldId="269"/>
            <ac:spMk id="32" creationId="{F7C9253E-5565-1714-6D85-DDCA0DF50D23}"/>
          </ac:spMkLst>
        </pc:spChg>
        <pc:spChg chg="mod">
          <ac:chgData name="Patrick Merritt" userId="b92c223c-8880-48c6-9b0c-d25ee1bca468" providerId="ADAL" clId="{57BF9AB4-9F69-4414-AE07-AA66995556B1}" dt="2025-01-28T11:14:14.427" v="492" actId="1076"/>
          <ac:spMkLst>
            <pc:docMk/>
            <pc:sldMk cId="1216303381" sldId="269"/>
            <ac:spMk id="33" creationId="{A6B8E098-F6E6-5E83-F46F-6801B5F6613A}"/>
          </ac:spMkLst>
        </pc:spChg>
        <pc:spChg chg="mod">
          <ac:chgData name="Patrick Merritt" userId="b92c223c-8880-48c6-9b0c-d25ee1bca468" providerId="ADAL" clId="{57BF9AB4-9F69-4414-AE07-AA66995556B1}" dt="2025-01-28T11:14:14.427" v="492" actId="1076"/>
          <ac:spMkLst>
            <pc:docMk/>
            <pc:sldMk cId="1216303381" sldId="269"/>
            <ac:spMk id="34" creationId="{0B01073F-D842-4D60-53B3-58E058314DA1}"/>
          </ac:spMkLst>
        </pc:spChg>
        <pc:spChg chg="mod">
          <ac:chgData name="Patrick Merritt" userId="b92c223c-8880-48c6-9b0c-d25ee1bca468" providerId="ADAL" clId="{57BF9AB4-9F69-4414-AE07-AA66995556B1}" dt="2025-01-28T11:14:14.427" v="492" actId="1076"/>
          <ac:spMkLst>
            <pc:docMk/>
            <pc:sldMk cId="1216303381" sldId="269"/>
            <ac:spMk id="35" creationId="{4A432876-5B85-A396-B2E1-A6C397BC985A}"/>
          </ac:spMkLst>
        </pc:spChg>
        <pc:spChg chg="mod">
          <ac:chgData name="Patrick Merritt" userId="b92c223c-8880-48c6-9b0c-d25ee1bca468" providerId="ADAL" clId="{57BF9AB4-9F69-4414-AE07-AA66995556B1}" dt="2025-01-28T11:14:14.427" v="492" actId="1076"/>
          <ac:spMkLst>
            <pc:docMk/>
            <pc:sldMk cId="1216303381" sldId="269"/>
            <ac:spMk id="37" creationId="{9671229C-E7C1-1088-C4D9-0528CD6EB3C8}"/>
          </ac:spMkLst>
        </pc:spChg>
        <pc:spChg chg="mod">
          <ac:chgData name="Patrick Merritt" userId="b92c223c-8880-48c6-9b0c-d25ee1bca468" providerId="ADAL" clId="{57BF9AB4-9F69-4414-AE07-AA66995556B1}" dt="2025-01-28T11:14:14.427" v="492" actId="1076"/>
          <ac:spMkLst>
            <pc:docMk/>
            <pc:sldMk cId="1216303381" sldId="269"/>
            <ac:spMk id="38" creationId="{6A15DF22-2C1C-0477-D857-561AB041B585}"/>
          </ac:spMkLst>
        </pc:spChg>
        <pc:picChg chg="mod">
          <ac:chgData name="Patrick Merritt" userId="b92c223c-8880-48c6-9b0c-d25ee1bca468" providerId="ADAL" clId="{57BF9AB4-9F69-4414-AE07-AA66995556B1}" dt="2025-01-28T11:14:14.427" v="492" actId="1076"/>
          <ac:picMkLst>
            <pc:docMk/>
            <pc:sldMk cId="1216303381" sldId="269"/>
            <ac:picMk id="2050" creationId="{35E02067-2692-61AF-74FA-E4755B90B2EB}"/>
          </ac:picMkLst>
        </pc:picChg>
        <pc:picChg chg="add mod">
          <ac:chgData name="Patrick Merritt" userId="b92c223c-8880-48c6-9b0c-d25ee1bca468" providerId="ADAL" clId="{57BF9AB4-9F69-4414-AE07-AA66995556B1}" dt="2025-01-28T11:14:14.427" v="492" actId="1076"/>
          <ac:picMkLst>
            <pc:docMk/>
            <pc:sldMk cId="1216303381" sldId="269"/>
            <ac:picMk id="3074" creationId="{A53FBAB3-8B03-1686-C60E-CC15B4B7BC10}"/>
          </ac:picMkLst>
        </pc:picChg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2337754607" sldId="270"/>
        </pc:sldMkLst>
      </pc:sldChg>
      <pc:sldChg chg="delSp modSp add del mod ord delAnim modAnim">
        <pc:chgData name="Patrick Merritt" userId="b92c223c-8880-48c6-9b0c-d25ee1bca468" providerId="ADAL" clId="{57BF9AB4-9F69-4414-AE07-AA66995556B1}" dt="2025-01-28T11:20:17.471" v="564" actId="47"/>
        <pc:sldMkLst>
          <pc:docMk/>
          <pc:sldMk cId="3218836240" sldId="270"/>
        </pc:sldMkLst>
        <pc:spChg chg="mod">
          <ac:chgData name="Patrick Merritt" userId="b92c223c-8880-48c6-9b0c-d25ee1bca468" providerId="ADAL" clId="{57BF9AB4-9F69-4414-AE07-AA66995556B1}" dt="2025-01-28T11:20:00.674" v="563" actId="20577"/>
          <ac:spMkLst>
            <pc:docMk/>
            <pc:sldMk cId="3218836240" sldId="270"/>
            <ac:spMk id="2" creationId="{A2C0CD75-068A-07B6-B88D-7887C9EB91DE}"/>
          </ac:spMkLst>
        </pc:spChg>
        <pc:spChg chg="del">
          <ac:chgData name="Patrick Merritt" userId="b92c223c-8880-48c6-9b0c-d25ee1bca468" providerId="ADAL" clId="{57BF9AB4-9F69-4414-AE07-AA66995556B1}" dt="2025-01-28T11:19:25.032" v="538" actId="478"/>
          <ac:spMkLst>
            <pc:docMk/>
            <pc:sldMk cId="3218836240" sldId="270"/>
            <ac:spMk id="15" creationId="{7FC1D6E0-B76F-795E-324E-E1E35E1C1538}"/>
          </ac:spMkLst>
        </pc:spChg>
        <pc:spChg chg="del">
          <ac:chgData name="Patrick Merritt" userId="b92c223c-8880-48c6-9b0c-d25ee1bca468" providerId="ADAL" clId="{57BF9AB4-9F69-4414-AE07-AA66995556B1}" dt="2025-01-28T11:19:23.800" v="537" actId="478"/>
          <ac:spMkLst>
            <pc:docMk/>
            <pc:sldMk cId="3218836240" sldId="270"/>
            <ac:spMk id="17" creationId="{57F2BEAD-659D-5399-F0BA-10414EEA0A21}"/>
          </ac:spMkLst>
        </pc:spChg>
        <pc:spChg chg="del">
          <ac:chgData name="Patrick Merritt" userId="b92c223c-8880-48c6-9b0c-d25ee1bca468" providerId="ADAL" clId="{57BF9AB4-9F69-4414-AE07-AA66995556B1}" dt="2025-01-28T11:19:33.917" v="542" actId="478"/>
          <ac:spMkLst>
            <pc:docMk/>
            <pc:sldMk cId="3218836240" sldId="270"/>
            <ac:spMk id="18" creationId="{8497EF05-C94B-475D-B6C4-486880084B32}"/>
          </ac:spMkLst>
        </pc:spChg>
        <pc:spChg chg="del">
          <ac:chgData name="Patrick Merritt" userId="b92c223c-8880-48c6-9b0c-d25ee1bca468" providerId="ADAL" clId="{57BF9AB4-9F69-4414-AE07-AA66995556B1}" dt="2025-01-28T11:19:34.793" v="543" actId="478"/>
          <ac:spMkLst>
            <pc:docMk/>
            <pc:sldMk cId="3218836240" sldId="270"/>
            <ac:spMk id="19" creationId="{DC19A5E5-9A82-0C03-5CDB-8EFC1D9D39F4}"/>
          </ac:spMkLst>
        </pc:spChg>
        <pc:spChg chg="del">
          <ac:chgData name="Patrick Merritt" userId="b92c223c-8880-48c6-9b0c-d25ee1bca468" providerId="ADAL" clId="{57BF9AB4-9F69-4414-AE07-AA66995556B1}" dt="2025-01-28T11:19:22.271" v="536" actId="478"/>
          <ac:spMkLst>
            <pc:docMk/>
            <pc:sldMk cId="3218836240" sldId="270"/>
            <ac:spMk id="20" creationId="{221D698E-024A-0C51-3784-96FE2682D134}"/>
          </ac:spMkLst>
        </pc:spChg>
      </pc:sldChg>
      <pc:sldChg chg="add">
        <pc:chgData name="Patrick Merritt" userId="b92c223c-8880-48c6-9b0c-d25ee1bca468" providerId="ADAL" clId="{57BF9AB4-9F69-4414-AE07-AA66995556B1}" dt="2025-01-28T11:23:03.993" v="569"/>
        <pc:sldMkLst>
          <pc:docMk/>
          <pc:sldMk cId="4119323087" sldId="270"/>
        </pc:sldMkLst>
      </pc:sldChg>
      <pc:sldChg chg="add del">
        <pc:chgData name="Patrick Merritt" userId="b92c223c-8880-48c6-9b0c-d25ee1bca468" providerId="ADAL" clId="{57BF9AB4-9F69-4414-AE07-AA66995556B1}" dt="2025-01-28T11:24:02.097" v="629" actId="47"/>
        <pc:sldMkLst>
          <pc:docMk/>
          <pc:sldMk cId="282473569" sldId="271"/>
        </pc:sldMkLst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2776732755" sldId="271"/>
        </pc:sldMkLst>
      </pc:sldChg>
      <pc:sldChg chg="add">
        <pc:chgData name="Patrick Merritt" userId="b92c223c-8880-48c6-9b0c-d25ee1bca468" providerId="ADAL" clId="{57BF9AB4-9F69-4414-AE07-AA66995556B1}" dt="2025-01-28T11:23:03.993" v="569"/>
        <pc:sldMkLst>
          <pc:docMk/>
          <pc:sldMk cId="492853418" sldId="272"/>
        </pc:sldMkLst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4195600667" sldId="272"/>
        </pc:sldMkLst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238610303" sldId="273"/>
        </pc:sldMkLst>
      </pc:sldChg>
      <pc:sldChg chg="modSp new mod">
        <pc:chgData name="Patrick Merritt" userId="b92c223c-8880-48c6-9b0c-d25ee1bca468" providerId="ADAL" clId="{57BF9AB4-9F69-4414-AE07-AA66995556B1}" dt="2025-01-28T11:23:52.723" v="628" actId="20577"/>
        <pc:sldMkLst>
          <pc:docMk/>
          <pc:sldMk cId="1237565420" sldId="273"/>
        </pc:sldMkLst>
        <pc:spChg chg="mod">
          <ac:chgData name="Patrick Merritt" userId="b92c223c-8880-48c6-9b0c-d25ee1bca468" providerId="ADAL" clId="{57BF9AB4-9F69-4414-AE07-AA66995556B1}" dt="2025-01-28T11:23:32.052" v="593" actId="5793"/>
          <ac:spMkLst>
            <pc:docMk/>
            <pc:sldMk cId="1237565420" sldId="273"/>
            <ac:spMk id="2" creationId="{F2672AC4-D0F3-C655-B979-E20E5CD29CD4}"/>
          </ac:spMkLst>
        </pc:spChg>
        <pc:spChg chg="mod">
          <ac:chgData name="Patrick Merritt" userId="b92c223c-8880-48c6-9b0c-d25ee1bca468" providerId="ADAL" clId="{57BF9AB4-9F69-4414-AE07-AA66995556B1}" dt="2025-01-28T11:23:52.723" v="628" actId="20577"/>
          <ac:spMkLst>
            <pc:docMk/>
            <pc:sldMk cId="1237565420" sldId="273"/>
            <ac:spMk id="3" creationId="{AFC78B3D-2672-7A04-38FA-03620C3B38FD}"/>
          </ac:spMkLst>
        </pc:spChg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1983103907" sldId="274"/>
        </pc:sldMkLst>
      </pc:sldChg>
      <pc:sldChg chg="delSp modSp add mod ord delAnim modAnim">
        <pc:chgData name="Patrick Merritt" userId="b92c223c-8880-48c6-9b0c-d25ee1bca468" providerId="ADAL" clId="{57BF9AB4-9F69-4414-AE07-AA66995556B1}" dt="2025-01-28T11:24:52.706" v="671" actId="14100"/>
        <pc:sldMkLst>
          <pc:docMk/>
          <pc:sldMk cId="4236155328" sldId="274"/>
        </pc:sldMkLst>
        <pc:spChg chg="mod">
          <ac:chgData name="Patrick Merritt" userId="b92c223c-8880-48c6-9b0c-d25ee1bca468" providerId="ADAL" clId="{57BF9AB4-9F69-4414-AE07-AA66995556B1}" dt="2025-01-28T11:24:52.706" v="671" actId="14100"/>
          <ac:spMkLst>
            <pc:docMk/>
            <pc:sldMk cId="4236155328" sldId="274"/>
            <ac:spMk id="3" creationId="{CAFDD850-AF0B-EF86-F26F-00BFDDE7F0A7}"/>
          </ac:spMkLst>
        </pc:spChg>
        <pc:spChg chg="del">
          <ac:chgData name="Patrick Merritt" userId="b92c223c-8880-48c6-9b0c-d25ee1bca468" providerId="ADAL" clId="{57BF9AB4-9F69-4414-AE07-AA66995556B1}" dt="2025-01-28T11:24:27.929" v="635" actId="478"/>
          <ac:spMkLst>
            <pc:docMk/>
            <pc:sldMk cId="4236155328" sldId="274"/>
            <ac:spMk id="15" creationId="{C1D89CE5-EB00-F834-C9D4-E5243F22D2C4}"/>
          </ac:spMkLst>
        </pc:spChg>
        <pc:spChg chg="del">
          <ac:chgData name="Patrick Merritt" userId="b92c223c-8880-48c6-9b0c-d25ee1bca468" providerId="ADAL" clId="{57BF9AB4-9F69-4414-AE07-AA66995556B1}" dt="2025-01-28T11:24:27.162" v="634" actId="478"/>
          <ac:spMkLst>
            <pc:docMk/>
            <pc:sldMk cId="4236155328" sldId="274"/>
            <ac:spMk id="17" creationId="{999029D0-61BF-8D45-481D-6467389D95BD}"/>
          </ac:spMkLst>
        </pc:spChg>
        <pc:spChg chg="del">
          <ac:chgData name="Patrick Merritt" userId="b92c223c-8880-48c6-9b0c-d25ee1bca468" providerId="ADAL" clId="{57BF9AB4-9F69-4414-AE07-AA66995556B1}" dt="2025-01-28T11:24:35.962" v="639" actId="478"/>
          <ac:spMkLst>
            <pc:docMk/>
            <pc:sldMk cId="4236155328" sldId="274"/>
            <ac:spMk id="18" creationId="{0B762A0B-AE6B-37D0-BC1A-AFC7B6C8973B}"/>
          </ac:spMkLst>
        </pc:spChg>
        <pc:spChg chg="del">
          <ac:chgData name="Patrick Merritt" userId="b92c223c-8880-48c6-9b0c-d25ee1bca468" providerId="ADAL" clId="{57BF9AB4-9F69-4414-AE07-AA66995556B1}" dt="2025-01-28T11:24:36.701" v="640" actId="478"/>
          <ac:spMkLst>
            <pc:docMk/>
            <pc:sldMk cId="4236155328" sldId="274"/>
            <ac:spMk id="19" creationId="{2FD69EE8-DF34-9BA5-16FF-7E9E0DCF2EC4}"/>
          </ac:spMkLst>
        </pc:spChg>
        <pc:spChg chg="del">
          <ac:chgData name="Patrick Merritt" userId="b92c223c-8880-48c6-9b0c-d25ee1bca468" providerId="ADAL" clId="{57BF9AB4-9F69-4414-AE07-AA66995556B1}" dt="2025-01-28T11:24:26.027" v="633" actId="478"/>
          <ac:spMkLst>
            <pc:docMk/>
            <pc:sldMk cId="4236155328" sldId="274"/>
            <ac:spMk id="20" creationId="{81BE4CD4-4A35-679D-C5EA-D873D269F9A2}"/>
          </ac:spMkLst>
        </pc:spChg>
      </pc:sldChg>
      <pc:sldChg chg="addSp modSp new mod">
        <pc:chgData name="Patrick Merritt" userId="b92c223c-8880-48c6-9b0c-d25ee1bca468" providerId="ADAL" clId="{57BF9AB4-9F69-4414-AE07-AA66995556B1}" dt="2025-01-28T11:29:36.459" v="752" actId="5793"/>
        <pc:sldMkLst>
          <pc:docMk/>
          <pc:sldMk cId="3536218833" sldId="275"/>
        </pc:sldMkLst>
        <pc:spChg chg="mod">
          <ac:chgData name="Patrick Merritt" userId="b92c223c-8880-48c6-9b0c-d25ee1bca468" providerId="ADAL" clId="{57BF9AB4-9F69-4414-AE07-AA66995556B1}" dt="2025-01-28T11:29:11.356" v="684" actId="27636"/>
          <ac:spMkLst>
            <pc:docMk/>
            <pc:sldMk cId="3536218833" sldId="275"/>
            <ac:spMk id="2" creationId="{31752321-05AD-4AC3-D92C-85AB0662D853}"/>
          </ac:spMkLst>
        </pc:spChg>
        <pc:spChg chg="add mod">
          <ac:chgData name="Patrick Merritt" userId="b92c223c-8880-48c6-9b0c-d25ee1bca468" providerId="ADAL" clId="{57BF9AB4-9F69-4414-AE07-AA66995556B1}" dt="2025-01-28T11:29:36.459" v="752" actId="5793"/>
          <ac:spMkLst>
            <pc:docMk/>
            <pc:sldMk cId="3536218833" sldId="275"/>
            <ac:spMk id="6" creationId="{2B0A7507-8BDC-FCD1-CE82-E6C9EFC238F8}"/>
          </ac:spMkLst>
        </pc:spChg>
        <pc:picChg chg="add mod">
          <ac:chgData name="Patrick Merritt" userId="b92c223c-8880-48c6-9b0c-d25ee1bca468" providerId="ADAL" clId="{57BF9AB4-9F69-4414-AE07-AA66995556B1}" dt="2025-01-28T11:28:40.205" v="677" actId="1076"/>
          <ac:picMkLst>
            <pc:docMk/>
            <pc:sldMk cId="3536218833" sldId="275"/>
            <ac:picMk id="5" creationId="{65BFDBF9-FE82-CD86-E64B-58A15AE3934E}"/>
          </ac:picMkLst>
        </pc:picChg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3924396985" sldId="275"/>
        </pc:sldMkLst>
      </pc:sldChg>
      <pc:sldChg chg="new del">
        <pc:chgData name="Patrick Merritt" userId="b92c223c-8880-48c6-9b0c-d25ee1bca468" providerId="ADAL" clId="{57BF9AB4-9F69-4414-AE07-AA66995556B1}" dt="2025-01-28T11:29:03.651" v="682" actId="47"/>
        <pc:sldMkLst>
          <pc:docMk/>
          <pc:sldMk cId="1250344617" sldId="276"/>
        </pc:sldMkLst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1473613441" sldId="276"/>
        </pc:sldMkLst>
      </pc:sldChg>
      <pc:sldChg chg="addSp delSp modSp add mod">
        <pc:chgData name="Patrick Merritt" userId="b92c223c-8880-48c6-9b0c-d25ee1bca468" providerId="ADAL" clId="{57BF9AB4-9F69-4414-AE07-AA66995556B1}" dt="2025-01-28T11:42:48.315" v="842" actId="20577"/>
        <pc:sldMkLst>
          <pc:docMk/>
          <pc:sldMk cId="2390481743" sldId="276"/>
        </pc:sldMkLst>
        <pc:spChg chg="del">
          <ac:chgData name="Patrick Merritt" userId="b92c223c-8880-48c6-9b0c-d25ee1bca468" providerId="ADAL" clId="{57BF9AB4-9F69-4414-AE07-AA66995556B1}" dt="2025-01-28T11:42:10.736" v="763" actId="478"/>
          <ac:spMkLst>
            <pc:docMk/>
            <pc:sldMk cId="2390481743" sldId="276"/>
            <ac:spMk id="2" creationId="{5C4BBE57-A46E-A9B2-8775-A7CC9BC138F6}"/>
          </ac:spMkLst>
        </pc:spChg>
        <pc:spChg chg="del">
          <ac:chgData name="Patrick Merritt" userId="b92c223c-8880-48c6-9b0c-d25ee1bca468" providerId="ADAL" clId="{57BF9AB4-9F69-4414-AE07-AA66995556B1}" dt="2025-01-28T11:42:13.693" v="764" actId="478"/>
          <ac:spMkLst>
            <pc:docMk/>
            <pc:sldMk cId="2390481743" sldId="276"/>
            <ac:spMk id="3" creationId="{70FA7D84-F4D5-C9C9-BDA4-CFD597435CBE}"/>
          </ac:spMkLst>
        </pc:spChg>
        <pc:spChg chg="mod">
          <ac:chgData name="Patrick Merritt" userId="b92c223c-8880-48c6-9b0c-d25ee1bca468" providerId="ADAL" clId="{57BF9AB4-9F69-4414-AE07-AA66995556B1}" dt="2025-01-28T11:42:48.315" v="842" actId="20577"/>
          <ac:spMkLst>
            <pc:docMk/>
            <pc:sldMk cId="2390481743" sldId="276"/>
            <ac:spMk id="6" creationId="{27B8F86B-57E9-75AA-403C-D2CCF8772D98}"/>
          </ac:spMkLst>
        </pc:spChg>
        <pc:picChg chg="del">
          <ac:chgData name="Patrick Merritt" userId="b92c223c-8880-48c6-9b0c-d25ee1bca468" providerId="ADAL" clId="{57BF9AB4-9F69-4414-AE07-AA66995556B1}" dt="2025-01-28T11:41:57.374" v="760" actId="478"/>
          <ac:picMkLst>
            <pc:docMk/>
            <pc:sldMk cId="2390481743" sldId="276"/>
            <ac:picMk id="5" creationId="{7768C855-AA2D-CEBC-60AA-C576F21201EB}"/>
          </ac:picMkLst>
        </pc:picChg>
        <pc:picChg chg="add ord">
          <ac:chgData name="Patrick Merritt" userId="b92c223c-8880-48c6-9b0c-d25ee1bca468" providerId="ADAL" clId="{57BF9AB4-9F69-4414-AE07-AA66995556B1}" dt="2025-01-28T11:42:04.516" v="762" actId="167"/>
          <ac:picMkLst>
            <pc:docMk/>
            <pc:sldMk cId="2390481743" sldId="276"/>
            <ac:picMk id="7" creationId="{0402D610-C3E4-DA96-D2AC-5A15CA5D1E2C}"/>
          </ac:picMkLst>
        </pc:picChg>
      </pc:sldChg>
      <pc:sldChg chg="modSp add del mod">
        <pc:chgData name="Patrick Merritt" userId="b92c223c-8880-48c6-9b0c-d25ee1bca468" providerId="ADAL" clId="{57BF9AB4-9F69-4414-AE07-AA66995556B1}" dt="2025-01-28T11:28:57.535" v="680" actId="47"/>
        <pc:sldMkLst>
          <pc:docMk/>
          <pc:sldMk cId="3126186559" sldId="276"/>
        </pc:sldMkLst>
        <pc:spChg chg="mod">
          <ac:chgData name="Patrick Merritt" userId="b92c223c-8880-48c6-9b0c-d25ee1bca468" providerId="ADAL" clId="{57BF9AB4-9F69-4414-AE07-AA66995556B1}" dt="2025-01-28T11:28:55.422" v="679" actId="27636"/>
          <ac:spMkLst>
            <pc:docMk/>
            <pc:sldMk cId="3126186559" sldId="276"/>
            <ac:spMk id="2" creationId="{FBBAD568-1C73-E1FB-55CF-C63D566F14F5}"/>
          </ac:spMkLst>
        </pc:spChg>
      </pc:sldChg>
      <pc:sldChg chg="addSp delSp add del mod">
        <pc:chgData name="Patrick Merritt" userId="b92c223c-8880-48c6-9b0c-d25ee1bca468" providerId="ADAL" clId="{57BF9AB4-9F69-4414-AE07-AA66995556B1}" dt="2025-01-28T11:41:46.398" v="758" actId="47"/>
        <pc:sldMkLst>
          <pc:docMk/>
          <pc:sldMk cId="3722187677" sldId="276"/>
        </pc:sldMkLst>
        <pc:picChg chg="del">
          <ac:chgData name="Patrick Merritt" userId="b92c223c-8880-48c6-9b0c-d25ee1bca468" providerId="ADAL" clId="{57BF9AB4-9F69-4414-AE07-AA66995556B1}" dt="2025-01-28T11:29:45.976" v="754" actId="478"/>
          <ac:picMkLst>
            <pc:docMk/>
            <pc:sldMk cId="3722187677" sldId="276"/>
            <ac:picMk id="5" creationId="{DC271D4A-86F9-0332-94CB-26C07003CA9D}"/>
          </ac:picMkLst>
        </pc:picChg>
        <pc:picChg chg="add del">
          <ac:chgData name="Patrick Merritt" userId="b92c223c-8880-48c6-9b0c-d25ee1bca468" providerId="ADAL" clId="{57BF9AB4-9F69-4414-AE07-AA66995556B1}" dt="2025-01-28T11:41:35.522" v="756" actId="478"/>
          <ac:picMkLst>
            <pc:docMk/>
            <pc:sldMk cId="3722187677" sldId="276"/>
            <ac:picMk id="7" creationId="{30FC2A4C-ED29-287D-DA97-24CA7383BE5B}"/>
          </ac:picMkLst>
        </pc:picChg>
        <pc:picChg chg="add">
          <ac:chgData name="Patrick Merritt" userId="b92c223c-8880-48c6-9b0c-d25ee1bca468" providerId="ADAL" clId="{57BF9AB4-9F69-4414-AE07-AA66995556B1}" dt="2025-01-28T11:41:42.739" v="757" actId="22"/>
          <ac:picMkLst>
            <pc:docMk/>
            <pc:sldMk cId="3722187677" sldId="276"/>
            <ac:picMk id="9" creationId="{417E4FD2-67FA-D7AB-4EDB-E8486FFE1FB5}"/>
          </ac:picMkLst>
        </pc:picChg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344179166" sldId="277"/>
        </pc:sldMkLst>
      </pc:sldChg>
      <pc:sldChg chg="addSp modSp add mod">
        <pc:chgData name="Patrick Merritt" userId="b92c223c-8880-48c6-9b0c-d25ee1bca468" providerId="ADAL" clId="{57BF9AB4-9F69-4414-AE07-AA66995556B1}" dt="2025-01-28T11:44:49.672" v="919" actId="313"/>
        <pc:sldMkLst>
          <pc:docMk/>
          <pc:sldMk cId="401824732" sldId="277"/>
        </pc:sldMkLst>
        <pc:spChg chg="add mod">
          <ac:chgData name="Patrick Merritt" userId="b92c223c-8880-48c6-9b0c-d25ee1bca468" providerId="ADAL" clId="{57BF9AB4-9F69-4414-AE07-AA66995556B1}" dt="2025-01-28T11:44:17.560" v="847" actId="1076"/>
          <ac:spMkLst>
            <pc:docMk/>
            <pc:sldMk cId="401824732" sldId="277"/>
            <ac:spMk id="2" creationId="{21E6C661-7184-DE36-1EC5-5FF2A270457B}"/>
          </ac:spMkLst>
        </pc:spChg>
        <pc:spChg chg="mod">
          <ac:chgData name="Patrick Merritt" userId="b92c223c-8880-48c6-9b0c-d25ee1bca468" providerId="ADAL" clId="{57BF9AB4-9F69-4414-AE07-AA66995556B1}" dt="2025-01-28T11:44:49.672" v="919" actId="313"/>
          <ac:spMkLst>
            <pc:docMk/>
            <pc:sldMk cId="401824732" sldId="277"/>
            <ac:spMk id="6" creationId="{491E12D5-147D-2518-D343-291558179945}"/>
          </ac:spMkLst>
        </pc:spChg>
      </pc:sldChg>
      <pc:sldChg chg="addSp delSp modSp new mod modAnim">
        <pc:chgData name="Patrick Merritt" userId="b92c223c-8880-48c6-9b0c-d25ee1bca468" providerId="ADAL" clId="{57BF9AB4-9F69-4414-AE07-AA66995556B1}" dt="2025-01-28T11:49:55.286" v="1119" actId="1076"/>
        <pc:sldMkLst>
          <pc:docMk/>
          <pc:sldMk cId="387244162" sldId="278"/>
        </pc:sldMkLst>
        <pc:spChg chg="mod">
          <ac:chgData name="Patrick Merritt" userId="b92c223c-8880-48c6-9b0c-d25ee1bca468" providerId="ADAL" clId="{57BF9AB4-9F69-4414-AE07-AA66995556B1}" dt="2025-01-28T11:45:39.940" v="939" actId="5793"/>
          <ac:spMkLst>
            <pc:docMk/>
            <pc:sldMk cId="387244162" sldId="278"/>
            <ac:spMk id="2" creationId="{73F5B4B1-20ED-1209-7FAA-32B51BEDFCDF}"/>
          </ac:spMkLst>
        </pc:spChg>
        <pc:spChg chg="del">
          <ac:chgData name="Patrick Merritt" userId="b92c223c-8880-48c6-9b0c-d25ee1bca468" providerId="ADAL" clId="{57BF9AB4-9F69-4414-AE07-AA66995556B1}" dt="2025-01-28T11:45:41.742" v="940"/>
          <ac:spMkLst>
            <pc:docMk/>
            <pc:sldMk cId="387244162" sldId="278"/>
            <ac:spMk id="3" creationId="{5821DD35-8A73-64E6-C267-B5858B80F7F8}"/>
          </ac:spMkLst>
        </pc:spChg>
        <pc:spChg chg="add mod">
          <ac:chgData name="Patrick Merritt" userId="b92c223c-8880-48c6-9b0c-d25ee1bca468" providerId="ADAL" clId="{57BF9AB4-9F69-4414-AE07-AA66995556B1}" dt="2025-01-28T11:47:56.094" v="1092" actId="27636"/>
          <ac:spMkLst>
            <pc:docMk/>
            <pc:sldMk cId="387244162" sldId="278"/>
            <ac:spMk id="5" creationId="{0F8CB2FF-1182-4EA2-2E26-3C98EB8F4B7B}"/>
          </ac:spMkLst>
        </pc:spChg>
        <pc:picChg chg="add mod">
          <ac:chgData name="Patrick Merritt" userId="b92c223c-8880-48c6-9b0c-d25ee1bca468" providerId="ADAL" clId="{57BF9AB4-9F69-4414-AE07-AA66995556B1}" dt="2025-01-28T11:49:55.286" v="1119" actId="1076"/>
          <ac:picMkLst>
            <pc:docMk/>
            <pc:sldMk cId="387244162" sldId="278"/>
            <ac:picMk id="4" creationId="{1A15D6FB-9615-40E8-B722-12385744A7FC}"/>
          </ac:picMkLst>
        </pc:picChg>
        <pc:picChg chg="add del mod">
          <ac:chgData name="Patrick Merritt" userId="b92c223c-8880-48c6-9b0c-d25ee1bca468" providerId="ADAL" clId="{57BF9AB4-9F69-4414-AE07-AA66995556B1}" dt="2025-01-28T11:48:06.734" v="1096" actId="478"/>
          <ac:picMkLst>
            <pc:docMk/>
            <pc:sldMk cId="387244162" sldId="278"/>
            <ac:picMk id="6" creationId="{60523C69-A325-953C-F051-472978420EF3}"/>
          </ac:picMkLst>
        </pc:picChg>
        <pc:picChg chg="add mod">
          <ac:chgData name="Patrick Merritt" userId="b92c223c-8880-48c6-9b0c-d25ee1bca468" providerId="ADAL" clId="{57BF9AB4-9F69-4414-AE07-AA66995556B1}" dt="2025-01-28T11:49:55.286" v="1119" actId="1076"/>
          <ac:picMkLst>
            <pc:docMk/>
            <pc:sldMk cId="387244162" sldId="278"/>
            <ac:picMk id="7" creationId="{845E34A8-7D3E-F7DE-719D-29ACFE6ED63C}"/>
          </ac:picMkLst>
        </pc:picChg>
        <pc:picChg chg="add mod">
          <ac:chgData name="Patrick Merritt" userId="b92c223c-8880-48c6-9b0c-d25ee1bca468" providerId="ADAL" clId="{57BF9AB4-9F69-4414-AE07-AA66995556B1}" dt="2025-01-28T11:49:55.286" v="1119" actId="1076"/>
          <ac:picMkLst>
            <pc:docMk/>
            <pc:sldMk cId="387244162" sldId="278"/>
            <ac:picMk id="8" creationId="{805E706B-D693-4A2D-772C-C542C52ACB0C}"/>
          </ac:picMkLst>
        </pc:picChg>
        <pc:picChg chg="add mod">
          <ac:chgData name="Patrick Merritt" userId="b92c223c-8880-48c6-9b0c-d25ee1bca468" providerId="ADAL" clId="{57BF9AB4-9F69-4414-AE07-AA66995556B1}" dt="2025-01-28T11:49:55.286" v="1119" actId="1076"/>
          <ac:picMkLst>
            <pc:docMk/>
            <pc:sldMk cId="387244162" sldId="278"/>
            <ac:picMk id="9" creationId="{7C9DEFCF-9009-E84F-2D01-FD6259CCDAFC}"/>
          </ac:picMkLst>
        </pc:picChg>
        <pc:picChg chg="add mod">
          <ac:chgData name="Patrick Merritt" userId="b92c223c-8880-48c6-9b0c-d25ee1bca468" providerId="ADAL" clId="{57BF9AB4-9F69-4414-AE07-AA66995556B1}" dt="2025-01-28T11:49:55.286" v="1119" actId="1076"/>
          <ac:picMkLst>
            <pc:docMk/>
            <pc:sldMk cId="387244162" sldId="278"/>
            <ac:picMk id="10" creationId="{F99A25A2-CEF0-EF28-9BFA-D858FD378424}"/>
          </ac:picMkLst>
        </pc:picChg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2665862159" sldId="278"/>
        </pc:sldMkLst>
      </pc:sldChg>
      <pc:sldChg chg="add del modAnim">
        <pc:chgData name="Patrick Merritt" userId="b92c223c-8880-48c6-9b0c-d25ee1bca468" providerId="ADAL" clId="{57BF9AB4-9F69-4414-AE07-AA66995556B1}" dt="2025-01-28T11:49:40.633" v="1116" actId="2890"/>
        <pc:sldMkLst>
          <pc:docMk/>
          <pc:sldMk cId="684814035" sldId="279"/>
        </pc:sldMkLst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2823433187" sldId="279"/>
        </pc:sldMkLst>
      </pc:sldChg>
      <pc:sldChg chg="modSp add modAnim">
        <pc:chgData name="Patrick Merritt" userId="b92c223c-8880-48c6-9b0c-d25ee1bca468" providerId="ADAL" clId="{57BF9AB4-9F69-4414-AE07-AA66995556B1}" dt="2025-01-28T11:52:22.855" v="1171" actId="5793"/>
        <pc:sldMkLst>
          <pc:docMk/>
          <pc:sldMk cId="3740422682" sldId="279"/>
        </pc:sldMkLst>
        <pc:spChg chg="mod">
          <ac:chgData name="Patrick Merritt" userId="b92c223c-8880-48c6-9b0c-d25ee1bca468" providerId="ADAL" clId="{57BF9AB4-9F69-4414-AE07-AA66995556B1}" dt="2025-01-28T11:52:22.855" v="1171" actId="5793"/>
          <ac:spMkLst>
            <pc:docMk/>
            <pc:sldMk cId="3740422682" sldId="279"/>
            <ac:spMk id="5" creationId="{11CD1F63-E104-324D-AFBC-54E48E171C78}"/>
          </ac:spMkLst>
        </pc:spChg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2150877522" sldId="280"/>
        </pc:sldMkLst>
      </pc:sldChg>
      <pc:sldChg chg="addSp delSp modSp add mod ord">
        <pc:chgData name="Patrick Merritt" userId="b92c223c-8880-48c6-9b0c-d25ee1bca468" providerId="ADAL" clId="{57BF9AB4-9F69-4414-AE07-AA66995556B1}" dt="2025-01-28T11:54:47.467" v="1317" actId="1076"/>
        <pc:sldMkLst>
          <pc:docMk/>
          <pc:sldMk cId="3598974698" sldId="280"/>
        </pc:sldMkLst>
        <pc:spChg chg="mod">
          <ac:chgData name="Patrick Merritt" userId="b92c223c-8880-48c6-9b0c-d25ee1bca468" providerId="ADAL" clId="{57BF9AB4-9F69-4414-AE07-AA66995556B1}" dt="2025-01-28T11:53:51.631" v="1310" actId="5793"/>
          <ac:spMkLst>
            <pc:docMk/>
            <pc:sldMk cId="3598974698" sldId="280"/>
            <ac:spMk id="5" creationId="{F0831E6F-AE91-FA59-CF3E-238D57A1EAB0}"/>
          </ac:spMkLst>
        </pc:spChg>
        <pc:picChg chg="add mod">
          <ac:chgData name="Patrick Merritt" userId="b92c223c-8880-48c6-9b0c-d25ee1bca468" providerId="ADAL" clId="{57BF9AB4-9F69-4414-AE07-AA66995556B1}" dt="2025-01-28T11:52:54.718" v="1182" actId="1076"/>
          <ac:picMkLst>
            <pc:docMk/>
            <pc:sldMk cId="3598974698" sldId="280"/>
            <ac:picMk id="3" creationId="{E337FA0F-54AD-FD4A-FF5C-3F3352AA3060}"/>
          </ac:picMkLst>
        </pc:picChg>
        <pc:picChg chg="del">
          <ac:chgData name="Patrick Merritt" userId="b92c223c-8880-48c6-9b0c-d25ee1bca468" providerId="ADAL" clId="{57BF9AB4-9F69-4414-AE07-AA66995556B1}" dt="2025-01-28T11:52:44.961" v="1179" actId="478"/>
          <ac:picMkLst>
            <pc:docMk/>
            <pc:sldMk cId="3598974698" sldId="280"/>
            <ac:picMk id="7" creationId="{1A389DF0-BA21-A38C-3ECC-46A1FCAC9837}"/>
          </ac:picMkLst>
        </pc:picChg>
        <pc:picChg chg="del">
          <ac:chgData name="Patrick Merritt" userId="b92c223c-8880-48c6-9b0c-d25ee1bca468" providerId="ADAL" clId="{57BF9AB4-9F69-4414-AE07-AA66995556B1}" dt="2025-01-28T11:52:44.303" v="1178" actId="478"/>
          <ac:picMkLst>
            <pc:docMk/>
            <pc:sldMk cId="3598974698" sldId="280"/>
            <ac:picMk id="8" creationId="{08E47456-566A-5D4F-D2AE-40B9FE9C1C1D}"/>
          </ac:picMkLst>
        </pc:picChg>
        <pc:picChg chg="del mod">
          <ac:chgData name="Patrick Merritt" userId="b92c223c-8880-48c6-9b0c-d25ee1bca468" providerId="ADAL" clId="{57BF9AB4-9F69-4414-AE07-AA66995556B1}" dt="2025-01-28T11:52:43.451" v="1177" actId="478"/>
          <ac:picMkLst>
            <pc:docMk/>
            <pc:sldMk cId="3598974698" sldId="280"/>
            <ac:picMk id="9" creationId="{1BB5CFC8-186A-BE2B-764C-F020EBB8D82C}"/>
          </ac:picMkLst>
        </pc:picChg>
        <pc:picChg chg="del">
          <ac:chgData name="Patrick Merritt" userId="b92c223c-8880-48c6-9b0c-d25ee1bca468" providerId="ADAL" clId="{57BF9AB4-9F69-4414-AE07-AA66995556B1}" dt="2025-01-28T11:52:42.508" v="1175" actId="478"/>
          <ac:picMkLst>
            <pc:docMk/>
            <pc:sldMk cId="3598974698" sldId="280"/>
            <ac:picMk id="10" creationId="{09F7CBC2-AFE9-BEFD-A3BE-1ACA204D6AA8}"/>
          </ac:picMkLst>
        </pc:picChg>
        <pc:cxnChg chg="add mod">
          <ac:chgData name="Patrick Merritt" userId="b92c223c-8880-48c6-9b0c-d25ee1bca468" providerId="ADAL" clId="{57BF9AB4-9F69-4414-AE07-AA66995556B1}" dt="2025-01-28T11:54:38.877" v="1315" actId="693"/>
          <ac:cxnSpMkLst>
            <pc:docMk/>
            <pc:sldMk cId="3598974698" sldId="280"/>
            <ac:cxnSpMk id="11" creationId="{43E62AD2-0133-9D7A-0FFA-7FD736422B13}"/>
          </ac:cxnSpMkLst>
        </pc:cxnChg>
        <pc:cxnChg chg="add mod">
          <ac:chgData name="Patrick Merritt" userId="b92c223c-8880-48c6-9b0c-d25ee1bca468" providerId="ADAL" clId="{57BF9AB4-9F69-4414-AE07-AA66995556B1}" dt="2025-01-28T11:54:47.467" v="1317" actId="1076"/>
          <ac:cxnSpMkLst>
            <pc:docMk/>
            <pc:sldMk cId="3598974698" sldId="280"/>
            <ac:cxnSpMk id="13" creationId="{1DE19CE2-608A-EB22-7B49-A3CC992028BD}"/>
          </ac:cxnSpMkLst>
        </pc:cxnChg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3039390461" sldId="281"/>
        </pc:sldMkLst>
      </pc:sldChg>
      <pc:sldChg chg="addSp modSp add mod">
        <pc:chgData name="Patrick Merritt" userId="b92c223c-8880-48c6-9b0c-d25ee1bca468" providerId="ADAL" clId="{57BF9AB4-9F69-4414-AE07-AA66995556B1}" dt="2025-01-28T11:57:44.111" v="1506" actId="20577"/>
        <pc:sldMkLst>
          <pc:docMk/>
          <pc:sldMk cId="3929890811" sldId="281"/>
        </pc:sldMkLst>
        <pc:spChg chg="add mod">
          <ac:chgData name="Patrick Merritt" userId="b92c223c-8880-48c6-9b0c-d25ee1bca468" providerId="ADAL" clId="{57BF9AB4-9F69-4414-AE07-AA66995556B1}" dt="2025-01-28T11:57:44.111" v="1506" actId="20577"/>
          <ac:spMkLst>
            <pc:docMk/>
            <pc:sldMk cId="3929890811" sldId="281"/>
            <ac:spMk id="6" creationId="{83BE0DFA-E866-8EF9-DFA5-606F984CD6BD}"/>
          </ac:spMkLst>
        </pc:spChg>
      </pc:sldChg>
      <pc:sldChg chg="modSp new mod">
        <pc:chgData name="Patrick Merritt" userId="b92c223c-8880-48c6-9b0c-d25ee1bca468" providerId="ADAL" clId="{57BF9AB4-9F69-4414-AE07-AA66995556B1}" dt="2025-01-28T12:01:44.145" v="1949" actId="20577"/>
        <pc:sldMkLst>
          <pc:docMk/>
          <pc:sldMk cId="3407933432" sldId="282"/>
        </pc:sldMkLst>
        <pc:spChg chg="mod">
          <ac:chgData name="Patrick Merritt" userId="b92c223c-8880-48c6-9b0c-d25ee1bca468" providerId="ADAL" clId="{57BF9AB4-9F69-4414-AE07-AA66995556B1}" dt="2025-01-28T11:58:04.987" v="1535" actId="20577"/>
          <ac:spMkLst>
            <pc:docMk/>
            <pc:sldMk cId="3407933432" sldId="282"/>
            <ac:spMk id="2" creationId="{F3D03B12-65D6-07F2-4688-919CE244CC8C}"/>
          </ac:spMkLst>
        </pc:spChg>
        <pc:spChg chg="mod">
          <ac:chgData name="Patrick Merritt" userId="b92c223c-8880-48c6-9b0c-d25ee1bca468" providerId="ADAL" clId="{57BF9AB4-9F69-4414-AE07-AA66995556B1}" dt="2025-01-28T12:01:44.145" v="1949" actId="20577"/>
          <ac:spMkLst>
            <pc:docMk/>
            <pc:sldMk cId="3407933432" sldId="282"/>
            <ac:spMk id="3" creationId="{C0FD85C8-6FB5-2176-57E8-7D4007F2ABC8}"/>
          </ac:spMkLst>
        </pc:spChg>
      </pc:sldChg>
      <pc:sldChg chg="addSp delSp modSp new mod">
        <pc:chgData name="Patrick Merritt" userId="b92c223c-8880-48c6-9b0c-d25ee1bca468" providerId="ADAL" clId="{57BF9AB4-9F69-4414-AE07-AA66995556B1}" dt="2025-01-28T12:08:45.093" v="2292" actId="207"/>
        <pc:sldMkLst>
          <pc:docMk/>
          <pc:sldMk cId="947595479" sldId="283"/>
        </pc:sldMkLst>
        <pc:spChg chg="mod">
          <ac:chgData name="Patrick Merritt" userId="b92c223c-8880-48c6-9b0c-d25ee1bca468" providerId="ADAL" clId="{57BF9AB4-9F69-4414-AE07-AA66995556B1}" dt="2025-01-28T12:01:56.026" v="1963" actId="313"/>
          <ac:spMkLst>
            <pc:docMk/>
            <pc:sldMk cId="947595479" sldId="283"/>
            <ac:spMk id="2" creationId="{3AAF9BC6-3672-3F08-43D9-A80C2547DBFB}"/>
          </ac:spMkLst>
        </pc:spChg>
        <pc:spChg chg="mod">
          <ac:chgData name="Patrick Merritt" userId="b92c223c-8880-48c6-9b0c-d25ee1bca468" providerId="ADAL" clId="{57BF9AB4-9F69-4414-AE07-AA66995556B1}" dt="2025-01-28T12:05:22.700" v="2247" actId="20577"/>
          <ac:spMkLst>
            <pc:docMk/>
            <pc:sldMk cId="947595479" sldId="283"/>
            <ac:spMk id="3" creationId="{89859B75-1868-A105-D401-83DFFD4C4656}"/>
          </ac:spMkLst>
        </pc:spChg>
        <pc:spChg chg="mod">
          <ac:chgData name="Patrick Merritt" userId="b92c223c-8880-48c6-9b0c-d25ee1bca468" providerId="ADAL" clId="{57BF9AB4-9F69-4414-AE07-AA66995556B1}" dt="2025-01-28T12:05:35.217" v="2248"/>
          <ac:spMkLst>
            <pc:docMk/>
            <pc:sldMk cId="947595479" sldId="283"/>
            <ac:spMk id="5" creationId="{9E8356C6-5ADC-BFAC-D788-C9CF5030A1B1}"/>
          </ac:spMkLst>
        </pc:spChg>
        <pc:spChg chg="mod">
          <ac:chgData name="Patrick Merritt" userId="b92c223c-8880-48c6-9b0c-d25ee1bca468" providerId="ADAL" clId="{57BF9AB4-9F69-4414-AE07-AA66995556B1}" dt="2025-01-28T12:05:35.217" v="2248"/>
          <ac:spMkLst>
            <pc:docMk/>
            <pc:sldMk cId="947595479" sldId="283"/>
            <ac:spMk id="8" creationId="{8F7716F2-8327-BE6C-C9EB-D692487B19D5}"/>
          </ac:spMkLst>
        </pc:spChg>
        <pc:spChg chg="mod">
          <ac:chgData name="Patrick Merritt" userId="b92c223c-8880-48c6-9b0c-d25ee1bca468" providerId="ADAL" clId="{57BF9AB4-9F69-4414-AE07-AA66995556B1}" dt="2025-01-28T12:05:35.217" v="2248"/>
          <ac:spMkLst>
            <pc:docMk/>
            <pc:sldMk cId="947595479" sldId="283"/>
            <ac:spMk id="9" creationId="{F8993D60-6DFF-51CF-AB60-8FBD6ED01448}"/>
          </ac:spMkLst>
        </pc:spChg>
        <pc:spChg chg="mod">
          <ac:chgData name="Patrick Merritt" userId="b92c223c-8880-48c6-9b0c-d25ee1bca468" providerId="ADAL" clId="{57BF9AB4-9F69-4414-AE07-AA66995556B1}" dt="2025-01-28T12:05:35.217" v="2248"/>
          <ac:spMkLst>
            <pc:docMk/>
            <pc:sldMk cId="947595479" sldId="283"/>
            <ac:spMk id="10" creationId="{79165CB4-4DC3-7CF7-AF80-1A9F2A36C71C}"/>
          </ac:spMkLst>
        </pc:spChg>
        <pc:spChg chg="mod">
          <ac:chgData name="Patrick Merritt" userId="b92c223c-8880-48c6-9b0c-d25ee1bca468" providerId="ADAL" clId="{57BF9AB4-9F69-4414-AE07-AA66995556B1}" dt="2025-01-28T12:05:35.217" v="2248"/>
          <ac:spMkLst>
            <pc:docMk/>
            <pc:sldMk cId="947595479" sldId="283"/>
            <ac:spMk id="11" creationId="{FDF22AB4-EDD3-EC4D-EA50-DC262AED6DAB}"/>
          </ac:spMkLst>
        </pc:spChg>
        <pc:spChg chg="mod">
          <ac:chgData name="Patrick Merritt" userId="b92c223c-8880-48c6-9b0c-d25ee1bca468" providerId="ADAL" clId="{57BF9AB4-9F69-4414-AE07-AA66995556B1}" dt="2025-01-28T12:05:35.217" v="2248"/>
          <ac:spMkLst>
            <pc:docMk/>
            <pc:sldMk cId="947595479" sldId="283"/>
            <ac:spMk id="12" creationId="{336A1DC1-92F9-4D7E-666C-109428DD9E21}"/>
          </ac:spMkLst>
        </pc:spChg>
        <pc:spChg chg="add del mod">
          <ac:chgData name="Patrick Merritt" userId="b92c223c-8880-48c6-9b0c-d25ee1bca468" providerId="ADAL" clId="{57BF9AB4-9F69-4414-AE07-AA66995556B1}" dt="2025-01-28T12:05:40.967" v="2250" actId="478"/>
          <ac:spMkLst>
            <pc:docMk/>
            <pc:sldMk cId="947595479" sldId="283"/>
            <ac:spMk id="13" creationId="{B5996331-C261-F168-7AA3-20F647DCF5FA}"/>
          </ac:spMkLst>
        </pc:spChg>
        <pc:spChg chg="add del mod">
          <ac:chgData name="Patrick Merritt" userId="b92c223c-8880-48c6-9b0c-d25ee1bca468" providerId="ADAL" clId="{57BF9AB4-9F69-4414-AE07-AA66995556B1}" dt="2025-01-28T12:05:40.967" v="2250" actId="478"/>
          <ac:spMkLst>
            <pc:docMk/>
            <pc:sldMk cId="947595479" sldId="283"/>
            <ac:spMk id="14" creationId="{13C7EB28-272C-69B5-2F61-2DE50DEA9D8B}"/>
          </ac:spMkLst>
        </pc:spChg>
        <pc:spChg chg="add del mod">
          <ac:chgData name="Patrick Merritt" userId="b92c223c-8880-48c6-9b0c-d25ee1bca468" providerId="ADAL" clId="{57BF9AB4-9F69-4414-AE07-AA66995556B1}" dt="2025-01-28T12:07:31.488" v="2279" actId="478"/>
          <ac:spMkLst>
            <pc:docMk/>
            <pc:sldMk cId="947595479" sldId="283"/>
            <ac:spMk id="15" creationId="{21EC7B9B-6EEB-5581-6621-86E09633143F}"/>
          </ac:spMkLst>
        </pc:spChg>
        <pc:spChg chg="mod">
          <ac:chgData name="Patrick Merritt" userId="b92c223c-8880-48c6-9b0c-d25ee1bca468" providerId="ADAL" clId="{57BF9AB4-9F69-4414-AE07-AA66995556B1}" dt="2025-01-28T12:07:42.926" v="2282"/>
          <ac:spMkLst>
            <pc:docMk/>
            <pc:sldMk cId="947595479" sldId="283"/>
            <ac:spMk id="17" creationId="{2919322D-6E46-9AB1-4555-508C80A7CFA5}"/>
          </ac:spMkLst>
        </pc:spChg>
        <pc:spChg chg="mod">
          <ac:chgData name="Patrick Merritt" userId="b92c223c-8880-48c6-9b0c-d25ee1bca468" providerId="ADAL" clId="{57BF9AB4-9F69-4414-AE07-AA66995556B1}" dt="2025-01-28T12:07:42.926" v="2282"/>
          <ac:spMkLst>
            <pc:docMk/>
            <pc:sldMk cId="947595479" sldId="283"/>
            <ac:spMk id="20" creationId="{53D357A6-CB0B-C842-51A9-4F5835EB3D53}"/>
          </ac:spMkLst>
        </pc:spChg>
        <pc:spChg chg="mod">
          <ac:chgData name="Patrick Merritt" userId="b92c223c-8880-48c6-9b0c-d25ee1bca468" providerId="ADAL" clId="{57BF9AB4-9F69-4414-AE07-AA66995556B1}" dt="2025-01-28T12:07:42.926" v="2282"/>
          <ac:spMkLst>
            <pc:docMk/>
            <pc:sldMk cId="947595479" sldId="283"/>
            <ac:spMk id="21" creationId="{686AB17B-7365-9C77-475E-D35A089A5946}"/>
          </ac:spMkLst>
        </pc:spChg>
        <pc:spChg chg="mod">
          <ac:chgData name="Patrick Merritt" userId="b92c223c-8880-48c6-9b0c-d25ee1bca468" providerId="ADAL" clId="{57BF9AB4-9F69-4414-AE07-AA66995556B1}" dt="2025-01-28T12:07:42.926" v="2282"/>
          <ac:spMkLst>
            <pc:docMk/>
            <pc:sldMk cId="947595479" sldId="283"/>
            <ac:spMk id="22" creationId="{5E5408C4-F2D8-D3A6-CFD6-E15AA41D16C1}"/>
          </ac:spMkLst>
        </pc:spChg>
        <pc:spChg chg="mod">
          <ac:chgData name="Patrick Merritt" userId="b92c223c-8880-48c6-9b0c-d25ee1bca468" providerId="ADAL" clId="{57BF9AB4-9F69-4414-AE07-AA66995556B1}" dt="2025-01-28T12:07:42.926" v="2282"/>
          <ac:spMkLst>
            <pc:docMk/>
            <pc:sldMk cId="947595479" sldId="283"/>
            <ac:spMk id="23" creationId="{5BB75A9E-BABD-155F-CC7B-5267439B6AF2}"/>
          </ac:spMkLst>
        </pc:spChg>
        <pc:spChg chg="mod">
          <ac:chgData name="Patrick Merritt" userId="b92c223c-8880-48c6-9b0c-d25ee1bca468" providerId="ADAL" clId="{57BF9AB4-9F69-4414-AE07-AA66995556B1}" dt="2025-01-28T12:07:42.926" v="2282"/>
          <ac:spMkLst>
            <pc:docMk/>
            <pc:sldMk cId="947595479" sldId="283"/>
            <ac:spMk id="24" creationId="{D2AD6715-68E0-826A-CA70-7954E949B960}"/>
          </ac:spMkLst>
        </pc:spChg>
        <pc:spChg chg="add mod">
          <ac:chgData name="Patrick Merritt" userId="b92c223c-8880-48c6-9b0c-d25ee1bca468" providerId="ADAL" clId="{57BF9AB4-9F69-4414-AE07-AA66995556B1}" dt="2025-01-28T12:08:45.093" v="2292" actId="207"/>
          <ac:spMkLst>
            <pc:docMk/>
            <pc:sldMk cId="947595479" sldId="283"/>
            <ac:spMk id="28" creationId="{059F187A-ADE7-AB80-C09D-44CAE101E23B}"/>
          </ac:spMkLst>
        </pc:spChg>
        <pc:grpChg chg="add mod">
          <ac:chgData name="Patrick Merritt" userId="b92c223c-8880-48c6-9b0c-d25ee1bca468" providerId="ADAL" clId="{57BF9AB4-9F69-4414-AE07-AA66995556B1}" dt="2025-01-28T12:05:37.718" v="2249" actId="1076"/>
          <ac:grpSpMkLst>
            <pc:docMk/>
            <pc:sldMk cId="947595479" sldId="283"/>
            <ac:grpSpMk id="4" creationId="{575CD369-E38A-F57B-C640-0D58BF3EC8B0}"/>
          </ac:grpSpMkLst>
        </pc:grpChg>
        <pc:grpChg chg="mod">
          <ac:chgData name="Patrick Merritt" userId="b92c223c-8880-48c6-9b0c-d25ee1bca468" providerId="ADAL" clId="{57BF9AB4-9F69-4414-AE07-AA66995556B1}" dt="2025-01-28T12:05:35.217" v="2248"/>
          <ac:grpSpMkLst>
            <pc:docMk/>
            <pc:sldMk cId="947595479" sldId="283"/>
            <ac:grpSpMk id="6" creationId="{F6866BC2-5658-D153-C4ED-444E7B5F3B69}"/>
          </ac:grpSpMkLst>
        </pc:grpChg>
        <pc:grpChg chg="add mod">
          <ac:chgData name="Patrick Merritt" userId="b92c223c-8880-48c6-9b0c-d25ee1bca468" providerId="ADAL" clId="{57BF9AB4-9F69-4414-AE07-AA66995556B1}" dt="2025-01-28T12:07:45.978" v="2283" actId="1076"/>
          <ac:grpSpMkLst>
            <pc:docMk/>
            <pc:sldMk cId="947595479" sldId="283"/>
            <ac:grpSpMk id="16" creationId="{5A24F2A9-0986-2092-286F-2FE17F3CECE9}"/>
          </ac:grpSpMkLst>
        </pc:grpChg>
        <pc:grpChg chg="mod">
          <ac:chgData name="Patrick Merritt" userId="b92c223c-8880-48c6-9b0c-d25ee1bca468" providerId="ADAL" clId="{57BF9AB4-9F69-4414-AE07-AA66995556B1}" dt="2025-01-28T12:07:42.926" v="2282"/>
          <ac:grpSpMkLst>
            <pc:docMk/>
            <pc:sldMk cId="947595479" sldId="283"/>
            <ac:grpSpMk id="18" creationId="{113AA843-8BD8-E23B-5557-CAD7FF5DC53B}"/>
          </ac:grpSpMkLst>
        </pc:grpChg>
        <pc:grpChg chg="mod">
          <ac:chgData name="Patrick Merritt" userId="b92c223c-8880-48c6-9b0c-d25ee1bca468" providerId="ADAL" clId="{57BF9AB4-9F69-4414-AE07-AA66995556B1}" dt="2025-01-28T12:07:42.926" v="2282"/>
          <ac:grpSpMkLst>
            <pc:docMk/>
            <pc:sldMk cId="947595479" sldId="283"/>
            <ac:grpSpMk id="19" creationId="{3DEA4562-E3DF-0B4E-ADE2-88F289E6D857}"/>
          </ac:grpSpMkLst>
        </pc:grpChg>
        <pc:picChg chg="add mod">
          <ac:chgData name="Patrick Merritt" userId="b92c223c-8880-48c6-9b0c-d25ee1bca468" providerId="ADAL" clId="{57BF9AB4-9F69-4414-AE07-AA66995556B1}" dt="2025-01-28T12:08:16.033" v="2288" actId="166"/>
          <ac:picMkLst>
            <pc:docMk/>
            <pc:sldMk cId="947595479" sldId="283"/>
            <ac:picMk id="4098" creationId="{B09F6FBE-019B-ABB0-D891-5B802907B15C}"/>
          </ac:picMkLst>
        </pc:picChg>
        <pc:cxnChg chg="add mod">
          <ac:chgData name="Patrick Merritt" userId="b92c223c-8880-48c6-9b0c-d25ee1bca468" providerId="ADAL" clId="{57BF9AB4-9F69-4414-AE07-AA66995556B1}" dt="2025-01-28T12:08:04.282" v="2286" actId="208"/>
          <ac:cxnSpMkLst>
            <pc:docMk/>
            <pc:sldMk cId="947595479" sldId="283"/>
            <ac:cxnSpMk id="26" creationId="{9F855395-5D01-96BA-B12F-F5DA942FD295}"/>
          </ac:cxnSpMkLst>
        </pc:cxnChg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4042338702" sldId="283"/>
        </pc:sldMkLst>
      </pc:sldChg>
      <pc:sldChg chg="addSp modSp new mod">
        <pc:chgData name="Patrick Merritt" userId="b92c223c-8880-48c6-9b0c-d25ee1bca468" providerId="ADAL" clId="{57BF9AB4-9F69-4414-AE07-AA66995556B1}" dt="2025-01-28T12:10:03.424" v="2454" actId="20577"/>
        <pc:sldMkLst>
          <pc:docMk/>
          <pc:sldMk cId="170711709" sldId="284"/>
        </pc:sldMkLst>
        <pc:spChg chg="mod">
          <ac:chgData name="Patrick Merritt" userId="b92c223c-8880-48c6-9b0c-d25ee1bca468" providerId="ADAL" clId="{57BF9AB4-9F69-4414-AE07-AA66995556B1}" dt="2025-01-28T12:09:04.526" v="2321" actId="20577"/>
          <ac:spMkLst>
            <pc:docMk/>
            <pc:sldMk cId="170711709" sldId="284"/>
            <ac:spMk id="2" creationId="{814EDEA8-A98A-78D9-0A9E-39CECDC85502}"/>
          </ac:spMkLst>
        </pc:spChg>
        <pc:spChg chg="mod">
          <ac:chgData name="Patrick Merritt" userId="b92c223c-8880-48c6-9b0c-d25ee1bca468" providerId="ADAL" clId="{57BF9AB4-9F69-4414-AE07-AA66995556B1}" dt="2025-01-28T12:10:03.424" v="2454" actId="20577"/>
          <ac:spMkLst>
            <pc:docMk/>
            <pc:sldMk cId="170711709" sldId="284"/>
            <ac:spMk id="3" creationId="{99B0763C-624A-D899-0F43-FFD0A7474830}"/>
          </ac:spMkLst>
        </pc:spChg>
        <pc:picChg chg="add mod">
          <ac:chgData name="Patrick Merritt" userId="b92c223c-8880-48c6-9b0c-d25ee1bca468" providerId="ADAL" clId="{57BF9AB4-9F69-4414-AE07-AA66995556B1}" dt="2025-01-28T12:09:52.810" v="2447" actId="14100"/>
          <ac:picMkLst>
            <pc:docMk/>
            <pc:sldMk cId="170711709" sldId="284"/>
            <ac:picMk id="4" creationId="{8417430C-8A66-CEFB-3E17-222ECC8E89F3}"/>
          </ac:picMkLst>
        </pc:picChg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3658221199" sldId="284"/>
        </pc:sldMkLst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412883725" sldId="285"/>
        </pc:sldMkLst>
      </pc:sldChg>
      <pc:sldChg chg="modSp add mod">
        <pc:chgData name="Patrick Merritt" userId="b92c223c-8880-48c6-9b0c-d25ee1bca468" providerId="ADAL" clId="{57BF9AB4-9F69-4414-AE07-AA66995556B1}" dt="2025-01-28T12:10:53.300" v="2567" actId="20577"/>
        <pc:sldMkLst>
          <pc:docMk/>
          <pc:sldMk cId="2535666167" sldId="285"/>
        </pc:sldMkLst>
        <pc:spChg chg="mod">
          <ac:chgData name="Patrick Merritt" userId="b92c223c-8880-48c6-9b0c-d25ee1bca468" providerId="ADAL" clId="{57BF9AB4-9F69-4414-AE07-AA66995556B1}" dt="2025-01-28T12:10:53.300" v="2567" actId="20577"/>
          <ac:spMkLst>
            <pc:docMk/>
            <pc:sldMk cId="2535666167" sldId="285"/>
            <ac:spMk id="3" creationId="{E5170541-22A9-0A63-436C-B29CC03B4C01}"/>
          </ac:spMkLst>
        </pc:spChg>
      </pc:sldChg>
      <pc:sldChg chg="modSp new del mod">
        <pc:chgData name="Patrick Merritt" userId="b92c223c-8880-48c6-9b0c-d25ee1bca468" providerId="ADAL" clId="{57BF9AB4-9F69-4414-AE07-AA66995556B1}" dt="2025-01-28T12:11:20.456" v="2617" actId="47"/>
        <pc:sldMkLst>
          <pc:docMk/>
          <pc:sldMk cId="2229588869" sldId="286"/>
        </pc:sldMkLst>
        <pc:spChg chg="mod">
          <ac:chgData name="Patrick Merritt" userId="b92c223c-8880-48c6-9b0c-d25ee1bca468" providerId="ADAL" clId="{57BF9AB4-9F69-4414-AE07-AA66995556B1}" dt="2025-01-28T12:11:16.541" v="2615" actId="20577"/>
          <ac:spMkLst>
            <pc:docMk/>
            <pc:sldMk cId="2229588869" sldId="286"/>
            <ac:spMk id="2" creationId="{DB50F4F7-2210-61C9-B022-08ABCD8FAF41}"/>
          </ac:spMkLst>
        </pc:spChg>
      </pc:sldChg>
      <pc:sldChg chg="del">
        <pc:chgData name="Patrick Merritt" userId="b92c223c-8880-48c6-9b0c-d25ee1bca468" providerId="ADAL" clId="{57BF9AB4-9F69-4414-AE07-AA66995556B1}" dt="2025-01-28T10:52:06.415" v="33" actId="47"/>
        <pc:sldMkLst>
          <pc:docMk/>
          <pc:sldMk cId="3121156654" sldId="286"/>
        </pc:sldMkLst>
      </pc:sldChg>
      <pc:sldChg chg="addSp modSp add mod">
        <pc:chgData name="Patrick Merritt" userId="b92c223c-8880-48c6-9b0c-d25ee1bca468" providerId="ADAL" clId="{57BF9AB4-9F69-4414-AE07-AA66995556B1}" dt="2025-01-28T12:16:51.014" v="2871" actId="20577"/>
        <pc:sldMkLst>
          <pc:docMk/>
          <pc:sldMk cId="909594692" sldId="287"/>
        </pc:sldMkLst>
        <pc:spChg chg="mod">
          <ac:chgData name="Patrick Merritt" userId="b92c223c-8880-48c6-9b0c-d25ee1bca468" providerId="ADAL" clId="{57BF9AB4-9F69-4414-AE07-AA66995556B1}" dt="2025-01-28T12:16:51.014" v="2871" actId="20577"/>
          <ac:spMkLst>
            <pc:docMk/>
            <pc:sldMk cId="909594692" sldId="287"/>
            <ac:spMk id="3" creationId="{453603DB-FF4E-575C-0708-1492C1662AD7}"/>
          </ac:spMkLst>
        </pc:spChg>
        <pc:spChg chg="add mod">
          <ac:chgData name="Patrick Merritt" userId="b92c223c-8880-48c6-9b0c-d25ee1bca468" providerId="ADAL" clId="{57BF9AB4-9F69-4414-AE07-AA66995556B1}" dt="2025-01-28T12:14:58.155" v="2718" actId="208"/>
          <ac:spMkLst>
            <pc:docMk/>
            <pc:sldMk cId="909594692" sldId="287"/>
            <ac:spMk id="5" creationId="{525C0CEE-C033-0C6C-4DF1-E752E559FDCD}"/>
          </ac:spMkLst>
        </pc:spChg>
      </pc:sldChg>
      <pc:sldChg chg="addSp delSp modSp new mod modClrScheme chgLayout">
        <pc:chgData name="Patrick Merritt" userId="b92c223c-8880-48c6-9b0c-d25ee1bca468" providerId="ADAL" clId="{57BF9AB4-9F69-4414-AE07-AA66995556B1}" dt="2025-01-28T12:16:33.633" v="2866" actId="1076"/>
        <pc:sldMkLst>
          <pc:docMk/>
          <pc:sldMk cId="1081860805" sldId="288"/>
        </pc:sldMkLst>
        <pc:spChg chg="del">
          <ac:chgData name="Patrick Merritt" userId="b92c223c-8880-48c6-9b0c-d25ee1bca468" providerId="ADAL" clId="{57BF9AB4-9F69-4414-AE07-AA66995556B1}" dt="2025-01-28T12:15:22.674" v="2722" actId="700"/>
          <ac:spMkLst>
            <pc:docMk/>
            <pc:sldMk cId="1081860805" sldId="288"/>
            <ac:spMk id="2" creationId="{F5823026-6877-823D-D4F3-4F0963B9A3A1}"/>
          </ac:spMkLst>
        </pc:spChg>
        <pc:spChg chg="del">
          <ac:chgData name="Patrick Merritt" userId="b92c223c-8880-48c6-9b0c-d25ee1bca468" providerId="ADAL" clId="{57BF9AB4-9F69-4414-AE07-AA66995556B1}" dt="2025-01-28T12:15:22.674" v="2722" actId="700"/>
          <ac:spMkLst>
            <pc:docMk/>
            <pc:sldMk cId="1081860805" sldId="288"/>
            <ac:spMk id="3" creationId="{37345A9D-80BA-97C2-ABB6-4DE98001386E}"/>
          </ac:spMkLst>
        </pc:spChg>
        <pc:spChg chg="add mod">
          <ac:chgData name="Patrick Merritt" userId="b92c223c-8880-48c6-9b0c-d25ee1bca468" providerId="ADAL" clId="{57BF9AB4-9F69-4414-AE07-AA66995556B1}" dt="2025-01-28T12:16:33.633" v="2866" actId="1076"/>
          <ac:spMkLst>
            <pc:docMk/>
            <pc:sldMk cId="1081860805" sldId="288"/>
            <ac:spMk id="8" creationId="{85D6C1BA-11AB-F932-83A3-865187660749}"/>
          </ac:spMkLst>
        </pc:spChg>
        <pc:picChg chg="add del">
          <ac:chgData name="Patrick Merritt" userId="b92c223c-8880-48c6-9b0c-d25ee1bca468" providerId="ADAL" clId="{57BF9AB4-9F69-4414-AE07-AA66995556B1}" dt="2025-01-28T12:15:13.761" v="2721" actId="22"/>
          <ac:picMkLst>
            <pc:docMk/>
            <pc:sldMk cId="1081860805" sldId="288"/>
            <ac:picMk id="5" creationId="{7A09A0D4-324A-0227-2D62-DB2C30996947}"/>
          </ac:picMkLst>
        </pc:picChg>
        <pc:picChg chg="add">
          <ac:chgData name="Patrick Merritt" userId="b92c223c-8880-48c6-9b0c-d25ee1bca468" providerId="ADAL" clId="{57BF9AB4-9F69-4414-AE07-AA66995556B1}" dt="2025-01-28T12:15:23.695" v="2723" actId="22"/>
          <ac:picMkLst>
            <pc:docMk/>
            <pc:sldMk cId="1081860805" sldId="288"/>
            <ac:picMk id="7" creationId="{C43EC3C3-3852-28AD-BF25-F59B0A552AAF}"/>
          </ac:picMkLst>
        </pc:picChg>
      </pc:sldChg>
      <pc:sldChg chg="modSp add mod ord">
        <pc:chgData name="Patrick Merritt" userId="b92c223c-8880-48c6-9b0c-d25ee1bca468" providerId="ADAL" clId="{57BF9AB4-9F69-4414-AE07-AA66995556B1}" dt="2025-01-28T12:17:13.633" v="2918" actId="5793"/>
        <pc:sldMkLst>
          <pc:docMk/>
          <pc:sldMk cId="3652480190" sldId="289"/>
        </pc:sldMkLst>
        <pc:spChg chg="mod">
          <ac:chgData name="Patrick Merritt" userId="b92c223c-8880-48c6-9b0c-d25ee1bca468" providerId="ADAL" clId="{57BF9AB4-9F69-4414-AE07-AA66995556B1}" dt="2025-01-28T12:17:13.633" v="2918" actId="5793"/>
          <ac:spMkLst>
            <pc:docMk/>
            <pc:sldMk cId="3652480190" sldId="289"/>
            <ac:spMk id="3" creationId="{F798DF06-452C-7C54-8940-AA5FB3490C2A}"/>
          </ac:spMkLst>
        </pc:spChg>
      </pc:sldChg>
      <pc:sldChg chg="addSp delSp modSp new mod">
        <pc:chgData name="Patrick Merritt" userId="b92c223c-8880-48c6-9b0c-d25ee1bca468" providerId="ADAL" clId="{57BF9AB4-9F69-4414-AE07-AA66995556B1}" dt="2025-01-28T12:20:38.194" v="2999" actId="478"/>
        <pc:sldMkLst>
          <pc:docMk/>
          <pc:sldMk cId="1866739308" sldId="290"/>
        </pc:sldMkLst>
        <pc:spChg chg="mod">
          <ac:chgData name="Patrick Merritt" userId="b92c223c-8880-48c6-9b0c-d25ee1bca468" providerId="ADAL" clId="{57BF9AB4-9F69-4414-AE07-AA66995556B1}" dt="2025-01-28T12:18:03.574" v="2941" actId="5793"/>
          <ac:spMkLst>
            <pc:docMk/>
            <pc:sldMk cId="1866739308" sldId="290"/>
            <ac:spMk id="2" creationId="{F93BF9FB-2B6C-5583-8F66-F187082F505E}"/>
          </ac:spMkLst>
        </pc:spChg>
        <pc:spChg chg="del">
          <ac:chgData name="Patrick Merritt" userId="b92c223c-8880-48c6-9b0c-d25ee1bca468" providerId="ADAL" clId="{57BF9AB4-9F69-4414-AE07-AA66995556B1}" dt="2025-01-28T12:18:12.369" v="2942"/>
          <ac:spMkLst>
            <pc:docMk/>
            <pc:sldMk cId="1866739308" sldId="290"/>
            <ac:spMk id="3" creationId="{AB080117-F546-5F8C-7588-8E69AC249358}"/>
          </ac:spMkLst>
        </pc:spChg>
        <pc:spChg chg="add mod">
          <ac:chgData name="Patrick Merritt" userId="b92c223c-8880-48c6-9b0c-d25ee1bca468" providerId="ADAL" clId="{57BF9AB4-9F69-4414-AE07-AA66995556B1}" dt="2025-01-28T12:18:36.258" v="2948" actId="11529"/>
          <ac:spMkLst>
            <pc:docMk/>
            <pc:sldMk cId="1866739308" sldId="290"/>
            <ac:spMk id="5" creationId="{81DC1C7D-78D3-1711-BC71-0553342FBFC5}"/>
          </ac:spMkLst>
        </pc:spChg>
        <pc:spChg chg="add mod">
          <ac:chgData name="Patrick Merritt" userId="b92c223c-8880-48c6-9b0c-d25ee1bca468" providerId="ADAL" clId="{57BF9AB4-9F69-4414-AE07-AA66995556B1}" dt="2025-01-28T12:18:58.496" v="2954" actId="207"/>
          <ac:spMkLst>
            <pc:docMk/>
            <pc:sldMk cId="1866739308" sldId="290"/>
            <ac:spMk id="6" creationId="{C84BF7F6-2E0B-61A3-F5BD-078F6D1654FE}"/>
          </ac:spMkLst>
        </pc:spChg>
        <pc:spChg chg="add mod">
          <ac:chgData name="Patrick Merritt" userId="b92c223c-8880-48c6-9b0c-d25ee1bca468" providerId="ADAL" clId="{57BF9AB4-9F69-4414-AE07-AA66995556B1}" dt="2025-01-28T12:18:58.496" v="2954" actId="207"/>
          <ac:spMkLst>
            <pc:docMk/>
            <pc:sldMk cId="1866739308" sldId="290"/>
            <ac:spMk id="7" creationId="{272D7197-8CDA-69B3-3583-3D113266F924}"/>
          </ac:spMkLst>
        </pc:spChg>
        <pc:spChg chg="add mod">
          <ac:chgData name="Patrick Merritt" userId="b92c223c-8880-48c6-9b0c-d25ee1bca468" providerId="ADAL" clId="{57BF9AB4-9F69-4414-AE07-AA66995556B1}" dt="2025-01-28T12:19:29.068" v="2959" actId="14100"/>
          <ac:spMkLst>
            <pc:docMk/>
            <pc:sldMk cId="1866739308" sldId="290"/>
            <ac:spMk id="8" creationId="{982B9D10-B83D-E9B7-2402-D7F1205089CB}"/>
          </ac:spMkLst>
        </pc:spChg>
        <pc:spChg chg="add mod">
          <ac:chgData name="Patrick Merritt" userId="b92c223c-8880-48c6-9b0c-d25ee1bca468" providerId="ADAL" clId="{57BF9AB4-9F69-4414-AE07-AA66995556B1}" dt="2025-01-28T12:19:55.259" v="2980" actId="1076"/>
          <ac:spMkLst>
            <pc:docMk/>
            <pc:sldMk cId="1866739308" sldId="290"/>
            <ac:spMk id="9" creationId="{0CEE2B29-E0DB-6743-8509-BAD05FD2B111}"/>
          </ac:spMkLst>
        </pc:spChg>
        <pc:spChg chg="add del mod">
          <ac:chgData name="Patrick Merritt" userId="b92c223c-8880-48c6-9b0c-d25ee1bca468" providerId="ADAL" clId="{57BF9AB4-9F69-4414-AE07-AA66995556B1}" dt="2025-01-28T12:20:38.194" v="2999" actId="478"/>
          <ac:spMkLst>
            <pc:docMk/>
            <pc:sldMk cId="1866739308" sldId="290"/>
            <ac:spMk id="10" creationId="{22EADD28-615E-AA9D-6A87-2D857A6A2FEA}"/>
          </ac:spMkLst>
        </pc:spChg>
        <pc:spChg chg="add del mod">
          <ac:chgData name="Patrick Merritt" userId="b92c223c-8880-48c6-9b0c-d25ee1bca468" providerId="ADAL" clId="{57BF9AB4-9F69-4414-AE07-AA66995556B1}" dt="2025-01-28T12:20:38.194" v="2999" actId="478"/>
          <ac:spMkLst>
            <pc:docMk/>
            <pc:sldMk cId="1866739308" sldId="290"/>
            <ac:spMk id="11" creationId="{487372CE-2E6A-CEDA-98AD-59F523AC617C}"/>
          </ac:spMkLst>
        </pc:spChg>
        <pc:picChg chg="add mod">
          <ac:chgData name="Patrick Merritt" userId="b92c223c-8880-48c6-9b0c-d25ee1bca468" providerId="ADAL" clId="{57BF9AB4-9F69-4414-AE07-AA66995556B1}" dt="2025-01-28T12:18:27.805" v="2947" actId="14100"/>
          <ac:picMkLst>
            <pc:docMk/>
            <pc:sldMk cId="1866739308" sldId="290"/>
            <ac:picMk id="4" creationId="{EADF4CC5-F067-1718-836E-4047C9E0C18B}"/>
          </ac:picMkLst>
        </pc:picChg>
      </pc:sldChg>
      <pc:sldChg chg="addSp delSp modSp add mod ord">
        <pc:chgData name="Patrick Merritt" userId="b92c223c-8880-48c6-9b0c-d25ee1bca468" providerId="ADAL" clId="{57BF9AB4-9F69-4414-AE07-AA66995556B1}" dt="2025-01-28T12:20:46.582" v="3002" actId="478"/>
        <pc:sldMkLst>
          <pc:docMk/>
          <pc:sldMk cId="3694785744" sldId="291"/>
        </pc:sldMkLst>
        <pc:spChg chg="add mod">
          <ac:chgData name="Patrick Merritt" userId="b92c223c-8880-48c6-9b0c-d25ee1bca468" providerId="ADAL" clId="{57BF9AB4-9F69-4414-AE07-AA66995556B1}" dt="2025-01-28T12:20:43.429" v="3000" actId="478"/>
          <ac:spMkLst>
            <pc:docMk/>
            <pc:sldMk cId="3694785744" sldId="291"/>
            <ac:spMk id="3" creationId="{85C205BF-4C08-028D-30C8-3DFED621E282}"/>
          </ac:spMkLst>
        </pc:spChg>
        <pc:spChg chg="add del">
          <ac:chgData name="Patrick Merritt" userId="b92c223c-8880-48c6-9b0c-d25ee1bca468" providerId="ADAL" clId="{57BF9AB4-9F69-4414-AE07-AA66995556B1}" dt="2025-01-28T12:20:46.582" v="3002" actId="478"/>
          <ac:spMkLst>
            <pc:docMk/>
            <pc:sldMk cId="3694785744" sldId="291"/>
            <ac:spMk id="7" creationId="{47F597AD-72DB-E8B8-6DD7-5A7FAE8D387F}"/>
          </ac:spMkLst>
        </pc:spChg>
        <pc:spChg chg="add del">
          <ac:chgData name="Patrick Merritt" userId="b92c223c-8880-48c6-9b0c-d25ee1bca468" providerId="ADAL" clId="{57BF9AB4-9F69-4414-AE07-AA66995556B1}" dt="2025-01-28T12:20:46.582" v="3002" actId="478"/>
          <ac:spMkLst>
            <pc:docMk/>
            <pc:sldMk cId="3694785744" sldId="291"/>
            <ac:spMk id="10" creationId="{C95C1ADA-0184-58CE-8F00-62C67184623E}"/>
          </ac:spMkLst>
        </pc:spChg>
        <pc:spChg chg="add del">
          <ac:chgData name="Patrick Merritt" userId="b92c223c-8880-48c6-9b0c-d25ee1bca468" providerId="ADAL" clId="{57BF9AB4-9F69-4414-AE07-AA66995556B1}" dt="2025-01-28T12:20:46.582" v="3002" actId="478"/>
          <ac:spMkLst>
            <pc:docMk/>
            <pc:sldMk cId="3694785744" sldId="291"/>
            <ac:spMk id="11" creationId="{7DB3B812-53F9-1A1A-C745-558626539282}"/>
          </ac:spMkLst>
        </pc:spChg>
        <pc:picChg chg="add del">
          <ac:chgData name="Patrick Merritt" userId="b92c223c-8880-48c6-9b0c-d25ee1bca468" providerId="ADAL" clId="{57BF9AB4-9F69-4414-AE07-AA66995556B1}" dt="2025-01-28T12:20:44.904" v="3001" actId="478"/>
          <ac:picMkLst>
            <pc:docMk/>
            <pc:sldMk cId="3694785744" sldId="291"/>
            <ac:picMk id="4" creationId="{F665EE8A-5313-B30F-7F08-1C8180B02B8B}"/>
          </ac:picMkLst>
        </pc:picChg>
      </pc:sldChg>
      <pc:sldChg chg="addSp delSp modSp add mod ord">
        <pc:chgData name="Patrick Merritt" userId="b92c223c-8880-48c6-9b0c-d25ee1bca468" providerId="ADAL" clId="{57BF9AB4-9F69-4414-AE07-AA66995556B1}" dt="2025-01-28T12:25:36.580" v="3273" actId="14100"/>
        <pc:sldMkLst>
          <pc:docMk/>
          <pc:sldMk cId="651303844" sldId="292"/>
        </pc:sldMkLst>
        <pc:spChg chg="mod">
          <ac:chgData name="Patrick Merritt" userId="b92c223c-8880-48c6-9b0c-d25ee1bca468" providerId="ADAL" clId="{57BF9AB4-9F69-4414-AE07-AA66995556B1}" dt="2025-01-28T12:22:14.975" v="3038" actId="20577"/>
          <ac:spMkLst>
            <pc:docMk/>
            <pc:sldMk cId="651303844" sldId="292"/>
            <ac:spMk id="3" creationId="{E58570E6-4237-ADEA-DFEA-88F7A55A032C}"/>
          </ac:spMkLst>
        </pc:spChg>
        <pc:spChg chg="del">
          <ac:chgData name="Patrick Merritt" userId="b92c223c-8880-48c6-9b0c-d25ee1bca468" providerId="ADAL" clId="{57BF9AB4-9F69-4414-AE07-AA66995556B1}" dt="2025-01-28T12:21:06.928" v="3006" actId="478"/>
          <ac:spMkLst>
            <pc:docMk/>
            <pc:sldMk cId="651303844" sldId="292"/>
            <ac:spMk id="5" creationId="{1C7938F6-84D0-2E8D-D4DA-52DCC584AF30}"/>
          </ac:spMkLst>
        </pc:spChg>
        <pc:cxnChg chg="add mod">
          <ac:chgData name="Patrick Merritt" userId="b92c223c-8880-48c6-9b0c-d25ee1bca468" providerId="ADAL" clId="{57BF9AB4-9F69-4414-AE07-AA66995556B1}" dt="2025-01-28T12:21:59.462" v="3013" actId="1582"/>
          <ac:cxnSpMkLst>
            <pc:docMk/>
            <pc:sldMk cId="651303844" sldId="292"/>
            <ac:cxnSpMk id="7" creationId="{D62D12D3-55E2-D764-F0AC-4A075727432C}"/>
          </ac:cxnSpMkLst>
        </pc:cxnChg>
        <pc:cxnChg chg="add mod">
          <ac:chgData name="Patrick Merritt" userId="b92c223c-8880-48c6-9b0c-d25ee1bca468" providerId="ADAL" clId="{57BF9AB4-9F69-4414-AE07-AA66995556B1}" dt="2025-01-28T12:25:36.580" v="3273" actId="14100"/>
          <ac:cxnSpMkLst>
            <pc:docMk/>
            <pc:sldMk cId="651303844" sldId="292"/>
            <ac:cxnSpMk id="8" creationId="{A531C26D-2D98-1602-600B-035052AA78E1}"/>
          </ac:cxnSpMkLst>
        </pc:cxnChg>
      </pc:sldChg>
      <pc:sldChg chg="modSp add mod">
        <pc:chgData name="Patrick Merritt" userId="b92c223c-8880-48c6-9b0c-d25ee1bca468" providerId="ADAL" clId="{57BF9AB4-9F69-4414-AE07-AA66995556B1}" dt="2025-01-28T12:26:38.889" v="3280" actId="20577"/>
        <pc:sldMkLst>
          <pc:docMk/>
          <pc:sldMk cId="1271530724" sldId="293"/>
        </pc:sldMkLst>
        <pc:spChg chg="mod">
          <ac:chgData name="Patrick Merritt" userId="b92c223c-8880-48c6-9b0c-d25ee1bca468" providerId="ADAL" clId="{57BF9AB4-9F69-4414-AE07-AA66995556B1}" dt="2025-01-28T12:26:38.889" v="3280" actId="20577"/>
          <ac:spMkLst>
            <pc:docMk/>
            <pc:sldMk cId="1271530724" sldId="293"/>
            <ac:spMk id="3" creationId="{5F746B27-81F2-9A28-452C-91F803142900}"/>
          </ac:spMkLst>
        </pc:spChg>
        <pc:picChg chg="mod">
          <ac:chgData name="Patrick Merritt" userId="b92c223c-8880-48c6-9b0c-d25ee1bca468" providerId="ADAL" clId="{57BF9AB4-9F69-4414-AE07-AA66995556B1}" dt="2025-01-28T12:25:23.877" v="3271" actId="1076"/>
          <ac:picMkLst>
            <pc:docMk/>
            <pc:sldMk cId="1271530724" sldId="293"/>
            <ac:picMk id="4" creationId="{FC2B460D-5345-F12E-D14E-81C01688A1E4}"/>
          </ac:picMkLst>
        </pc:picChg>
        <pc:cxnChg chg="mod">
          <ac:chgData name="Patrick Merritt" userId="b92c223c-8880-48c6-9b0c-d25ee1bca468" providerId="ADAL" clId="{57BF9AB4-9F69-4414-AE07-AA66995556B1}" dt="2025-01-28T12:26:14.953" v="3279" actId="14100"/>
          <ac:cxnSpMkLst>
            <pc:docMk/>
            <pc:sldMk cId="1271530724" sldId="293"/>
            <ac:cxnSpMk id="7" creationId="{C7DE287E-0A9D-DD1B-5BCA-E85F54A5E449}"/>
          </ac:cxnSpMkLst>
        </pc:cxnChg>
        <pc:cxnChg chg="mod">
          <ac:chgData name="Patrick Merritt" userId="b92c223c-8880-48c6-9b0c-d25ee1bca468" providerId="ADAL" clId="{57BF9AB4-9F69-4414-AE07-AA66995556B1}" dt="2025-01-28T12:25:58.597" v="3278" actId="1076"/>
          <ac:cxnSpMkLst>
            <pc:docMk/>
            <pc:sldMk cId="1271530724" sldId="293"/>
            <ac:cxnSpMk id="8" creationId="{45637790-E909-0F8C-A01C-9BF25097B0CF}"/>
          </ac:cxnSpMkLst>
        </pc:cxnChg>
      </pc:sldChg>
      <pc:sldChg chg="delSp modSp add mod">
        <pc:chgData name="Patrick Merritt" userId="b92c223c-8880-48c6-9b0c-d25ee1bca468" providerId="ADAL" clId="{57BF9AB4-9F69-4414-AE07-AA66995556B1}" dt="2025-01-28T12:28:04.846" v="3516" actId="20577"/>
        <pc:sldMkLst>
          <pc:docMk/>
          <pc:sldMk cId="1840632742" sldId="294"/>
        </pc:sldMkLst>
        <pc:spChg chg="mod">
          <ac:chgData name="Patrick Merritt" userId="b92c223c-8880-48c6-9b0c-d25ee1bca468" providerId="ADAL" clId="{57BF9AB4-9F69-4414-AE07-AA66995556B1}" dt="2025-01-28T12:27:25.148" v="3388" actId="20577"/>
          <ac:spMkLst>
            <pc:docMk/>
            <pc:sldMk cId="1840632742" sldId="294"/>
            <ac:spMk id="2" creationId="{87180D69-77F3-3585-0B4C-F64364275DF6}"/>
          </ac:spMkLst>
        </pc:spChg>
        <pc:spChg chg="mod">
          <ac:chgData name="Patrick Merritt" userId="b92c223c-8880-48c6-9b0c-d25ee1bca468" providerId="ADAL" clId="{57BF9AB4-9F69-4414-AE07-AA66995556B1}" dt="2025-01-28T12:28:04.846" v="3516" actId="20577"/>
          <ac:spMkLst>
            <pc:docMk/>
            <pc:sldMk cId="1840632742" sldId="294"/>
            <ac:spMk id="3" creationId="{D78CE32E-9409-B41B-824B-45C8EEABD592}"/>
          </ac:spMkLst>
        </pc:spChg>
        <pc:cxnChg chg="del mod">
          <ac:chgData name="Patrick Merritt" userId="b92c223c-8880-48c6-9b0c-d25ee1bca468" providerId="ADAL" clId="{57BF9AB4-9F69-4414-AE07-AA66995556B1}" dt="2025-01-28T12:27:19.239" v="3378" actId="478"/>
          <ac:cxnSpMkLst>
            <pc:docMk/>
            <pc:sldMk cId="1840632742" sldId="294"/>
            <ac:cxnSpMk id="8" creationId="{B23F7B4F-3E16-5BEA-CD1E-F00291DF2652}"/>
          </ac:cxnSpMkLst>
        </pc:cxnChg>
      </pc:sldChg>
      <pc:sldChg chg="modSp add mod">
        <pc:chgData name="Patrick Merritt" userId="b92c223c-8880-48c6-9b0c-d25ee1bca468" providerId="ADAL" clId="{57BF9AB4-9F69-4414-AE07-AA66995556B1}" dt="2025-01-28T12:35:34.810" v="3757" actId="20577"/>
        <pc:sldMkLst>
          <pc:docMk/>
          <pc:sldMk cId="1857864655" sldId="295"/>
        </pc:sldMkLst>
        <pc:spChg chg="mod">
          <ac:chgData name="Patrick Merritt" userId="b92c223c-8880-48c6-9b0c-d25ee1bca468" providerId="ADAL" clId="{57BF9AB4-9F69-4414-AE07-AA66995556B1}" dt="2025-01-28T12:35:34.810" v="3757" actId="20577"/>
          <ac:spMkLst>
            <pc:docMk/>
            <pc:sldMk cId="1857864655" sldId="295"/>
            <ac:spMk id="3" creationId="{2708EE8B-2FF9-56FB-A0AB-8AC8A5006DF6}"/>
          </ac:spMkLst>
        </pc:spChg>
        <pc:spChg chg="mod">
          <ac:chgData name="Patrick Merritt" userId="b92c223c-8880-48c6-9b0c-d25ee1bca468" providerId="ADAL" clId="{57BF9AB4-9F69-4414-AE07-AA66995556B1}" dt="2025-01-28T12:34:34.555" v="3662" actId="1076"/>
          <ac:spMkLst>
            <pc:docMk/>
            <pc:sldMk cId="1857864655" sldId="295"/>
            <ac:spMk id="28" creationId="{D996903D-7F2E-C30C-96D7-4FD55DDFA77F}"/>
          </ac:spMkLst>
        </pc:spChg>
        <pc:spChg chg="mod">
          <ac:chgData name="Patrick Merritt" userId="b92c223c-8880-48c6-9b0c-d25ee1bca468" providerId="ADAL" clId="{57BF9AB4-9F69-4414-AE07-AA66995556B1}" dt="2025-01-28T12:34:34.555" v="3662" actId="1076"/>
          <ac:spMkLst>
            <pc:docMk/>
            <pc:sldMk cId="1857864655" sldId="295"/>
            <ac:spMk id="31" creationId="{FC070A8F-1542-D4F5-BD96-79E23DCA5FE4}"/>
          </ac:spMkLst>
        </pc:spChg>
        <pc:spChg chg="mod">
          <ac:chgData name="Patrick Merritt" userId="b92c223c-8880-48c6-9b0c-d25ee1bca468" providerId="ADAL" clId="{57BF9AB4-9F69-4414-AE07-AA66995556B1}" dt="2025-01-28T12:34:34.555" v="3662" actId="1076"/>
          <ac:spMkLst>
            <pc:docMk/>
            <pc:sldMk cId="1857864655" sldId="295"/>
            <ac:spMk id="32" creationId="{EFACC380-00FE-6D0E-02C0-1D66BAA79084}"/>
          </ac:spMkLst>
        </pc:spChg>
        <pc:spChg chg="mod">
          <ac:chgData name="Patrick Merritt" userId="b92c223c-8880-48c6-9b0c-d25ee1bca468" providerId="ADAL" clId="{57BF9AB4-9F69-4414-AE07-AA66995556B1}" dt="2025-01-28T12:34:34.555" v="3662" actId="1076"/>
          <ac:spMkLst>
            <pc:docMk/>
            <pc:sldMk cId="1857864655" sldId="295"/>
            <ac:spMk id="33" creationId="{F4060C3F-842D-9EC8-9515-4D4F64A5490E}"/>
          </ac:spMkLst>
        </pc:spChg>
        <pc:spChg chg="mod">
          <ac:chgData name="Patrick Merritt" userId="b92c223c-8880-48c6-9b0c-d25ee1bca468" providerId="ADAL" clId="{57BF9AB4-9F69-4414-AE07-AA66995556B1}" dt="2025-01-28T12:34:34.555" v="3662" actId="1076"/>
          <ac:spMkLst>
            <pc:docMk/>
            <pc:sldMk cId="1857864655" sldId="295"/>
            <ac:spMk id="34" creationId="{6E06855C-B147-2276-DD36-A7E041932C70}"/>
          </ac:spMkLst>
        </pc:spChg>
        <pc:spChg chg="mod">
          <ac:chgData name="Patrick Merritt" userId="b92c223c-8880-48c6-9b0c-d25ee1bca468" providerId="ADAL" clId="{57BF9AB4-9F69-4414-AE07-AA66995556B1}" dt="2025-01-28T12:34:34.555" v="3662" actId="1076"/>
          <ac:spMkLst>
            <pc:docMk/>
            <pc:sldMk cId="1857864655" sldId="295"/>
            <ac:spMk id="35" creationId="{456EC372-573E-98E8-9AD0-5763D876FDE5}"/>
          </ac:spMkLst>
        </pc:spChg>
        <pc:spChg chg="mod">
          <ac:chgData name="Patrick Merritt" userId="b92c223c-8880-48c6-9b0c-d25ee1bca468" providerId="ADAL" clId="{57BF9AB4-9F69-4414-AE07-AA66995556B1}" dt="2025-01-28T12:34:34.555" v="3662" actId="1076"/>
          <ac:spMkLst>
            <pc:docMk/>
            <pc:sldMk cId="1857864655" sldId="295"/>
            <ac:spMk id="37" creationId="{18FDBA9B-DF33-87D7-64D6-0D74B7A3D248}"/>
          </ac:spMkLst>
        </pc:spChg>
        <pc:spChg chg="mod">
          <ac:chgData name="Patrick Merritt" userId="b92c223c-8880-48c6-9b0c-d25ee1bca468" providerId="ADAL" clId="{57BF9AB4-9F69-4414-AE07-AA66995556B1}" dt="2025-01-28T12:34:34.555" v="3662" actId="1076"/>
          <ac:spMkLst>
            <pc:docMk/>
            <pc:sldMk cId="1857864655" sldId="295"/>
            <ac:spMk id="38" creationId="{55545849-16E8-FA7E-87FB-0D1D494096B2}"/>
          </ac:spMkLst>
        </pc:spChg>
        <pc:grpChg chg="mod">
          <ac:chgData name="Patrick Merritt" userId="b92c223c-8880-48c6-9b0c-d25ee1bca468" providerId="ADAL" clId="{57BF9AB4-9F69-4414-AE07-AA66995556B1}" dt="2025-01-28T12:34:34.555" v="3662" actId="1076"/>
          <ac:grpSpMkLst>
            <pc:docMk/>
            <pc:sldMk cId="1857864655" sldId="295"/>
            <ac:grpSpMk id="27" creationId="{99BD862B-4762-C67B-5CD5-235A8D6C250C}"/>
          </ac:grpSpMkLst>
        </pc:grpChg>
        <pc:picChg chg="mod">
          <ac:chgData name="Patrick Merritt" userId="b92c223c-8880-48c6-9b0c-d25ee1bca468" providerId="ADAL" clId="{57BF9AB4-9F69-4414-AE07-AA66995556B1}" dt="2025-01-28T12:35:28.335" v="3744" actId="1076"/>
          <ac:picMkLst>
            <pc:docMk/>
            <pc:sldMk cId="1857864655" sldId="295"/>
            <ac:picMk id="1026" creationId="{21A8C460-7CEE-00D2-B734-5C6A5D5FE114}"/>
          </ac:picMkLst>
        </pc:picChg>
      </pc:sldChg>
      <pc:sldChg chg="modSp add mod">
        <pc:chgData name="Patrick Merritt" userId="b92c223c-8880-48c6-9b0c-d25ee1bca468" providerId="ADAL" clId="{57BF9AB4-9F69-4414-AE07-AA66995556B1}" dt="2025-01-28T12:35:55.548" v="3762" actId="5793"/>
        <pc:sldMkLst>
          <pc:docMk/>
          <pc:sldMk cId="4127735556" sldId="296"/>
        </pc:sldMkLst>
        <pc:spChg chg="mod">
          <ac:chgData name="Patrick Merritt" userId="b92c223c-8880-48c6-9b0c-d25ee1bca468" providerId="ADAL" clId="{57BF9AB4-9F69-4414-AE07-AA66995556B1}" dt="2025-01-28T12:35:55.548" v="3762" actId="5793"/>
          <ac:spMkLst>
            <pc:docMk/>
            <pc:sldMk cId="4127735556" sldId="296"/>
            <ac:spMk id="3" creationId="{BBAC187E-9333-D5B1-20D1-7DEC582F9157}"/>
          </ac:spMkLst>
        </pc:spChg>
      </pc:sldChg>
      <pc:sldChg chg="addSp modSp add mod modAnim">
        <pc:chgData name="Patrick Merritt" userId="b92c223c-8880-48c6-9b0c-d25ee1bca468" providerId="ADAL" clId="{57BF9AB4-9F69-4414-AE07-AA66995556B1}" dt="2025-01-28T12:48:06.400" v="4446" actId="1076"/>
        <pc:sldMkLst>
          <pc:docMk/>
          <pc:sldMk cId="2563443039" sldId="297"/>
        </pc:sldMkLst>
        <pc:spChg chg="mod">
          <ac:chgData name="Patrick Merritt" userId="b92c223c-8880-48c6-9b0c-d25ee1bca468" providerId="ADAL" clId="{57BF9AB4-9F69-4414-AE07-AA66995556B1}" dt="2025-01-28T12:36:09.536" v="3803" actId="5793"/>
          <ac:spMkLst>
            <pc:docMk/>
            <pc:sldMk cId="2563443039" sldId="297"/>
            <ac:spMk id="3" creationId="{43243863-1BBD-AA50-B436-057BC845AA57}"/>
          </ac:spMkLst>
        </pc:spChg>
        <pc:spChg chg="add mod">
          <ac:chgData name="Patrick Merritt" userId="b92c223c-8880-48c6-9b0c-d25ee1bca468" providerId="ADAL" clId="{57BF9AB4-9F69-4414-AE07-AA66995556B1}" dt="2025-01-28T12:36:50.266" v="3807"/>
          <ac:spMkLst>
            <pc:docMk/>
            <pc:sldMk cId="2563443039" sldId="297"/>
            <ac:spMk id="15" creationId="{60248E2C-C4E3-2A08-1716-5509C243511D}"/>
          </ac:spMkLst>
        </pc:spChg>
        <pc:spChg chg="add mod">
          <ac:chgData name="Patrick Merritt" userId="b92c223c-8880-48c6-9b0c-d25ee1bca468" providerId="ADAL" clId="{57BF9AB4-9F69-4414-AE07-AA66995556B1}" dt="2025-01-28T12:36:50.266" v="3807"/>
          <ac:spMkLst>
            <pc:docMk/>
            <pc:sldMk cId="2563443039" sldId="297"/>
            <ac:spMk id="17" creationId="{886FB769-AB38-A3A6-BF8A-1AF09F9159A1}"/>
          </ac:spMkLst>
        </pc:spChg>
        <pc:picChg chg="mod">
          <ac:chgData name="Patrick Merritt" userId="b92c223c-8880-48c6-9b0c-d25ee1bca468" providerId="ADAL" clId="{57BF9AB4-9F69-4414-AE07-AA66995556B1}" dt="2025-01-28T12:48:06.400" v="4446" actId="1076"/>
          <ac:picMkLst>
            <pc:docMk/>
            <pc:sldMk cId="2563443039" sldId="297"/>
            <ac:picMk id="1026" creationId="{DFCD802E-1B03-BF8A-173A-AA56BF7F4308}"/>
          </ac:picMkLst>
        </pc:picChg>
      </pc:sldChg>
      <pc:sldChg chg="modSp new mod">
        <pc:chgData name="Patrick Merritt" userId="b92c223c-8880-48c6-9b0c-d25ee1bca468" providerId="ADAL" clId="{57BF9AB4-9F69-4414-AE07-AA66995556B1}" dt="2025-01-28T12:38:17.856" v="4007" actId="20577"/>
        <pc:sldMkLst>
          <pc:docMk/>
          <pc:sldMk cId="3690890675" sldId="298"/>
        </pc:sldMkLst>
        <pc:spChg chg="mod">
          <ac:chgData name="Patrick Merritt" userId="b92c223c-8880-48c6-9b0c-d25ee1bca468" providerId="ADAL" clId="{57BF9AB4-9F69-4414-AE07-AA66995556B1}" dt="2025-01-28T12:37:15.787" v="3853" actId="5793"/>
          <ac:spMkLst>
            <pc:docMk/>
            <pc:sldMk cId="3690890675" sldId="298"/>
            <ac:spMk id="2" creationId="{18B2404B-A37A-B27B-3787-EB29F336C794}"/>
          </ac:spMkLst>
        </pc:spChg>
        <pc:spChg chg="mod">
          <ac:chgData name="Patrick Merritt" userId="b92c223c-8880-48c6-9b0c-d25ee1bca468" providerId="ADAL" clId="{57BF9AB4-9F69-4414-AE07-AA66995556B1}" dt="2025-01-28T12:38:17.856" v="4007" actId="20577"/>
          <ac:spMkLst>
            <pc:docMk/>
            <pc:sldMk cId="3690890675" sldId="298"/>
            <ac:spMk id="3" creationId="{88F3CD44-5A66-A7A3-4869-56D21B9DF237}"/>
          </ac:spMkLst>
        </pc:spChg>
      </pc:sldChg>
      <pc:sldChg chg="delSp modSp add mod ord">
        <pc:chgData name="Patrick Merritt" userId="b92c223c-8880-48c6-9b0c-d25ee1bca468" providerId="ADAL" clId="{57BF9AB4-9F69-4414-AE07-AA66995556B1}" dt="2025-01-28T12:39:22.424" v="4114" actId="5793"/>
        <pc:sldMkLst>
          <pc:docMk/>
          <pc:sldMk cId="1592321463" sldId="299"/>
        </pc:sldMkLst>
        <pc:spChg chg="mod">
          <ac:chgData name="Patrick Merritt" userId="b92c223c-8880-48c6-9b0c-d25ee1bca468" providerId="ADAL" clId="{57BF9AB4-9F69-4414-AE07-AA66995556B1}" dt="2025-01-28T12:39:22.424" v="4114" actId="5793"/>
          <ac:spMkLst>
            <pc:docMk/>
            <pc:sldMk cId="1592321463" sldId="299"/>
            <ac:spMk id="3" creationId="{9390FF82-0AF2-7D4B-08FE-DDC853EA8F31}"/>
          </ac:spMkLst>
        </pc:spChg>
        <pc:spChg chg="del">
          <ac:chgData name="Patrick Merritt" userId="b92c223c-8880-48c6-9b0c-d25ee1bca468" providerId="ADAL" clId="{57BF9AB4-9F69-4414-AE07-AA66995556B1}" dt="2025-01-28T12:38:47.681" v="4016" actId="478"/>
          <ac:spMkLst>
            <pc:docMk/>
            <pc:sldMk cId="1592321463" sldId="299"/>
            <ac:spMk id="15" creationId="{F7AC1617-5CD1-F4D9-7BFD-FB344977678B}"/>
          </ac:spMkLst>
        </pc:spChg>
        <pc:spChg chg="del">
          <ac:chgData name="Patrick Merritt" userId="b92c223c-8880-48c6-9b0c-d25ee1bca468" providerId="ADAL" clId="{57BF9AB4-9F69-4414-AE07-AA66995556B1}" dt="2025-01-28T12:38:46.280" v="4015" actId="478"/>
          <ac:spMkLst>
            <pc:docMk/>
            <pc:sldMk cId="1592321463" sldId="299"/>
            <ac:spMk id="17" creationId="{1CB95549-6604-A5A6-3E1D-91C37739D780}"/>
          </ac:spMkLst>
        </pc:spChg>
        <pc:picChg chg="mod">
          <ac:chgData name="Patrick Merritt" userId="b92c223c-8880-48c6-9b0c-d25ee1bca468" providerId="ADAL" clId="{57BF9AB4-9F69-4414-AE07-AA66995556B1}" dt="2025-01-28T12:38:43.165" v="4014" actId="1076"/>
          <ac:picMkLst>
            <pc:docMk/>
            <pc:sldMk cId="1592321463" sldId="299"/>
            <ac:picMk id="1026" creationId="{C508A195-9C83-39C5-F094-6D0BA9906FC1}"/>
          </ac:picMkLst>
        </pc:picChg>
      </pc:sldChg>
      <pc:sldChg chg="addSp modSp add mod">
        <pc:chgData name="Patrick Merritt" userId="b92c223c-8880-48c6-9b0c-d25ee1bca468" providerId="ADAL" clId="{57BF9AB4-9F69-4414-AE07-AA66995556B1}" dt="2025-01-28T12:41:04.810" v="4244" actId="14"/>
        <pc:sldMkLst>
          <pc:docMk/>
          <pc:sldMk cId="2996113379" sldId="300"/>
        </pc:sldMkLst>
        <pc:spChg chg="mod">
          <ac:chgData name="Patrick Merritt" userId="b92c223c-8880-48c6-9b0c-d25ee1bca468" providerId="ADAL" clId="{57BF9AB4-9F69-4414-AE07-AA66995556B1}" dt="2025-01-28T12:41:04.810" v="4244" actId="14"/>
          <ac:spMkLst>
            <pc:docMk/>
            <pc:sldMk cId="2996113379" sldId="300"/>
            <ac:spMk id="3" creationId="{D20F311A-AD38-5F45-20E2-9AC43FF139D1}"/>
          </ac:spMkLst>
        </pc:spChg>
        <pc:spChg chg="add mod">
          <ac:chgData name="Patrick Merritt" userId="b92c223c-8880-48c6-9b0c-d25ee1bca468" providerId="ADAL" clId="{57BF9AB4-9F69-4414-AE07-AA66995556B1}" dt="2025-01-28T12:40:37.449" v="4233" actId="1582"/>
          <ac:spMkLst>
            <pc:docMk/>
            <pc:sldMk cId="2996113379" sldId="300"/>
            <ac:spMk id="15" creationId="{9B7560FA-9230-DC27-CE77-4D005DFCF88F}"/>
          </ac:spMkLst>
        </pc:spChg>
      </pc:sldChg>
      <pc:sldChg chg="new del">
        <pc:chgData name="Patrick Merritt" userId="b92c223c-8880-48c6-9b0c-d25ee1bca468" providerId="ADAL" clId="{57BF9AB4-9F69-4414-AE07-AA66995556B1}" dt="2025-01-28T12:41:17.169" v="4247" actId="47"/>
        <pc:sldMkLst>
          <pc:docMk/>
          <pc:sldMk cId="2929521304" sldId="301"/>
        </pc:sldMkLst>
      </pc:sldChg>
      <pc:sldChg chg="modSp add mod">
        <pc:chgData name="Patrick Merritt" userId="b92c223c-8880-48c6-9b0c-d25ee1bca468" providerId="ADAL" clId="{57BF9AB4-9F69-4414-AE07-AA66995556B1}" dt="2025-01-28T12:41:35.218" v="4285" actId="5793"/>
        <pc:sldMkLst>
          <pc:docMk/>
          <pc:sldMk cId="2714445086" sldId="302"/>
        </pc:sldMkLst>
        <pc:spChg chg="mod">
          <ac:chgData name="Patrick Merritt" userId="b92c223c-8880-48c6-9b0c-d25ee1bca468" providerId="ADAL" clId="{57BF9AB4-9F69-4414-AE07-AA66995556B1}" dt="2025-01-28T12:41:35.218" v="4285" actId="5793"/>
          <ac:spMkLst>
            <pc:docMk/>
            <pc:sldMk cId="2714445086" sldId="302"/>
            <ac:spMk id="3" creationId="{C58BD15C-B746-B866-57F4-DAA53FD40E72}"/>
          </ac:spMkLst>
        </pc:spChg>
      </pc:sldChg>
      <pc:sldChg chg="addSp modSp add mod ord">
        <pc:chgData name="Patrick Merritt" userId="b92c223c-8880-48c6-9b0c-d25ee1bca468" providerId="ADAL" clId="{57BF9AB4-9F69-4414-AE07-AA66995556B1}" dt="2025-01-28T12:47:38.959" v="4443" actId="1076"/>
        <pc:sldMkLst>
          <pc:docMk/>
          <pc:sldMk cId="2754389153" sldId="303"/>
        </pc:sldMkLst>
        <pc:spChg chg="mod">
          <ac:chgData name="Patrick Merritt" userId="b92c223c-8880-48c6-9b0c-d25ee1bca468" providerId="ADAL" clId="{57BF9AB4-9F69-4414-AE07-AA66995556B1}" dt="2025-01-28T12:44:31.599" v="4425" actId="313"/>
          <ac:spMkLst>
            <pc:docMk/>
            <pc:sldMk cId="2754389153" sldId="303"/>
            <ac:spMk id="3" creationId="{1530DF68-C999-78B5-CCA1-7C5F0269BF61}"/>
          </ac:spMkLst>
        </pc:spChg>
        <pc:spChg chg="add mod ord">
          <ac:chgData name="Patrick Merritt" userId="b92c223c-8880-48c6-9b0c-d25ee1bca468" providerId="ADAL" clId="{57BF9AB4-9F69-4414-AE07-AA66995556B1}" dt="2025-01-28T12:47:38.959" v="4443" actId="1076"/>
          <ac:spMkLst>
            <pc:docMk/>
            <pc:sldMk cId="2754389153" sldId="303"/>
            <ac:spMk id="15" creationId="{A680D927-54D8-D500-8B69-8D764402FFB4}"/>
          </ac:spMkLst>
        </pc:spChg>
        <pc:spChg chg="mod">
          <ac:chgData name="Patrick Merritt" userId="b92c223c-8880-48c6-9b0c-d25ee1bca468" providerId="ADAL" clId="{57BF9AB4-9F69-4414-AE07-AA66995556B1}" dt="2025-01-28T12:47:38.959" v="4443" actId="1076"/>
          <ac:spMkLst>
            <pc:docMk/>
            <pc:sldMk cId="2754389153" sldId="303"/>
            <ac:spMk id="28" creationId="{220D92CC-9FCF-EC65-B900-F78604D73E0D}"/>
          </ac:spMkLst>
        </pc:spChg>
        <pc:spChg chg="mod">
          <ac:chgData name="Patrick Merritt" userId="b92c223c-8880-48c6-9b0c-d25ee1bca468" providerId="ADAL" clId="{57BF9AB4-9F69-4414-AE07-AA66995556B1}" dt="2025-01-28T12:47:38.959" v="4443" actId="1076"/>
          <ac:spMkLst>
            <pc:docMk/>
            <pc:sldMk cId="2754389153" sldId="303"/>
            <ac:spMk id="31" creationId="{041AAA83-EA00-87FC-A859-E834C6933B6F}"/>
          </ac:spMkLst>
        </pc:spChg>
        <pc:spChg chg="mod">
          <ac:chgData name="Patrick Merritt" userId="b92c223c-8880-48c6-9b0c-d25ee1bca468" providerId="ADAL" clId="{57BF9AB4-9F69-4414-AE07-AA66995556B1}" dt="2025-01-28T12:47:38.959" v="4443" actId="1076"/>
          <ac:spMkLst>
            <pc:docMk/>
            <pc:sldMk cId="2754389153" sldId="303"/>
            <ac:spMk id="32" creationId="{A1953070-5D07-F81E-732D-C33F9EDA3B16}"/>
          </ac:spMkLst>
        </pc:spChg>
        <pc:spChg chg="mod">
          <ac:chgData name="Patrick Merritt" userId="b92c223c-8880-48c6-9b0c-d25ee1bca468" providerId="ADAL" clId="{57BF9AB4-9F69-4414-AE07-AA66995556B1}" dt="2025-01-28T12:47:38.959" v="4443" actId="1076"/>
          <ac:spMkLst>
            <pc:docMk/>
            <pc:sldMk cId="2754389153" sldId="303"/>
            <ac:spMk id="33" creationId="{9F622B3E-74EA-C6BA-A739-64A74818B900}"/>
          </ac:spMkLst>
        </pc:spChg>
        <pc:spChg chg="mod">
          <ac:chgData name="Patrick Merritt" userId="b92c223c-8880-48c6-9b0c-d25ee1bca468" providerId="ADAL" clId="{57BF9AB4-9F69-4414-AE07-AA66995556B1}" dt="2025-01-28T12:47:38.959" v="4443" actId="1076"/>
          <ac:spMkLst>
            <pc:docMk/>
            <pc:sldMk cId="2754389153" sldId="303"/>
            <ac:spMk id="34" creationId="{7C7DFE69-56A9-9114-C202-A363A508C17D}"/>
          </ac:spMkLst>
        </pc:spChg>
        <pc:spChg chg="mod">
          <ac:chgData name="Patrick Merritt" userId="b92c223c-8880-48c6-9b0c-d25ee1bca468" providerId="ADAL" clId="{57BF9AB4-9F69-4414-AE07-AA66995556B1}" dt="2025-01-28T12:47:38.959" v="4443" actId="1076"/>
          <ac:spMkLst>
            <pc:docMk/>
            <pc:sldMk cId="2754389153" sldId="303"/>
            <ac:spMk id="35" creationId="{541C06A2-1DD3-36B2-7B8D-BBD232C5C284}"/>
          </ac:spMkLst>
        </pc:spChg>
        <pc:spChg chg="mod">
          <ac:chgData name="Patrick Merritt" userId="b92c223c-8880-48c6-9b0c-d25ee1bca468" providerId="ADAL" clId="{57BF9AB4-9F69-4414-AE07-AA66995556B1}" dt="2025-01-28T12:47:38.959" v="4443" actId="1076"/>
          <ac:spMkLst>
            <pc:docMk/>
            <pc:sldMk cId="2754389153" sldId="303"/>
            <ac:spMk id="37" creationId="{93B45283-6549-C464-5128-4DE1BD72D64F}"/>
          </ac:spMkLst>
        </pc:spChg>
        <pc:spChg chg="mod">
          <ac:chgData name="Patrick Merritt" userId="b92c223c-8880-48c6-9b0c-d25ee1bca468" providerId="ADAL" clId="{57BF9AB4-9F69-4414-AE07-AA66995556B1}" dt="2025-01-28T12:47:38.959" v="4443" actId="1076"/>
          <ac:spMkLst>
            <pc:docMk/>
            <pc:sldMk cId="2754389153" sldId="303"/>
            <ac:spMk id="38" creationId="{57201681-7C28-14E1-7E42-E1CD14C28097}"/>
          </ac:spMkLst>
        </pc:spChg>
        <pc:grpChg chg="mod">
          <ac:chgData name="Patrick Merritt" userId="b92c223c-8880-48c6-9b0c-d25ee1bca468" providerId="ADAL" clId="{57BF9AB4-9F69-4414-AE07-AA66995556B1}" dt="2025-01-28T12:47:29.763" v="4441" actId="1076"/>
          <ac:grpSpMkLst>
            <pc:docMk/>
            <pc:sldMk cId="2754389153" sldId="303"/>
            <ac:grpSpMk id="27" creationId="{56FADC1D-5B9D-B41B-3E54-55D74B67B0A8}"/>
          </ac:grpSpMkLst>
        </pc:grpChg>
        <pc:picChg chg="mod">
          <ac:chgData name="Patrick Merritt" userId="b92c223c-8880-48c6-9b0c-d25ee1bca468" providerId="ADAL" clId="{57BF9AB4-9F69-4414-AE07-AA66995556B1}" dt="2025-01-28T12:47:38.959" v="4443" actId="1076"/>
          <ac:picMkLst>
            <pc:docMk/>
            <pc:sldMk cId="2754389153" sldId="303"/>
            <ac:picMk id="1026" creationId="{02A1310B-8E18-71B8-5DBF-22085CA10CA3}"/>
          </ac:picMkLst>
        </pc:picChg>
      </pc:sldChg>
      <pc:sldChg chg="addSp delSp add del mod">
        <pc:chgData name="Patrick Merritt" userId="b92c223c-8880-48c6-9b0c-d25ee1bca468" providerId="ADAL" clId="{57BF9AB4-9F69-4414-AE07-AA66995556B1}" dt="2025-01-28T12:42:14.581" v="4305" actId="47"/>
        <pc:sldMkLst>
          <pc:docMk/>
          <pc:sldMk cId="3765834827" sldId="303"/>
        </pc:sldMkLst>
        <pc:spChg chg="add del">
          <ac:chgData name="Patrick Merritt" userId="b92c223c-8880-48c6-9b0c-d25ee1bca468" providerId="ADAL" clId="{57BF9AB4-9F69-4414-AE07-AA66995556B1}" dt="2025-01-28T12:42:09.862" v="4297" actId="478"/>
          <ac:spMkLst>
            <pc:docMk/>
            <pc:sldMk cId="3765834827" sldId="303"/>
            <ac:spMk id="13" creationId="{231719C6-F80B-889C-481B-5C126DC1F846}"/>
          </ac:spMkLst>
        </pc:spChg>
        <pc:spChg chg="add del">
          <ac:chgData name="Patrick Merritt" userId="b92c223c-8880-48c6-9b0c-d25ee1bca468" providerId="ADAL" clId="{57BF9AB4-9F69-4414-AE07-AA66995556B1}" dt="2025-01-28T12:42:10.015" v="4298" actId="478"/>
          <ac:spMkLst>
            <pc:docMk/>
            <pc:sldMk cId="3765834827" sldId="303"/>
            <ac:spMk id="14" creationId="{A6B2312F-2A72-5047-3929-FD06BBD2E4E6}"/>
          </ac:spMkLst>
        </pc:spChg>
        <pc:spChg chg="add del">
          <ac:chgData name="Patrick Merritt" userId="b92c223c-8880-48c6-9b0c-d25ee1bca468" providerId="ADAL" clId="{57BF9AB4-9F69-4414-AE07-AA66995556B1}" dt="2025-01-28T12:42:10.726" v="4302" actId="478"/>
          <ac:spMkLst>
            <pc:docMk/>
            <pc:sldMk cId="3765834827" sldId="303"/>
            <ac:spMk id="15" creationId="{09ABF77A-4AE0-9ED8-82A7-B3BF583BD195}"/>
          </ac:spMkLst>
        </pc:spChg>
        <pc:spChg chg="add del">
          <ac:chgData name="Patrick Merritt" userId="b92c223c-8880-48c6-9b0c-d25ee1bca468" providerId="ADAL" clId="{57BF9AB4-9F69-4414-AE07-AA66995556B1}" dt="2025-01-28T12:42:10.349" v="4300" actId="478"/>
          <ac:spMkLst>
            <pc:docMk/>
            <pc:sldMk cId="3765834827" sldId="303"/>
            <ac:spMk id="16" creationId="{121BAEF9-B8A9-3D87-1448-E612CD9CCA17}"/>
          </ac:spMkLst>
        </pc:spChg>
        <pc:spChg chg="add del">
          <ac:chgData name="Patrick Merritt" userId="b92c223c-8880-48c6-9b0c-d25ee1bca468" providerId="ADAL" clId="{57BF9AB4-9F69-4414-AE07-AA66995556B1}" dt="2025-01-28T12:42:10.175" v="4299" actId="478"/>
          <ac:spMkLst>
            <pc:docMk/>
            <pc:sldMk cId="3765834827" sldId="303"/>
            <ac:spMk id="37" creationId="{45E92AB6-2F36-82BC-B853-04ACCE61654E}"/>
          </ac:spMkLst>
        </pc:spChg>
        <pc:spChg chg="add del">
          <ac:chgData name="Patrick Merritt" userId="b92c223c-8880-48c6-9b0c-d25ee1bca468" providerId="ADAL" clId="{57BF9AB4-9F69-4414-AE07-AA66995556B1}" dt="2025-01-28T12:42:10.530" v="4301" actId="478"/>
          <ac:spMkLst>
            <pc:docMk/>
            <pc:sldMk cId="3765834827" sldId="303"/>
            <ac:spMk id="38" creationId="{FE11FD88-4A62-9DDE-0E12-B998B7159F02}"/>
          </ac:spMkLst>
        </pc:spChg>
        <pc:grpChg chg="add del">
          <ac:chgData name="Patrick Merritt" userId="b92c223c-8880-48c6-9b0c-d25ee1bca468" providerId="ADAL" clId="{57BF9AB4-9F69-4414-AE07-AA66995556B1}" dt="2025-01-28T12:42:09.671" v="4296" actId="478"/>
          <ac:grpSpMkLst>
            <pc:docMk/>
            <pc:sldMk cId="3765834827" sldId="303"/>
            <ac:grpSpMk id="4" creationId="{47DDC14F-013D-85DF-3E42-A5F2E97A4FD8}"/>
          </ac:grpSpMkLst>
        </pc:grpChg>
        <pc:grpChg chg="add del">
          <ac:chgData name="Patrick Merritt" userId="b92c223c-8880-48c6-9b0c-d25ee1bca468" providerId="ADAL" clId="{57BF9AB4-9F69-4414-AE07-AA66995556B1}" dt="2025-01-28T12:42:10.951" v="4303" actId="478"/>
          <ac:grpSpMkLst>
            <pc:docMk/>
            <pc:sldMk cId="3765834827" sldId="303"/>
            <ac:grpSpMk id="27" creationId="{ACE973AA-AFB6-1326-16DD-4E4EEF400D90}"/>
          </ac:grpSpMkLst>
        </pc:grpChg>
        <pc:picChg chg="add del">
          <ac:chgData name="Patrick Merritt" userId="b92c223c-8880-48c6-9b0c-d25ee1bca468" providerId="ADAL" clId="{57BF9AB4-9F69-4414-AE07-AA66995556B1}" dt="2025-01-28T12:42:11.367" v="4304" actId="478"/>
          <ac:picMkLst>
            <pc:docMk/>
            <pc:sldMk cId="3765834827" sldId="303"/>
            <ac:picMk id="1026" creationId="{B5405F8C-F12A-5831-4EF9-705A8089EA1F}"/>
          </ac:picMkLst>
        </pc:picChg>
      </pc:sldChg>
      <pc:sldChg chg="modSp add">
        <pc:chgData name="Patrick Merritt" userId="b92c223c-8880-48c6-9b0c-d25ee1bca468" providerId="ADAL" clId="{57BF9AB4-9F69-4414-AE07-AA66995556B1}" dt="2025-01-28T12:46:55.206" v="4439" actId="1076"/>
        <pc:sldMkLst>
          <pc:docMk/>
          <pc:sldMk cId="590035208" sldId="304"/>
        </pc:sldMkLst>
        <pc:picChg chg="mod">
          <ac:chgData name="Patrick Merritt" userId="b92c223c-8880-48c6-9b0c-d25ee1bca468" providerId="ADAL" clId="{57BF9AB4-9F69-4414-AE07-AA66995556B1}" dt="2025-01-28T12:46:55.206" v="4439" actId="1076"/>
          <ac:picMkLst>
            <pc:docMk/>
            <pc:sldMk cId="590035208" sldId="304"/>
            <ac:picMk id="1026" creationId="{C60C03C7-3F23-BF9A-A0C4-6922E45374C1}"/>
          </ac:picMkLst>
        </pc:picChg>
      </pc:sldChg>
      <pc:sldChg chg="add del modAnim">
        <pc:chgData name="Patrick Merritt" userId="b92c223c-8880-48c6-9b0c-d25ee1bca468" providerId="ADAL" clId="{57BF9AB4-9F69-4414-AE07-AA66995556B1}" dt="2025-01-28T12:46:28.541" v="4431" actId="2890"/>
        <pc:sldMkLst>
          <pc:docMk/>
          <pc:sldMk cId="2466718217" sldId="304"/>
        </pc:sldMkLst>
      </pc:sldChg>
      <pc:sldChg chg="addSp modSp add del mod">
        <pc:chgData name="Patrick Merritt" userId="b92c223c-8880-48c6-9b0c-d25ee1bca468" providerId="ADAL" clId="{57BF9AB4-9F69-4414-AE07-AA66995556B1}" dt="2025-01-28T12:48:26.108" v="4460" actId="5793"/>
        <pc:sldMkLst>
          <pc:docMk/>
          <pc:sldMk cId="829120878" sldId="305"/>
        </pc:sldMkLst>
        <pc:spChg chg="mod">
          <ac:chgData name="Patrick Merritt" userId="b92c223c-8880-48c6-9b0c-d25ee1bca468" providerId="ADAL" clId="{57BF9AB4-9F69-4414-AE07-AA66995556B1}" dt="2025-01-28T12:48:26.108" v="4460" actId="5793"/>
          <ac:spMkLst>
            <pc:docMk/>
            <pc:sldMk cId="829120878" sldId="305"/>
            <ac:spMk id="3" creationId="{4520C8FC-9043-AD6B-9474-4F03A0DEA7C0}"/>
          </ac:spMkLst>
        </pc:spChg>
        <pc:spChg chg="add mod">
          <ac:chgData name="Patrick Merritt" userId="b92c223c-8880-48c6-9b0c-d25ee1bca468" providerId="ADAL" clId="{57BF9AB4-9F69-4414-AE07-AA66995556B1}" dt="2025-01-28T12:48:12.619" v="4449"/>
          <ac:spMkLst>
            <pc:docMk/>
            <pc:sldMk cId="829120878" sldId="305"/>
            <ac:spMk id="17" creationId="{17ADF481-6D10-C702-3FC4-32909A673283}"/>
          </ac:spMkLst>
        </pc:spChg>
        <pc:spChg chg="add mod">
          <ac:chgData name="Patrick Merritt" userId="b92c223c-8880-48c6-9b0c-d25ee1bca468" providerId="ADAL" clId="{57BF9AB4-9F69-4414-AE07-AA66995556B1}" dt="2025-01-28T12:48:21.038" v="4451" actId="1076"/>
          <ac:spMkLst>
            <pc:docMk/>
            <pc:sldMk cId="829120878" sldId="305"/>
            <ac:spMk id="18" creationId="{A6872E00-2F7D-0B41-99DC-57577AC89BF6}"/>
          </ac:spMkLst>
        </pc:spChg>
      </pc:sldChg>
      <pc:sldChg chg="modSp new mod">
        <pc:chgData name="Patrick Merritt" userId="b92c223c-8880-48c6-9b0c-d25ee1bca468" providerId="ADAL" clId="{57BF9AB4-9F69-4414-AE07-AA66995556B1}" dt="2025-01-28T12:57:13.052" v="4777" actId="20577"/>
        <pc:sldMkLst>
          <pc:docMk/>
          <pc:sldMk cId="2861942927" sldId="306"/>
        </pc:sldMkLst>
        <pc:spChg chg="mod">
          <ac:chgData name="Patrick Merritt" userId="b92c223c-8880-48c6-9b0c-d25ee1bca468" providerId="ADAL" clId="{57BF9AB4-9F69-4414-AE07-AA66995556B1}" dt="2025-01-28T12:48:53.554" v="4599" actId="20577"/>
          <ac:spMkLst>
            <pc:docMk/>
            <pc:sldMk cId="2861942927" sldId="306"/>
            <ac:spMk id="2" creationId="{8E72EF02-0E0F-0EC7-1F31-D85B6D99A594}"/>
          </ac:spMkLst>
        </pc:spChg>
        <pc:spChg chg="mod">
          <ac:chgData name="Patrick Merritt" userId="b92c223c-8880-48c6-9b0c-d25ee1bca468" providerId="ADAL" clId="{57BF9AB4-9F69-4414-AE07-AA66995556B1}" dt="2025-01-28T12:57:13.052" v="4777" actId="20577"/>
          <ac:spMkLst>
            <pc:docMk/>
            <pc:sldMk cId="2861942927" sldId="306"/>
            <ac:spMk id="3" creationId="{1972E457-74D3-F7BA-FAF9-E090CC66961A}"/>
          </ac:spMkLst>
        </pc:spChg>
      </pc:sldChg>
      <pc:sldChg chg="addSp delSp modSp new mod modClrScheme modAnim chgLayout">
        <pc:chgData name="Patrick Merritt" userId="b92c223c-8880-48c6-9b0c-d25ee1bca468" providerId="ADAL" clId="{57BF9AB4-9F69-4414-AE07-AA66995556B1}" dt="2025-01-28T12:58:47.796" v="4789"/>
        <pc:sldMkLst>
          <pc:docMk/>
          <pc:sldMk cId="71170625" sldId="307"/>
        </pc:sldMkLst>
        <pc:spChg chg="del mod">
          <ac:chgData name="Patrick Merritt" userId="b92c223c-8880-48c6-9b0c-d25ee1bca468" providerId="ADAL" clId="{57BF9AB4-9F69-4414-AE07-AA66995556B1}" dt="2025-01-28T12:58:32.634" v="4788" actId="700"/>
          <ac:spMkLst>
            <pc:docMk/>
            <pc:sldMk cId="71170625" sldId="307"/>
            <ac:spMk id="2" creationId="{A454EB73-BBCD-9693-C0E0-A91DCD89E526}"/>
          </ac:spMkLst>
        </pc:spChg>
        <pc:spChg chg="add del">
          <ac:chgData name="Patrick Merritt" userId="b92c223c-8880-48c6-9b0c-d25ee1bca468" providerId="ADAL" clId="{57BF9AB4-9F69-4414-AE07-AA66995556B1}" dt="2025-01-28T12:58:32.634" v="4788" actId="700"/>
          <ac:spMkLst>
            <pc:docMk/>
            <pc:sldMk cId="71170625" sldId="307"/>
            <ac:spMk id="3" creationId="{A6EE1B73-5EA1-8DDB-03F4-0E10A3815A12}"/>
          </ac:spMkLst>
        </pc:spChg>
        <pc:picChg chg="add mod">
          <ac:chgData name="Patrick Merritt" userId="b92c223c-8880-48c6-9b0c-d25ee1bca468" providerId="ADAL" clId="{57BF9AB4-9F69-4414-AE07-AA66995556B1}" dt="2025-01-28T12:58:30.010" v="4786"/>
          <ac:picMkLst>
            <pc:docMk/>
            <pc:sldMk cId="71170625" sldId="307"/>
            <ac:picMk id="4" creationId="{A9BAE778-19D1-C9E2-82D5-FFF6ABA0F1C4}"/>
          </ac:picMkLst>
        </pc:picChg>
        <pc:picChg chg="add mod">
          <ac:chgData name="Patrick Merritt" userId="b92c223c-8880-48c6-9b0c-d25ee1bca468" providerId="ADAL" clId="{57BF9AB4-9F69-4414-AE07-AA66995556B1}" dt="2025-01-28T12:58:47.796" v="4789"/>
          <ac:picMkLst>
            <pc:docMk/>
            <pc:sldMk cId="71170625" sldId="307"/>
            <ac:picMk id="5" creationId="{663FED0E-B376-B5F7-1ACA-93D6CC7BFE40}"/>
          </ac:picMkLst>
        </pc:picChg>
      </pc:sldChg>
      <pc:sldChg chg="add del ord">
        <pc:chgData name="Patrick Merritt" userId="b92c223c-8880-48c6-9b0c-d25ee1bca468" providerId="ADAL" clId="{57BF9AB4-9F69-4414-AE07-AA66995556B1}" dt="2025-01-28T12:57:46.988" v="4781" actId="47"/>
        <pc:sldMkLst>
          <pc:docMk/>
          <pc:sldMk cId="4027585392" sldId="307"/>
        </pc:sldMkLst>
      </pc:sldChg>
      <pc:sldChg chg="addSp modSp new mod modClrScheme chgLayout">
        <pc:chgData name="Patrick Merritt" userId="b92c223c-8880-48c6-9b0c-d25ee1bca468" providerId="ADAL" clId="{57BF9AB4-9F69-4414-AE07-AA66995556B1}" dt="2025-01-28T13:25:27.475" v="5304" actId="20577"/>
        <pc:sldMkLst>
          <pc:docMk/>
          <pc:sldMk cId="1959354106" sldId="308"/>
        </pc:sldMkLst>
        <pc:spChg chg="add mod">
          <ac:chgData name="Patrick Merritt" userId="b92c223c-8880-48c6-9b0c-d25ee1bca468" providerId="ADAL" clId="{57BF9AB4-9F69-4414-AE07-AA66995556B1}" dt="2025-01-28T13:23:51.510" v="4910" actId="20577"/>
          <ac:spMkLst>
            <pc:docMk/>
            <pc:sldMk cId="1959354106" sldId="308"/>
            <ac:spMk id="2" creationId="{D64DE775-2DB9-3342-C62D-95692C636630}"/>
          </ac:spMkLst>
        </pc:spChg>
        <pc:spChg chg="add mod">
          <ac:chgData name="Patrick Merritt" userId="b92c223c-8880-48c6-9b0c-d25ee1bca468" providerId="ADAL" clId="{57BF9AB4-9F69-4414-AE07-AA66995556B1}" dt="2025-01-28T13:25:27.475" v="5304" actId="20577"/>
          <ac:spMkLst>
            <pc:docMk/>
            <pc:sldMk cId="1959354106" sldId="308"/>
            <ac:spMk id="3" creationId="{BA4E0453-3D16-AD73-4E8E-AFA0678E9566}"/>
          </ac:spMkLst>
        </pc:spChg>
      </pc:sldChg>
      <pc:sldChg chg="new del">
        <pc:chgData name="Patrick Merritt" userId="b92c223c-8880-48c6-9b0c-d25ee1bca468" providerId="ADAL" clId="{57BF9AB4-9F69-4414-AE07-AA66995556B1}" dt="2025-01-28T13:22:35.402" v="4792" actId="47"/>
        <pc:sldMkLst>
          <pc:docMk/>
          <pc:sldMk cId="1478278841" sldId="309"/>
        </pc:sldMkLst>
      </pc:sldChg>
    </pc:docChg>
  </pc:docChgLst>
  <pc:docChgLst>
    <pc:chgData name="Patrick Merritt" userId="b92c223c-8880-48c6-9b0c-d25ee1bca468" providerId="ADAL" clId="{9EC6025C-DBC3-4340-9BB3-345037C0AA96}"/>
    <pc:docChg chg="undo custSel addSld delSld modSld sldOrd">
      <pc:chgData name="Patrick Merritt" userId="b92c223c-8880-48c6-9b0c-d25ee1bca468" providerId="ADAL" clId="{9EC6025C-DBC3-4340-9BB3-345037C0AA96}" dt="2025-01-27T14:26:38.201" v="8671" actId="14100"/>
      <pc:docMkLst>
        <pc:docMk/>
      </pc:docMkLst>
      <pc:sldChg chg="modSp mod">
        <pc:chgData name="Patrick Merritt" userId="b92c223c-8880-48c6-9b0c-d25ee1bca468" providerId="ADAL" clId="{9EC6025C-DBC3-4340-9BB3-345037C0AA96}" dt="2025-01-27T12:38:14.973" v="17" actId="20577"/>
        <pc:sldMkLst>
          <pc:docMk/>
          <pc:sldMk cId="580719803" sldId="257"/>
        </pc:sldMkLst>
        <pc:spChg chg="mod">
          <ac:chgData name="Patrick Merritt" userId="b92c223c-8880-48c6-9b0c-d25ee1bca468" providerId="ADAL" clId="{9EC6025C-DBC3-4340-9BB3-345037C0AA96}" dt="2025-01-27T12:38:14.973" v="17" actId="20577"/>
          <ac:spMkLst>
            <pc:docMk/>
            <pc:sldMk cId="580719803" sldId="257"/>
            <ac:spMk id="3" creationId="{F61C640D-DD62-D9DE-4EB6-0E4F5238402D}"/>
          </ac:spMkLst>
        </pc:spChg>
      </pc:sldChg>
      <pc:sldChg chg="addSp modSp new del mod">
        <pc:chgData name="Patrick Merritt" userId="b92c223c-8880-48c6-9b0c-d25ee1bca468" providerId="ADAL" clId="{9EC6025C-DBC3-4340-9BB3-345037C0AA96}" dt="2025-01-27T13:06:35.596" v="490" actId="47"/>
        <pc:sldMkLst>
          <pc:docMk/>
          <pc:sldMk cId="3034391924" sldId="258"/>
        </pc:sldMkLst>
        <pc:spChg chg="mod">
          <ac:chgData name="Patrick Merritt" userId="b92c223c-8880-48c6-9b0c-d25ee1bca468" providerId="ADAL" clId="{9EC6025C-DBC3-4340-9BB3-345037C0AA96}" dt="2025-01-27T12:38:31.414" v="50" actId="313"/>
          <ac:spMkLst>
            <pc:docMk/>
            <pc:sldMk cId="3034391924" sldId="258"/>
            <ac:spMk id="2" creationId="{AFCD6D1A-19F4-305A-BE05-243BB0B40EFB}"/>
          </ac:spMkLst>
        </pc:spChg>
        <pc:spChg chg="mod">
          <ac:chgData name="Patrick Merritt" userId="b92c223c-8880-48c6-9b0c-d25ee1bca468" providerId="ADAL" clId="{9EC6025C-DBC3-4340-9BB3-345037C0AA96}" dt="2025-01-27T13:04:04.089" v="318" actId="114"/>
          <ac:spMkLst>
            <pc:docMk/>
            <pc:sldMk cId="3034391924" sldId="258"/>
            <ac:spMk id="3" creationId="{C5A7C154-8357-1DA4-DCE7-9C7C96FCBB7A}"/>
          </ac:spMkLst>
        </pc:spChg>
        <pc:spChg chg="add mod">
          <ac:chgData name="Patrick Merritt" userId="b92c223c-8880-48c6-9b0c-d25ee1bca468" providerId="ADAL" clId="{9EC6025C-DBC3-4340-9BB3-345037C0AA96}" dt="2025-01-27T12:59:41.200" v="189" actId="20577"/>
          <ac:spMkLst>
            <pc:docMk/>
            <pc:sldMk cId="3034391924" sldId="258"/>
            <ac:spMk id="4" creationId="{7E9381FB-F3E5-8790-134F-02793E8B4916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942130963" sldId="258"/>
        </pc:sldMkLst>
      </pc:sldChg>
      <pc:sldChg chg="modSp new del mod">
        <pc:chgData name="Patrick Merritt" userId="b92c223c-8880-48c6-9b0c-d25ee1bca468" providerId="ADAL" clId="{9EC6025C-DBC3-4340-9BB3-345037C0AA96}" dt="2025-01-27T13:21:20.806" v="1363" actId="47"/>
        <pc:sldMkLst>
          <pc:docMk/>
          <pc:sldMk cId="2707913703" sldId="259"/>
        </pc:sldMkLst>
        <pc:spChg chg="mod">
          <ac:chgData name="Patrick Merritt" userId="b92c223c-8880-48c6-9b0c-d25ee1bca468" providerId="ADAL" clId="{9EC6025C-DBC3-4340-9BB3-345037C0AA96}" dt="2025-01-27T12:47:07.229" v="83" actId="20577"/>
          <ac:spMkLst>
            <pc:docMk/>
            <pc:sldMk cId="2707913703" sldId="259"/>
            <ac:spMk id="2" creationId="{96726EED-2F5C-E61A-6BE2-BB3D49E36924}"/>
          </ac:spMkLst>
        </pc:spChg>
        <pc:spChg chg="mod">
          <ac:chgData name="Patrick Merritt" userId="b92c223c-8880-48c6-9b0c-d25ee1bca468" providerId="ADAL" clId="{9EC6025C-DBC3-4340-9BB3-345037C0AA96}" dt="2025-01-27T13:18:38.654" v="898" actId="20577"/>
          <ac:spMkLst>
            <pc:docMk/>
            <pc:sldMk cId="2707913703" sldId="259"/>
            <ac:spMk id="3" creationId="{AB149078-071D-E0E2-7959-BA66F580928B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246275381" sldId="259"/>
        </pc:sldMkLst>
      </pc:sldChg>
      <pc:sldChg chg="modSp add mod">
        <pc:chgData name="Patrick Merritt" userId="b92c223c-8880-48c6-9b0c-d25ee1bca468" providerId="ADAL" clId="{9EC6025C-DBC3-4340-9BB3-345037C0AA96}" dt="2025-01-27T13:06:31.678" v="489" actId="21"/>
        <pc:sldMkLst>
          <pc:docMk/>
          <pc:sldMk cId="69867400" sldId="260"/>
        </pc:sldMkLst>
        <pc:spChg chg="mod">
          <ac:chgData name="Patrick Merritt" userId="b92c223c-8880-48c6-9b0c-d25ee1bca468" providerId="ADAL" clId="{9EC6025C-DBC3-4340-9BB3-345037C0AA96}" dt="2025-01-27T13:06:31.678" v="489" actId="21"/>
          <ac:spMkLst>
            <pc:docMk/>
            <pc:sldMk cId="69867400" sldId="260"/>
            <ac:spMk id="3" creationId="{11F751A6-428F-D583-06DB-F1CD7060FD52}"/>
          </ac:spMkLst>
        </pc:spChg>
        <pc:spChg chg="mod">
          <ac:chgData name="Patrick Merritt" userId="b92c223c-8880-48c6-9b0c-d25ee1bca468" providerId="ADAL" clId="{9EC6025C-DBC3-4340-9BB3-345037C0AA96}" dt="2025-01-27T13:04:19.665" v="323" actId="1076"/>
          <ac:spMkLst>
            <pc:docMk/>
            <pc:sldMk cId="69867400" sldId="260"/>
            <ac:spMk id="4" creationId="{77D2A8B9-107C-FD14-9CAE-B3DE1D840C82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2052866020" sldId="260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099431077" sldId="261"/>
        </pc:sldMkLst>
      </pc:sldChg>
      <pc:sldChg chg="modSp add mod">
        <pc:chgData name="Patrick Merritt" userId="b92c223c-8880-48c6-9b0c-d25ee1bca468" providerId="ADAL" clId="{9EC6025C-DBC3-4340-9BB3-345037C0AA96}" dt="2025-01-27T13:08:01.495" v="691" actId="20577"/>
        <pc:sldMkLst>
          <pc:docMk/>
          <pc:sldMk cId="4135616166" sldId="261"/>
        </pc:sldMkLst>
        <pc:spChg chg="mod">
          <ac:chgData name="Patrick Merritt" userId="b92c223c-8880-48c6-9b0c-d25ee1bca468" providerId="ADAL" clId="{9EC6025C-DBC3-4340-9BB3-345037C0AA96}" dt="2025-01-27T13:08:01.495" v="691" actId="20577"/>
          <ac:spMkLst>
            <pc:docMk/>
            <pc:sldMk cId="4135616166" sldId="261"/>
            <ac:spMk id="3" creationId="{33845FEF-9BFB-461D-630A-2F4072C8432D}"/>
          </ac:spMkLst>
        </pc:spChg>
      </pc:sldChg>
      <pc:sldChg chg="modSp new mod">
        <pc:chgData name="Patrick Merritt" userId="b92c223c-8880-48c6-9b0c-d25ee1bca468" providerId="ADAL" clId="{9EC6025C-DBC3-4340-9BB3-345037C0AA96}" dt="2025-01-27T13:13:56.660" v="874" actId="20577"/>
        <pc:sldMkLst>
          <pc:docMk/>
          <pc:sldMk cId="2163067767" sldId="262"/>
        </pc:sldMkLst>
        <pc:spChg chg="mod">
          <ac:chgData name="Patrick Merritt" userId="b92c223c-8880-48c6-9b0c-d25ee1bca468" providerId="ADAL" clId="{9EC6025C-DBC3-4340-9BB3-345037C0AA96}" dt="2025-01-27T13:08:17.094" v="722" actId="20577"/>
          <ac:spMkLst>
            <pc:docMk/>
            <pc:sldMk cId="2163067767" sldId="262"/>
            <ac:spMk id="2" creationId="{4A586F3E-4F67-7504-EEE9-4531855F76E6}"/>
          </ac:spMkLst>
        </pc:spChg>
        <pc:spChg chg="mod">
          <ac:chgData name="Patrick Merritt" userId="b92c223c-8880-48c6-9b0c-d25ee1bca468" providerId="ADAL" clId="{9EC6025C-DBC3-4340-9BB3-345037C0AA96}" dt="2025-01-27T13:13:56.660" v="874" actId="20577"/>
          <ac:spMkLst>
            <pc:docMk/>
            <pc:sldMk cId="2163067767" sldId="262"/>
            <ac:spMk id="3" creationId="{BAF7790A-EC09-ED07-E3D2-D11D5703E004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620003289" sldId="262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1883699411" sldId="263"/>
        </pc:sldMkLst>
      </pc:sldChg>
      <pc:sldChg chg="addSp delSp modSp add mod modClrScheme chgLayout">
        <pc:chgData name="Patrick Merritt" userId="b92c223c-8880-48c6-9b0c-d25ee1bca468" providerId="ADAL" clId="{9EC6025C-DBC3-4340-9BB3-345037C0AA96}" dt="2025-01-27T13:18:28.096" v="896"/>
        <pc:sldMkLst>
          <pc:docMk/>
          <pc:sldMk cId="3158584317" sldId="263"/>
        </pc:sldMkLst>
        <pc:spChg chg="del mod ord">
          <ac:chgData name="Patrick Merritt" userId="b92c223c-8880-48c6-9b0c-d25ee1bca468" providerId="ADAL" clId="{9EC6025C-DBC3-4340-9BB3-345037C0AA96}" dt="2025-01-27T13:14:04.410" v="877" actId="478"/>
          <ac:spMkLst>
            <pc:docMk/>
            <pc:sldMk cId="3158584317" sldId="263"/>
            <ac:spMk id="2" creationId="{DA580B66-4670-1B80-FE13-0799A95FD3AD}"/>
          </ac:spMkLst>
        </pc:spChg>
        <pc:spChg chg="del mod ord">
          <ac:chgData name="Patrick Merritt" userId="b92c223c-8880-48c6-9b0c-d25ee1bca468" providerId="ADAL" clId="{9EC6025C-DBC3-4340-9BB3-345037C0AA96}" dt="2025-01-27T13:14:05.305" v="878" actId="478"/>
          <ac:spMkLst>
            <pc:docMk/>
            <pc:sldMk cId="3158584317" sldId="263"/>
            <ac:spMk id="3" creationId="{FE856328-EFDC-A7FF-3FAB-2D69E6DAA346}"/>
          </ac:spMkLst>
        </pc:spChg>
        <pc:picChg chg="add del mod">
          <ac:chgData name="Patrick Merritt" userId="b92c223c-8880-48c6-9b0c-d25ee1bca468" providerId="ADAL" clId="{9EC6025C-DBC3-4340-9BB3-345037C0AA96}" dt="2025-01-27T13:17:51.219" v="892" actId="478"/>
          <ac:picMkLst>
            <pc:docMk/>
            <pc:sldMk cId="3158584317" sldId="263"/>
            <ac:picMk id="1026" creationId="{89F351B3-C679-AE05-E8E0-1022BD5C687D}"/>
          </ac:picMkLst>
        </pc:picChg>
        <pc:picChg chg="add">
          <ac:chgData name="Patrick Merritt" userId="b92c223c-8880-48c6-9b0c-d25ee1bca468" providerId="ADAL" clId="{9EC6025C-DBC3-4340-9BB3-345037C0AA96}" dt="2025-01-27T13:16:56.931" v="881"/>
          <ac:picMkLst>
            <pc:docMk/>
            <pc:sldMk cId="3158584317" sldId="263"/>
            <ac:picMk id="1028" creationId="{FECE0F76-A3BA-CC5F-EA1C-A9C753AC3441}"/>
          </ac:picMkLst>
        </pc:picChg>
        <pc:picChg chg="add del mod">
          <ac:chgData name="Patrick Merritt" userId="b92c223c-8880-48c6-9b0c-d25ee1bca468" providerId="ADAL" clId="{9EC6025C-DBC3-4340-9BB3-345037C0AA96}" dt="2025-01-27T13:17:49.949" v="891" actId="478"/>
          <ac:picMkLst>
            <pc:docMk/>
            <pc:sldMk cId="3158584317" sldId="263"/>
            <ac:picMk id="1030" creationId="{CA57DC10-D5A6-E070-0704-70A10F5A1464}"/>
          </ac:picMkLst>
        </pc:picChg>
        <pc:picChg chg="add del">
          <ac:chgData name="Patrick Merritt" userId="b92c223c-8880-48c6-9b0c-d25ee1bca468" providerId="ADAL" clId="{9EC6025C-DBC3-4340-9BB3-345037C0AA96}" dt="2025-01-27T13:18:26.084" v="895" actId="478"/>
          <ac:picMkLst>
            <pc:docMk/>
            <pc:sldMk cId="3158584317" sldId="263"/>
            <ac:picMk id="1032" creationId="{BB8AD98B-D9C1-3913-42FC-E1D3372E5ECC}"/>
          </ac:picMkLst>
        </pc:picChg>
        <pc:picChg chg="add">
          <ac:chgData name="Patrick Merritt" userId="b92c223c-8880-48c6-9b0c-d25ee1bca468" providerId="ADAL" clId="{9EC6025C-DBC3-4340-9BB3-345037C0AA96}" dt="2025-01-27T13:18:28.096" v="896"/>
          <ac:picMkLst>
            <pc:docMk/>
            <pc:sldMk cId="3158584317" sldId="263"/>
            <ac:picMk id="1034" creationId="{6FFBA691-AC7B-A65B-D62B-E5E62118FF52}"/>
          </ac:picMkLst>
        </pc:picChg>
      </pc:sldChg>
      <pc:sldChg chg="add">
        <pc:chgData name="Patrick Merritt" userId="b92c223c-8880-48c6-9b0c-d25ee1bca468" providerId="ADAL" clId="{9EC6025C-DBC3-4340-9BB3-345037C0AA96}" dt="2025-01-27T13:18:23.770" v="894" actId="2890"/>
        <pc:sldMkLst>
          <pc:docMk/>
          <pc:sldMk cId="1087311099" sldId="264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2568033327" sldId="264"/>
        </pc:sldMkLst>
      </pc:sldChg>
      <pc:sldChg chg="addSp modSp new mod modClrScheme chgLayout">
        <pc:chgData name="Patrick Merritt" userId="b92c223c-8880-48c6-9b0c-d25ee1bca468" providerId="ADAL" clId="{9EC6025C-DBC3-4340-9BB3-345037C0AA96}" dt="2025-01-27T13:21:17.688" v="1362" actId="20577"/>
        <pc:sldMkLst>
          <pc:docMk/>
          <pc:sldMk cId="1551670601" sldId="265"/>
        </pc:sldMkLst>
        <pc:spChg chg="add mod">
          <ac:chgData name="Patrick Merritt" userId="b92c223c-8880-48c6-9b0c-d25ee1bca468" providerId="ADAL" clId="{9EC6025C-DBC3-4340-9BB3-345037C0AA96}" dt="2025-01-27T13:19:00.336" v="949" actId="20577"/>
          <ac:spMkLst>
            <pc:docMk/>
            <pc:sldMk cId="1551670601" sldId="265"/>
            <ac:spMk id="2" creationId="{CF78B49E-E112-1AD2-0FEF-F2FC31C52B11}"/>
          </ac:spMkLst>
        </pc:spChg>
        <pc:spChg chg="add mod">
          <ac:chgData name="Patrick Merritt" userId="b92c223c-8880-48c6-9b0c-d25ee1bca468" providerId="ADAL" clId="{9EC6025C-DBC3-4340-9BB3-345037C0AA96}" dt="2025-01-27T13:21:17.688" v="1362" actId="20577"/>
          <ac:spMkLst>
            <pc:docMk/>
            <pc:sldMk cId="1551670601" sldId="265"/>
            <ac:spMk id="3" creationId="{9CFDA14D-2688-5FE2-1CC8-68EF9AF91494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444725190" sldId="265"/>
        </pc:sldMkLst>
      </pc:sldChg>
      <pc:sldChg chg="modSp new mod">
        <pc:chgData name="Patrick Merritt" userId="b92c223c-8880-48c6-9b0c-d25ee1bca468" providerId="ADAL" clId="{9EC6025C-DBC3-4340-9BB3-345037C0AA96}" dt="2025-01-27T13:26:30.154" v="2021" actId="15"/>
        <pc:sldMkLst>
          <pc:docMk/>
          <pc:sldMk cId="3838236168" sldId="266"/>
        </pc:sldMkLst>
        <pc:spChg chg="mod">
          <ac:chgData name="Patrick Merritt" userId="b92c223c-8880-48c6-9b0c-d25ee1bca468" providerId="ADAL" clId="{9EC6025C-DBC3-4340-9BB3-345037C0AA96}" dt="2025-01-27T13:23:00.086" v="1391" actId="5793"/>
          <ac:spMkLst>
            <pc:docMk/>
            <pc:sldMk cId="3838236168" sldId="266"/>
            <ac:spMk id="2" creationId="{1D1B796F-64D8-EB8E-D21C-9299C9515BA3}"/>
          </ac:spMkLst>
        </pc:spChg>
        <pc:spChg chg="mod">
          <ac:chgData name="Patrick Merritt" userId="b92c223c-8880-48c6-9b0c-d25ee1bca468" providerId="ADAL" clId="{9EC6025C-DBC3-4340-9BB3-345037C0AA96}" dt="2025-01-27T13:26:30.154" v="2021" actId="15"/>
          <ac:spMkLst>
            <pc:docMk/>
            <pc:sldMk cId="3838236168" sldId="266"/>
            <ac:spMk id="3" creationId="{42922B77-CD86-3CC7-547A-CBE6F5C83A47}"/>
          </ac:spMkLst>
        </pc:spChg>
      </pc:sldChg>
      <pc:sldChg chg="modSp new mod">
        <pc:chgData name="Patrick Merritt" userId="b92c223c-8880-48c6-9b0c-d25ee1bca468" providerId="ADAL" clId="{9EC6025C-DBC3-4340-9BB3-345037C0AA96}" dt="2025-01-27T13:31:42.098" v="2773" actId="20577"/>
        <pc:sldMkLst>
          <pc:docMk/>
          <pc:sldMk cId="1953280103" sldId="267"/>
        </pc:sldMkLst>
        <pc:spChg chg="mod">
          <ac:chgData name="Patrick Merritt" userId="b92c223c-8880-48c6-9b0c-d25ee1bca468" providerId="ADAL" clId="{9EC6025C-DBC3-4340-9BB3-345037C0AA96}" dt="2025-01-27T13:26:47.652" v="2035" actId="20577"/>
          <ac:spMkLst>
            <pc:docMk/>
            <pc:sldMk cId="1953280103" sldId="267"/>
            <ac:spMk id="2" creationId="{8E57B390-4891-F702-7452-7C2332BAD438}"/>
          </ac:spMkLst>
        </pc:spChg>
        <pc:spChg chg="mod">
          <ac:chgData name="Patrick Merritt" userId="b92c223c-8880-48c6-9b0c-d25ee1bca468" providerId="ADAL" clId="{9EC6025C-DBC3-4340-9BB3-345037C0AA96}" dt="2025-01-27T13:31:42.098" v="2773" actId="20577"/>
          <ac:spMkLst>
            <pc:docMk/>
            <pc:sldMk cId="1953280103" sldId="267"/>
            <ac:spMk id="3" creationId="{4953816C-86DC-57E8-5286-0E519C917417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659483220" sldId="267"/>
        </pc:sldMkLst>
      </pc:sldChg>
      <pc:sldChg chg="modSp new mod">
        <pc:chgData name="Patrick Merritt" userId="b92c223c-8880-48c6-9b0c-d25ee1bca468" providerId="ADAL" clId="{9EC6025C-DBC3-4340-9BB3-345037C0AA96}" dt="2025-01-27T13:33:54.646" v="3121" actId="5793"/>
        <pc:sldMkLst>
          <pc:docMk/>
          <pc:sldMk cId="2213513820" sldId="268"/>
        </pc:sldMkLst>
        <pc:spChg chg="mod">
          <ac:chgData name="Patrick Merritt" userId="b92c223c-8880-48c6-9b0c-d25ee1bca468" providerId="ADAL" clId="{9EC6025C-DBC3-4340-9BB3-345037C0AA96}" dt="2025-01-27T13:31:31.915" v="2761" actId="20577"/>
          <ac:spMkLst>
            <pc:docMk/>
            <pc:sldMk cId="2213513820" sldId="268"/>
            <ac:spMk id="2" creationId="{FCAD6B46-B635-202E-069B-BD251E3DDE03}"/>
          </ac:spMkLst>
        </pc:spChg>
        <pc:spChg chg="mod">
          <ac:chgData name="Patrick Merritt" userId="b92c223c-8880-48c6-9b0c-d25ee1bca468" providerId="ADAL" clId="{9EC6025C-DBC3-4340-9BB3-345037C0AA96}" dt="2025-01-27T13:33:54.646" v="3121" actId="5793"/>
          <ac:spMkLst>
            <pc:docMk/>
            <pc:sldMk cId="2213513820" sldId="268"/>
            <ac:spMk id="3" creationId="{940B91A1-A06C-B799-FF08-58B91698B9B5}"/>
          </ac:spMkLst>
        </pc:spChg>
      </pc:sldChg>
      <pc:sldChg chg="modSp new mod">
        <pc:chgData name="Patrick Merritt" userId="b92c223c-8880-48c6-9b0c-d25ee1bca468" providerId="ADAL" clId="{9EC6025C-DBC3-4340-9BB3-345037C0AA96}" dt="2025-01-27T13:37:55.622" v="3661" actId="313"/>
        <pc:sldMkLst>
          <pc:docMk/>
          <pc:sldMk cId="20861319" sldId="269"/>
        </pc:sldMkLst>
        <pc:spChg chg="mod">
          <ac:chgData name="Patrick Merritt" userId="b92c223c-8880-48c6-9b0c-d25ee1bca468" providerId="ADAL" clId="{9EC6025C-DBC3-4340-9BB3-345037C0AA96}" dt="2025-01-27T13:34:23.116" v="3143" actId="20577"/>
          <ac:spMkLst>
            <pc:docMk/>
            <pc:sldMk cId="20861319" sldId="269"/>
            <ac:spMk id="2" creationId="{F58282B0-F5B1-C9E1-C90E-837818C66E5C}"/>
          </ac:spMkLst>
        </pc:spChg>
        <pc:spChg chg="mod">
          <ac:chgData name="Patrick Merritt" userId="b92c223c-8880-48c6-9b0c-d25ee1bca468" providerId="ADAL" clId="{9EC6025C-DBC3-4340-9BB3-345037C0AA96}" dt="2025-01-27T13:37:55.622" v="3661" actId="313"/>
          <ac:spMkLst>
            <pc:docMk/>
            <pc:sldMk cId="20861319" sldId="269"/>
            <ac:spMk id="3" creationId="{32992FA1-1149-8171-E980-17F8E76FBC52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2444926760" sldId="269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288816435" sldId="270"/>
        </pc:sldMkLst>
      </pc:sldChg>
      <pc:sldChg chg="modSp new mod">
        <pc:chgData name="Patrick Merritt" userId="b92c223c-8880-48c6-9b0c-d25ee1bca468" providerId="ADAL" clId="{9EC6025C-DBC3-4340-9BB3-345037C0AA96}" dt="2025-01-27T13:41:38.584" v="4138" actId="20577"/>
        <pc:sldMkLst>
          <pc:docMk/>
          <pc:sldMk cId="2337754607" sldId="270"/>
        </pc:sldMkLst>
        <pc:spChg chg="mod">
          <ac:chgData name="Patrick Merritt" userId="b92c223c-8880-48c6-9b0c-d25ee1bca468" providerId="ADAL" clId="{9EC6025C-DBC3-4340-9BB3-345037C0AA96}" dt="2025-01-27T13:38:06.529" v="3672" actId="20577"/>
          <ac:spMkLst>
            <pc:docMk/>
            <pc:sldMk cId="2337754607" sldId="270"/>
            <ac:spMk id="2" creationId="{C51DB754-A5BF-AC6E-6F51-629E5896155F}"/>
          </ac:spMkLst>
        </pc:spChg>
        <pc:spChg chg="mod">
          <ac:chgData name="Patrick Merritt" userId="b92c223c-8880-48c6-9b0c-d25ee1bca468" providerId="ADAL" clId="{9EC6025C-DBC3-4340-9BB3-345037C0AA96}" dt="2025-01-27T13:41:38.584" v="4138" actId="20577"/>
          <ac:spMkLst>
            <pc:docMk/>
            <pc:sldMk cId="2337754607" sldId="270"/>
            <ac:spMk id="3" creationId="{E3CD5948-1A28-0A0C-FFA8-6E869E40B31E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1535120630" sldId="271"/>
        </pc:sldMkLst>
      </pc:sldChg>
      <pc:sldChg chg="modSp new mod">
        <pc:chgData name="Patrick Merritt" userId="b92c223c-8880-48c6-9b0c-d25ee1bca468" providerId="ADAL" clId="{9EC6025C-DBC3-4340-9BB3-345037C0AA96}" dt="2025-01-27T13:48:34.022" v="5007" actId="20577"/>
        <pc:sldMkLst>
          <pc:docMk/>
          <pc:sldMk cId="2776732755" sldId="271"/>
        </pc:sldMkLst>
        <pc:spChg chg="mod">
          <ac:chgData name="Patrick Merritt" userId="b92c223c-8880-48c6-9b0c-d25ee1bca468" providerId="ADAL" clId="{9EC6025C-DBC3-4340-9BB3-345037C0AA96}" dt="2025-01-27T13:42:54.393" v="4156" actId="20577"/>
          <ac:spMkLst>
            <pc:docMk/>
            <pc:sldMk cId="2776732755" sldId="271"/>
            <ac:spMk id="2" creationId="{F436A931-0961-26AF-DEC0-E77439FCA9C5}"/>
          </ac:spMkLst>
        </pc:spChg>
        <pc:spChg chg="mod">
          <ac:chgData name="Patrick Merritt" userId="b92c223c-8880-48c6-9b0c-d25ee1bca468" providerId="ADAL" clId="{9EC6025C-DBC3-4340-9BB3-345037C0AA96}" dt="2025-01-27T13:48:34.022" v="5007" actId="20577"/>
          <ac:spMkLst>
            <pc:docMk/>
            <pc:sldMk cId="2776732755" sldId="271"/>
            <ac:spMk id="3" creationId="{A89D469E-E047-B370-7FAE-F768DD58BC4F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81844088" sldId="272"/>
        </pc:sldMkLst>
      </pc:sldChg>
      <pc:sldChg chg="modSp new mod">
        <pc:chgData name="Patrick Merritt" userId="b92c223c-8880-48c6-9b0c-d25ee1bca468" providerId="ADAL" clId="{9EC6025C-DBC3-4340-9BB3-345037C0AA96}" dt="2025-01-27T13:48:01.995" v="4938" actId="20577"/>
        <pc:sldMkLst>
          <pc:docMk/>
          <pc:sldMk cId="4195600667" sldId="272"/>
        </pc:sldMkLst>
        <pc:spChg chg="mod">
          <ac:chgData name="Patrick Merritt" userId="b92c223c-8880-48c6-9b0c-d25ee1bca468" providerId="ADAL" clId="{9EC6025C-DBC3-4340-9BB3-345037C0AA96}" dt="2025-01-27T13:46:04.195" v="4562" actId="20577"/>
          <ac:spMkLst>
            <pc:docMk/>
            <pc:sldMk cId="4195600667" sldId="272"/>
            <ac:spMk id="2" creationId="{DBB16911-7591-2FA7-4454-2BFF7C43D045}"/>
          </ac:spMkLst>
        </pc:spChg>
        <pc:spChg chg="mod">
          <ac:chgData name="Patrick Merritt" userId="b92c223c-8880-48c6-9b0c-d25ee1bca468" providerId="ADAL" clId="{9EC6025C-DBC3-4340-9BB3-345037C0AA96}" dt="2025-01-27T13:48:01.995" v="4938" actId="20577"/>
          <ac:spMkLst>
            <pc:docMk/>
            <pc:sldMk cId="4195600667" sldId="272"/>
            <ac:spMk id="3" creationId="{4AF21421-443B-5AA1-759B-1C6954D34CC1}"/>
          </ac:spMkLst>
        </pc:spChg>
      </pc:sldChg>
      <pc:sldChg chg="modSp new mod">
        <pc:chgData name="Patrick Merritt" userId="b92c223c-8880-48c6-9b0c-d25ee1bca468" providerId="ADAL" clId="{9EC6025C-DBC3-4340-9BB3-345037C0AA96}" dt="2025-01-27T13:52:50.640" v="5670" actId="20577"/>
        <pc:sldMkLst>
          <pc:docMk/>
          <pc:sldMk cId="238610303" sldId="273"/>
        </pc:sldMkLst>
        <pc:spChg chg="mod">
          <ac:chgData name="Patrick Merritt" userId="b92c223c-8880-48c6-9b0c-d25ee1bca468" providerId="ADAL" clId="{9EC6025C-DBC3-4340-9BB3-345037C0AA96}" dt="2025-01-27T13:49:09.718" v="5038" actId="20577"/>
          <ac:spMkLst>
            <pc:docMk/>
            <pc:sldMk cId="238610303" sldId="273"/>
            <ac:spMk id="2" creationId="{6560F19D-8147-7438-D411-07DC230B53A2}"/>
          </ac:spMkLst>
        </pc:spChg>
        <pc:spChg chg="mod">
          <ac:chgData name="Patrick Merritt" userId="b92c223c-8880-48c6-9b0c-d25ee1bca468" providerId="ADAL" clId="{9EC6025C-DBC3-4340-9BB3-345037C0AA96}" dt="2025-01-27T13:52:50.640" v="5670" actId="20577"/>
          <ac:spMkLst>
            <pc:docMk/>
            <pc:sldMk cId="238610303" sldId="273"/>
            <ac:spMk id="3" creationId="{5516F47C-9D57-CF1F-F3E1-E3C137788387}"/>
          </ac:spMkLst>
        </pc:spChg>
      </pc:sldChg>
      <pc:sldChg chg="modSp new mod">
        <pc:chgData name="Patrick Merritt" userId="b92c223c-8880-48c6-9b0c-d25ee1bca468" providerId="ADAL" clId="{9EC6025C-DBC3-4340-9BB3-345037C0AA96}" dt="2025-01-27T13:56:05.155" v="6143" actId="20577"/>
        <pc:sldMkLst>
          <pc:docMk/>
          <pc:sldMk cId="1983103907" sldId="274"/>
        </pc:sldMkLst>
        <pc:spChg chg="mod">
          <ac:chgData name="Patrick Merritt" userId="b92c223c-8880-48c6-9b0c-d25ee1bca468" providerId="ADAL" clId="{9EC6025C-DBC3-4340-9BB3-345037C0AA96}" dt="2025-01-27T13:53:27.935" v="5676" actId="20577"/>
          <ac:spMkLst>
            <pc:docMk/>
            <pc:sldMk cId="1983103907" sldId="274"/>
            <ac:spMk id="2" creationId="{E65A88C3-E454-FA30-07DD-5AAD5358C319}"/>
          </ac:spMkLst>
        </pc:spChg>
        <pc:spChg chg="mod">
          <ac:chgData name="Patrick Merritt" userId="b92c223c-8880-48c6-9b0c-d25ee1bca468" providerId="ADAL" clId="{9EC6025C-DBC3-4340-9BB3-345037C0AA96}" dt="2025-01-27T13:56:05.155" v="6143" actId="20577"/>
          <ac:spMkLst>
            <pc:docMk/>
            <pc:sldMk cId="1983103907" sldId="274"/>
            <ac:spMk id="3" creationId="{410D1B06-7A0B-D556-5FD7-38557765D40E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734517647" sldId="274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198246920" sldId="275"/>
        </pc:sldMkLst>
      </pc:sldChg>
      <pc:sldChg chg="modSp new mod">
        <pc:chgData name="Patrick Merritt" userId="b92c223c-8880-48c6-9b0c-d25ee1bca468" providerId="ADAL" clId="{9EC6025C-DBC3-4340-9BB3-345037C0AA96}" dt="2025-01-27T13:59:52.259" v="6719" actId="20577"/>
        <pc:sldMkLst>
          <pc:docMk/>
          <pc:sldMk cId="3924396985" sldId="275"/>
        </pc:sldMkLst>
        <pc:spChg chg="mod">
          <ac:chgData name="Patrick Merritt" userId="b92c223c-8880-48c6-9b0c-d25ee1bca468" providerId="ADAL" clId="{9EC6025C-DBC3-4340-9BB3-345037C0AA96}" dt="2025-01-27T13:56:19.102" v="6151" actId="20577"/>
          <ac:spMkLst>
            <pc:docMk/>
            <pc:sldMk cId="3924396985" sldId="275"/>
            <ac:spMk id="2" creationId="{34A99748-5CB0-6265-5E3D-7F3A9521C094}"/>
          </ac:spMkLst>
        </pc:spChg>
        <pc:spChg chg="mod">
          <ac:chgData name="Patrick Merritt" userId="b92c223c-8880-48c6-9b0c-d25ee1bca468" providerId="ADAL" clId="{9EC6025C-DBC3-4340-9BB3-345037C0AA96}" dt="2025-01-27T13:59:52.259" v="6719" actId="20577"/>
          <ac:spMkLst>
            <pc:docMk/>
            <pc:sldMk cId="3924396985" sldId="275"/>
            <ac:spMk id="3" creationId="{582925A6-74B5-06AB-61A9-124BCCC991A4}"/>
          </ac:spMkLst>
        </pc:spChg>
      </pc:sldChg>
      <pc:sldChg chg="addSp delSp modSp new mod modClrScheme chgLayout">
        <pc:chgData name="Patrick Merritt" userId="b92c223c-8880-48c6-9b0c-d25ee1bca468" providerId="ADAL" clId="{9EC6025C-DBC3-4340-9BB3-345037C0AA96}" dt="2025-01-27T14:03:03.150" v="6751" actId="732"/>
        <pc:sldMkLst>
          <pc:docMk/>
          <pc:sldMk cId="1473613441" sldId="276"/>
        </pc:sldMkLst>
        <pc:spChg chg="del">
          <ac:chgData name="Patrick Merritt" userId="b92c223c-8880-48c6-9b0c-d25ee1bca468" providerId="ADAL" clId="{9EC6025C-DBC3-4340-9BB3-345037C0AA96}" dt="2025-01-27T14:00:15.076" v="6721" actId="6264"/>
          <ac:spMkLst>
            <pc:docMk/>
            <pc:sldMk cId="1473613441" sldId="276"/>
            <ac:spMk id="2" creationId="{D1B8DAD4-1AE3-93D4-9233-3975CAF87402}"/>
          </ac:spMkLst>
        </pc:spChg>
        <pc:spChg chg="del">
          <ac:chgData name="Patrick Merritt" userId="b92c223c-8880-48c6-9b0c-d25ee1bca468" providerId="ADAL" clId="{9EC6025C-DBC3-4340-9BB3-345037C0AA96}" dt="2025-01-27T14:00:15.076" v="6721" actId="6264"/>
          <ac:spMkLst>
            <pc:docMk/>
            <pc:sldMk cId="1473613441" sldId="276"/>
            <ac:spMk id="3" creationId="{778F9493-D14D-2405-48F4-7B126EB30204}"/>
          </ac:spMkLst>
        </pc:spChg>
        <pc:spChg chg="add del mod ord">
          <ac:chgData name="Patrick Merritt" userId="b92c223c-8880-48c6-9b0c-d25ee1bca468" providerId="ADAL" clId="{9EC6025C-DBC3-4340-9BB3-345037C0AA96}" dt="2025-01-27T14:00:16.758" v="6723" actId="700"/>
          <ac:spMkLst>
            <pc:docMk/>
            <pc:sldMk cId="1473613441" sldId="276"/>
            <ac:spMk id="4" creationId="{5E3CE2B6-CF74-3A0A-F2D9-9ED268D10903}"/>
          </ac:spMkLst>
        </pc:spChg>
        <pc:spChg chg="add del mod ord">
          <ac:chgData name="Patrick Merritt" userId="b92c223c-8880-48c6-9b0c-d25ee1bca468" providerId="ADAL" clId="{9EC6025C-DBC3-4340-9BB3-345037C0AA96}" dt="2025-01-27T14:00:16.758" v="6723" actId="700"/>
          <ac:spMkLst>
            <pc:docMk/>
            <pc:sldMk cId="1473613441" sldId="276"/>
            <ac:spMk id="5" creationId="{A31F51EE-9FBB-3138-A0F9-F9EB5B81181A}"/>
          </ac:spMkLst>
        </pc:spChg>
        <pc:picChg chg="add mod">
          <ac:chgData name="Patrick Merritt" userId="b92c223c-8880-48c6-9b0c-d25ee1bca468" providerId="ADAL" clId="{9EC6025C-DBC3-4340-9BB3-345037C0AA96}" dt="2025-01-27T14:03:03.150" v="6751" actId="732"/>
          <ac:picMkLst>
            <pc:docMk/>
            <pc:sldMk cId="1473613441" sldId="276"/>
            <ac:picMk id="2050" creationId="{550E4E68-0053-3499-8798-8F7C67DA6229}"/>
          </ac:picMkLst>
        </pc:picChg>
        <pc:picChg chg="add mod">
          <ac:chgData name="Patrick Merritt" userId="b92c223c-8880-48c6-9b0c-d25ee1bca468" providerId="ADAL" clId="{9EC6025C-DBC3-4340-9BB3-345037C0AA96}" dt="2025-01-27T14:00:56.471" v="6734" actId="1076"/>
          <ac:picMkLst>
            <pc:docMk/>
            <pc:sldMk cId="1473613441" sldId="276"/>
            <ac:picMk id="2052" creationId="{E4D506AE-5AD9-9B89-8C9E-092B40B43E69}"/>
          </ac:picMkLst>
        </pc:picChg>
        <pc:picChg chg="add del mod">
          <ac:chgData name="Patrick Merritt" userId="b92c223c-8880-48c6-9b0c-d25ee1bca468" providerId="ADAL" clId="{9EC6025C-DBC3-4340-9BB3-345037C0AA96}" dt="2025-01-27T14:01:21.923" v="6736" actId="478"/>
          <ac:picMkLst>
            <pc:docMk/>
            <pc:sldMk cId="1473613441" sldId="276"/>
            <ac:picMk id="2054" creationId="{C5648ED9-8E03-54B3-416E-ABA5CA3152E5}"/>
          </ac:picMkLst>
        </pc:picChg>
        <pc:picChg chg="add">
          <ac:chgData name="Patrick Merritt" userId="b92c223c-8880-48c6-9b0c-d25ee1bca468" providerId="ADAL" clId="{9EC6025C-DBC3-4340-9BB3-345037C0AA96}" dt="2025-01-27T14:01:48.472" v="6737"/>
          <ac:picMkLst>
            <pc:docMk/>
            <pc:sldMk cId="1473613441" sldId="276"/>
            <ac:picMk id="2056" creationId="{4D088DFC-26B3-4D3D-E7D5-77FA8BC10895}"/>
          </ac:picMkLst>
        </pc:picChg>
        <pc:picChg chg="add mod">
          <ac:chgData name="Patrick Merritt" userId="b92c223c-8880-48c6-9b0c-d25ee1bca468" providerId="ADAL" clId="{9EC6025C-DBC3-4340-9BB3-345037C0AA96}" dt="2025-01-27T14:02:56.231" v="6750" actId="1076"/>
          <ac:picMkLst>
            <pc:docMk/>
            <pc:sldMk cId="1473613441" sldId="276"/>
            <ac:picMk id="2058" creationId="{64982690-9DFF-8EAB-4F6E-C184E3981F91}"/>
          </ac:picMkLst>
        </pc:picChg>
        <pc:picChg chg="add mod">
          <ac:chgData name="Patrick Merritt" userId="b92c223c-8880-48c6-9b0c-d25ee1bca468" providerId="ADAL" clId="{9EC6025C-DBC3-4340-9BB3-345037C0AA96}" dt="2025-01-27T14:02:30.525" v="6743" actId="14100"/>
          <ac:picMkLst>
            <pc:docMk/>
            <pc:sldMk cId="1473613441" sldId="276"/>
            <ac:picMk id="2060" creationId="{C989D5F5-5288-5A97-B326-A460AE3F2325}"/>
          </ac:picMkLst>
        </pc:pic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026350826" sldId="276"/>
        </pc:sldMkLst>
      </pc:sldChg>
      <pc:sldChg chg="addSp delSp modSp new mod">
        <pc:chgData name="Patrick Merritt" userId="b92c223c-8880-48c6-9b0c-d25ee1bca468" providerId="ADAL" clId="{9EC6025C-DBC3-4340-9BB3-345037C0AA96}" dt="2025-01-27T14:05:19.710" v="6776" actId="1076"/>
        <pc:sldMkLst>
          <pc:docMk/>
          <pc:sldMk cId="344179166" sldId="277"/>
        </pc:sldMkLst>
        <pc:spChg chg="add del">
          <ac:chgData name="Patrick Merritt" userId="b92c223c-8880-48c6-9b0c-d25ee1bca468" providerId="ADAL" clId="{9EC6025C-DBC3-4340-9BB3-345037C0AA96}" dt="2025-01-27T14:03:41.485" v="6755" actId="22"/>
          <ac:spMkLst>
            <pc:docMk/>
            <pc:sldMk cId="344179166" sldId="277"/>
            <ac:spMk id="3" creationId="{8CF707DD-9446-D073-6ECD-FBAE4A8E16FB}"/>
          </ac:spMkLst>
        </pc:spChg>
        <pc:picChg chg="add">
          <ac:chgData name="Patrick Merritt" userId="b92c223c-8880-48c6-9b0c-d25ee1bca468" providerId="ADAL" clId="{9EC6025C-DBC3-4340-9BB3-345037C0AA96}" dt="2025-01-27T14:03:27.544" v="6753"/>
          <ac:picMkLst>
            <pc:docMk/>
            <pc:sldMk cId="344179166" sldId="277"/>
            <ac:picMk id="3074" creationId="{5FD19308-B322-6992-BAA6-76B9ACDDFBB9}"/>
          </ac:picMkLst>
        </pc:picChg>
        <pc:picChg chg="add mod">
          <ac:chgData name="Patrick Merritt" userId="b92c223c-8880-48c6-9b0c-d25ee1bca468" providerId="ADAL" clId="{9EC6025C-DBC3-4340-9BB3-345037C0AA96}" dt="2025-01-27T14:05:15.202" v="6775" actId="14100"/>
          <ac:picMkLst>
            <pc:docMk/>
            <pc:sldMk cId="344179166" sldId="277"/>
            <ac:picMk id="3076" creationId="{1125B0F9-4CCE-EEF2-E1B5-05B0D1A81B96}"/>
          </ac:picMkLst>
        </pc:picChg>
        <pc:picChg chg="add del mod">
          <ac:chgData name="Patrick Merritt" userId="b92c223c-8880-48c6-9b0c-d25ee1bca468" providerId="ADAL" clId="{9EC6025C-DBC3-4340-9BB3-345037C0AA96}" dt="2025-01-27T14:05:03.302" v="6772" actId="478"/>
          <ac:picMkLst>
            <pc:docMk/>
            <pc:sldMk cId="344179166" sldId="277"/>
            <ac:picMk id="3078" creationId="{04E54613-96D7-2773-AF5D-19CD6795496B}"/>
          </ac:picMkLst>
        </pc:picChg>
        <pc:picChg chg="add mod">
          <ac:chgData name="Patrick Merritt" userId="b92c223c-8880-48c6-9b0c-d25ee1bca468" providerId="ADAL" clId="{9EC6025C-DBC3-4340-9BB3-345037C0AA96}" dt="2025-01-27T14:04:19.942" v="6768" actId="14100"/>
          <ac:picMkLst>
            <pc:docMk/>
            <pc:sldMk cId="344179166" sldId="277"/>
            <ac:picMk id="3080" creationId="{3FEB21BE-50C8-26B9-1D6D-A59199422800}"/>
          </ac:picMkLst>
        </pc:picChg>
        <pc:picChg chg="add mod">
          <ac:chgData name="Patrick Merritt" userId="b92c223c-8880-48c6-9b0c-d25ee1bca468" providerId="ADAL" clId="{9EC6025C-DBC3-4340-9BB3-345037C0AA96}" dt="2025-01-27T14:05:19.710" v="6776" actId="1076"/>
          <ac:picMkLst>
            <pc:docMk/>
            <pc:sldMk cId="344179166" sldId="277"/>
            <ac:picMk id="3082" creationId="{408DB68F-F076-9AEB-0D62-4D195834B6BD}"/>
          </ac:picMkLst>
        </pc:picChg>
        <pc:picChg chg="add mod">
          <ac:chgData name="Patrick Merritt" userId="b92c223c-8880-48c6-9b0c-d25ee1bca468" providerId="ADAL" clId="{9EC6025C-DBC3-4340-9BB3-345037C0AA96}" dt="2025-01-27T14:05:11.140" v="6774" actId="1076"/>
          <ac:picMkLst>
            <pc:docMk/>
            <pc:sldMk cId="344179166" sldId="277"/>
            <ac:picMk id="3084" creationId="{3DD3BD7E-166C-9568-94BE-1E82264131C9}"/>
          </ac:picMkLst>
        </pc:pic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960160652" sldId="277"/>
        </pc:sldMkLst>
      </pc:sldChg>
      <pc:sldChg chg="addSp modSp new mod modClrScheme chgLayout">
        <pc:chgData name="Patrick Merritt" userId="b92c223c-8880-48c6-9b0c-d25ee1bca468" providerId="ADAL" clId="{9EC6025C-DBC3-4340-9BB3-345037C0AA96}" dt="2025-01-27T14:10:33.042" v="7265" actId="20577"/>
        <pc:sldMkLst>
          <pc:docMk/>
          <pc:sldMk cId="2665862159" sldId="278"/>
        </pc:sldMkLst>
        <pc:spChg chg="add mod">
          <ac:chgData name="Patrick Merritt" userId="b92c223c-8880-48c6-9b0c-d25ee1bca468" providerId="ADAL" clId="{9EC6025C-DBC3-4340-9BB3-345037C0AA96}" dt="2025-01-27T14:06:29.817" v="6866" actId="20577"/>
          <ac:spMkLst>
            <pc:docMk/>
            <pc:sldMk cId="2665862159" sldId="278"/>
            <ac:spMk id="2" creationId="{6242DE97-CC05-666F-E3A8-4B53E3342C18}"/>
          </ac:spMkLst>
        </pc:spChg>
        <pc:spChg chg="add mod">
          <ac:chgData name="Patrick Merritt" userId="b92c223c-8880-48c6-9b0c-d25ee1bca468" providerId="ADAL" clId="{9EC6025C-DBC3-4340-9BB3-345037C0AA96}" dt="2025-01-27T14:10:33.042" v="7265" actId="20577"/>
          <ac:spMkLst>
            <pc:docMk/>
            <pc:sldMk cId="2665862159" sldId="278"/>
            <ac:spMk id="3" creationId="{F0FE1388-2514-0380-8322-805421BF92BD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2906953895" sldId="278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232710453" sldId="279"/>
        </pc:sldMkLst>
      </pc:sldChg>
      <pc:sldChg chg="addSp delSp modSp new">
        <pc:chgData name="Patrick Merritt" userId="b92c223c-8880-48c6-9b0c-d25ee1bca468" providerId="ADAL" clId="{9EC6025C-DBC3-4340-9BB3-345037C0AA96}" dt="2025-01-27T14:10:02.589" v="7257"/>
        <pc:sldMkLst>
          <pc:docMk/>
          <pc:sldMk cId="2823433187" sldId="279"/>
        </pc:sldMkLst>
        <pc:picChg chg="add del mod">
          <ac:chgData name="Patrick Merritt" userId="b92c223c-8880-48c6-9b0c-d25ee1bca468" providerId="ADAL" clId="{9EC6025C-DBC3-4340-9BB3-345037C0AA96}" dt="2025-01-27T14:09:54.663" v="7256" actId="478"/>
          <ac:picMkLst>
            <pc:docMk/>
            <pc:sldMk cId="2823433187" sldId="279"/>
            <ac:picMk id="4098" creationId="{08E5023E-EB81-2C35-99CC-400CA6DB11A7}"/>
          </ac:picMkLst>
        </pc:picChg>
        <pc:picChg chg="add">
          <ac:chgData name="Patrick Merritt" userId="b92c223c-8880-48c6-9b0c-d25ee1bca468" providerId="ADAL" clId="{9EC6025C-DBC3-4340-9BB3-345037C0AA96}" dt="2025-01-27T14:10:02.589" v="7257"/>
          <ac:picMkLst>
            <pc:docMk/>
            <pc:sldMk cId="2823433187" sldId="279"/>
            <ac:picMk id="4100" creationId="{435552B6-826E-4374-E5BD-0C99717C0C59}"/>
          </ac:picMkLst>
        </pc:pic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26024031" sldId="280"/>
        </pc:sldMkLst>
      </pc:sldChg>
      <pc:sldChg chg="addSp modSp new">
        <pc:chgData name="Patrick Merritt" userId="b92c223c-8880-48c6-9b0c-d25ee1bca468" providerId="ADAL" clId="{9EC6025C-DBC3-4340-9BB3-345037C0AA96}" dt="2025-01-27T14:11:18.052" v="7267" actId="27636"/>
        <pc:sldMkLst>
          <pc:docMk/>
          <pc:sldMk cId="2150877522" sldId="280"/>
        </pc:sldMkLst>
        <pc:picChg chg="add mod">
          <ac:chgData name="Patrick Merritt" userId="b92c223c-8880-48c6-9b0c-d25ee1bca468" providerId="ADAL" clId="{9EC6025C-DBC3-4340-9BB3-345037C0AA96}" dt="2025-01-27T14:11:18.052" v="7267" actId="27636"/>
          <ac:picMkLst>
            <pc:docMk/>
            <pc:sldMk cId="2150877522" sldId="280"/>
            <ac:picMk id="5122" creationId="{9A1A9FC0-6DD5-3FDA-64F5-8F17B902A709}"/>
          </ac:picMkLst>
        </pc:picChg>
      </pc:sldChg>
      <pc:sldChg chg="modSp new mod">
        <pc:chgData name="Patrick Merritt" userId="b92c223c-8880-48c6-9b0c-d25ee1bca468" providerId="ADAL" clId="{9EC6025C-DBC3-4340-9BB3-345037C0AA96}" dt="2025-01-27T14:19:54.199" v="8298" actId="313"/>
        <pc:sldMkLst>
          <pc:docMk/>
          <pc:sldMk cId="3039390461" sldId="281"/>
        </pc:sldMkLst>
        <pc:spChg chg="mod">
          <ac:chgData name="Patrick Merritt" userId="b92c223c-8880-48c6-9b0c-d25ee1bca468" providerId="ADAL" clId="{9EC6025C-DBC3-4340-9BB3-345037C0AA96}" dt="2025-01-27T14:11:51.002" v="7282" actId="20577"/>
          <ac:spMkLst>
            <pc:docMk/>
            <pc:sldMk cId="3039390461" sldId="281"/>
            <ac:spMk id="2" creationId="{A5A2DD18-E3CD-5D5E-18F2-ABC5E71FC042}"/>
          </ac:spMkLst>
        </pc:spChg>
        <pc:spChg chg="mod">
          <ac:chgData name="Patrick Merritt" userId="b92c223c-8880-48c6-9b0c-d25ee1bca468" providerId="ADAL" clId="{9EC6025C-DBC3-4340-9BB3-345037C0AA96}" dt="2025-01-27T14:19:54.199" v="8298" actId="313"/>
          <ac:spMkLst>
            <pc:docMk/>
            <pc:sldMk cId="3039390461" sldId="281"/>
            <ac:spMk id="3" creationId="{612108F9-31EB-AACA-330B-3F5687D2F51E}"/>
          </ac:spMkLst>
        </pc:spChg>
      </pc:sldChg>
      <pc:sldChg chg="new del">
        <pc:chgData name="Patrick Merritt" userId="b92c223c-8880-48c6-9b0c-d25ee1bca468" providerId="ADAL" clId="{9EC6025C-DBC3-4340-9BB3-345037C0AA96}" dt="2025-01-27T14:13:33.064" v="7540" actId="47"/>
        <pc:sldMkLst>
          <pc:docMk/>
          <pc:sldMk cId="1735274963" sldId="282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2920123147" sldId="282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744573776" sldId="283"/>
        </pc:sldMkLst>
      </pc:sldChg>
      <pc:sldChg chg="modSp add mod">
        <pc:chgData name="Patrick Merritt" userId="b92c223c-8880-48c6-9b0c-d25ee1bca468" providerId="ADAL" clId="{9EC6025C-DBC3-4340-9BB3-345037C0AA96}" dt="2025-01-27T14:20:20.610" v="8356" actId="20577"/>
        <pc:sldMkLst>
          <pc:docMk/>
          <pc:sldMk cId="4042338702" sldId="283"/>
        </pc:sldMkLst>
        <pc:spChg chg="mod">
          <ac:chgData name="Patrick Merritt" userId="b92c223c-8880-48c6-9b0c-d25ee1bca468" providerId="ADAL" clId="{9EC6025C-DBC3-4340-9BB3-345037C0AA96}" dt="2025-01-27T14:14:33.893" v="7547" actId="20577"/>
          <ac:spMkLst>
            <pc:docMk/>
            <pc:sldMk cId="4042338702" sldId="283"/>
            <ac:spMk id="2" creationId="{C457525B-C57D-EB84-C010-3CAEC0AFB94E}"/>
          </ac:spMkLst>
        </pc:spChg>
        <pc:spChg chg="mod">
          <ac:chgData name="Patrick Merritt" userId="b92c223c-8880-48c6-9b0c-d25ee1bca468" providerId="ADAL" clId="{9EC6025C-DBC3-4340-9BB3-345037C0AA96}" dt="2025-01-27T14:20:20.610" v="8356" actId="20577"/>
          <ac:spMkLst>
            <pc:docMk/>
            <pc:sldMk cId="4042338702" sldId="283"/>
            <ac:spMk id="3" creationId="{DB01F12B-C6EE-AEA1-D458-90B90E9A3A02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1331825426" sldId="284"/>
        </pc:sldMkLst>
      </pc:sldChg>
      <pc:sldChg chg="addSp delSp new mod modClrScheme chgLayout">
        <pc:chgData name="Patrick Merritt" userId="b92c223c-8880-48c6-9b0c-d25ee1bca468" providerId="ADAL" clId="{9EC6025C-DBC3-4340-9BB3-345037C0AA96}" dt="2025-01-27T14:18:00.478" v="7981"/>
        <pc:sldMkLst>
          <pc:docMk/>
          <pc:sldMk cId="3658221199" sldId="284"/>
        </pc:sldMkLst>
        <pc:spChg chg="del">
          <ac:chgData name="Patrick Merritt" userId="b92c223c-8880-48c6-9b0c-d25ee1bca468" providerId="ADAL" clId="{9EC6025C-DBC3-4340-9BB3-345037C0AA96}" dt="2025-01-27T14:17:35.181" v="7978" actId="700"/>
          <ac:spMkLst>
            <pc:docMk/>
            <pc:sldMk cId="3658221199" sldId="284"/>
            <ac:spMk id="2" creationId="{702BD90E-824E-50C5-8BD5-723023475B62}"/>
          </ac:spMkLst>
        </pc:spChg>
        <pc:spChg chg="del">
          <ac:chgData name="Patrick Merritt" userId="b92c223c-8880-48c6-9b0c-d25ee1bca468" providerId="ADAL" clId="{9EC6025C-DBC3-4340-9BB3-345037C0AA96}" dt="2025-01-27T14:17:35.181" v="7978" actId="700"/>
          <ac:spMkLst>
            <pc:docMk/>
            <pc:sldMk cId="3658221199" sldId="284"/>
            <ac:spMk id="3" creationId="{5E0B44EF-7C64-CD4D-250B-9A6290D50AC2}"/>
          </ac:spMkLst>
        </pc:spChg>
        <pc:spChg chg="add">
          <ac:chgData name="Patrick Merritt" userId="b92c223c-8880-48c6-9b0c-d25ee1bca468" providerId="ADAL" clId="{9EC6025C-DBC3-4340-9BB3-345037C0AA96}" dt="2025-01-27T14:17:36.299" v="7979"/>
          <ac:spMkLst>
            <pc:docMk/>
            <pc:sldMk cId="3658221199" sldId="284"/>
            <ac:spMk id="4" creationId="{9BC13429-2DB2-9439-9942-DC2EC5DCC8B8}"/>
          </ac:spMkLst>
        </pc:spChg>
        <pc:picChg chg="add">
          <ac:chgData name="Patrick Merritt" userId="b92c223c-8880-48c6-9b0c-d25ee1bca468" providerId="ADAL" clId="{9EC6025C-DBC3-4340-9BB3-345037C0AA96}" dt="2025-01-27T14:17:45.387" v="7980"/>
          <ac:picMkLst>
            <pc:docMk/>
            <pc:sldMk cId="3658221199" sldId="284"/>
            <ac:picMk id="6148" creationId="{065E6830-B98F-CF62-2B33-6AC2D0F93F12}"/>
          </ac:picMkLst>
        </pc:picChg>
        <pc:picChg chg="add">
          <ac:chgData name="Patrick Merritt" userId="b92c223c-8880-48c6-9b0c-d25ee1bca468" providerId="ADAL" clId="{9EC6025C-DBC3-4340-9BB3-345037C0AA96}" dt="2025-01-27T14:18:00.478" v="7981"/>
          <ac:picMkLst>
            <pc:docMk/>
            <pc:sldMk cId="3658221199" sldId="284"/>
            <ac:picMk id="6150" creationId="{879B9AE9-4F86-9161-DE94-94AD347980B3}"/>
          </ac:picMkLst>
        </pc:picChg>
      </pc:sldChg>
      <pc:sldChg chg="modSp add mod ord">
        <pc:chgData name="Patrick Merritt" userId="b92c223c-8880-48c6-9b0c-d25ee1bca468" providerId="ADAL" clId="{9EC6025C-DBC3-4340-9BB3-345037C0AA96}" dt="2025-01-27T14:21:47.915" v="8628" actId="20577"/>
        <pc:sldMkLst>
          <pc:docMk/>
          <pc:sldMk cId="412883725" sldId="285"/>
        </pc:sldMkLst>
        <pc:spChg chg="mod">
          <ac:chgData name="Patrick Merritt" userId="b92c223c-8880-48c6-9b0c-d25ee1bca468" providerId="ADAL" clId="{9EC6025C-DBC3-4340-9BB3-345037C0AA96}" dt="2025-01-27T14:21:47.915" v="8628" actId="20577"/>
          <ac:spMkLst>
            <pc:docMk/>
            <pc:sldMk cId="412883725" sldId="285"/>
            <ac:spMk id="3" creationId="{9131248C-B470-E759-F9E9-8ED9B9F69B33}"/>
          </ac:spMkLst>
        </pc:spChg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2372618601" sldId="285"/>
        </pc:sldMkLst>
      </pc:sldChg>
      <pc:sldChg chg="new del">
        <pc:chgData name="Patrick Merritt" userId="b92c223c-8880-48c6-9b0c-d25ee1bca468" providerId="ADAL" clId="{9EC6025C-DBC3-4340-9BB3-345037C0AA96}" dt="2025-01-27T14:18:19.016" v="7984" actId="47"/>
        <pc:sldMkLst>
          <pc:docMk/>
          <pc:sldMk cId="3824332676" sldId="285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635401253" sldId="286"/>
        </pc:sldMkLst>
      </pc:sldChg>
      <pc:sldChg chg="addSp delSp modSp new mod modClrScheme chgLayout">
        <pc:chgData name="Patrick Merritt" userId="b92c223c-8880-48c6-9b0c-d25ee1bca468" providerId="ADAL" clId="{9EC6025C-DBC3-4340-9BB3-345037C0AA96}" dt="2025-01-27T14:26:38.201" v="8671" actId="14100"/>
        <pc:sldMkLst>
          <pc:docMk/>
          <pc:sldMk cId="3121156654" sldId="286"/>
        </pc:sldMkLst>
        <pc:spChg chg="del">
          <ac:chgData name="Patrick Merritt" userId="b92c223c-8880-48c6-9b0c-d25ee1bca468" providerId="ADAL" clId="{9EC6025C-DBC3-4340-9BB3-345037C0AA96}" dt="2025-01-27T14:22:27.268" v="8630" actId="700"/>
          <ac:spMkLst>
            <pc:docMk/>
            <pc:sldMk cId="3121156654" sldId="286"/>
            <ac:spMk id="2" creationId="{AC8BB714-6334-9176-035D-2284473932B5}"/>
          </ac:spMkLst>
        </pc:spChg>
        <pc:spChg chg="del">
          <ac:chgData name="Patrick Merritt" userId="b92c223c-8880-48c6-9b0c-d25ee1bca468" providerId="ADAL" clId="{9EC6025C-DBC3-4340-9BB3-345037C0AA96}" dt="2025-01-27T14:22:27.268" v="8630" actId="700"/>
          <ac:spMkLst>
            <pc:docMk/>
            <pc:sldMk cId="3121156654" sldId="286"/>
            <ac:spMk id="3" creationId="{959D2831-46F9-2D6B-AF9A-4E381816E6CB}"/>
          </ac:spMkLst>
        </pc:spChg>
        <pc:spChg chg="add">
          <ac:chgData name="Patrick Merritt" userId="b92c223c-8880-48c6-9b0c-d25ee1bca468" providerId="ADAL" clId="{9EC6025C-DBC3-4340-9BB3-345037C0AA96}" dt="2025-01-27T14:23:46.434" v="8644"/>
          <ac:spMkLst>
            <pc:docMk/>
            <pc:sldMk cId="3121156654" sldId="286"/>
            <ac:spMk id="4" creationId="{0C1EA070-4747-C880-BF8D-8258F4EA3C49}"/>
          </ac:spMkLst>
        </pc:spChg>
        <pc:picChg chg="add mod">
          <ac:chgData name="Patrick Merritt" userId="b92c223c-8880-48c6-9b0c-d25ee1bca468" providerId="ADAL" clId="{9EC6025C-DBC3-4340-9BB3-345037C0AA96}" dt="2025-01-27T14:24:28.980" v="8651" actId="167"/>
          <ac:picMkLst>
            <pc:docMk/>
            <pc:sldMk cId="3121156654" sldId="286"/>
            <ac:picMk id="7170" creationId="{73F00EEA-AF95-6911-3653-E547E7DA01D6}"/>
          </ac:picMkLst>
        </pc:picChg>
        <pc:picChg chg="add mod">
          <ac:chgData name="Patrick Merritt" userId="b92c223c-8880-48c6-9b0c-d25ee1bca468" providerId="ADAL" clId="{9EC6025C-DBC3-4340-9BB3-345037C0AA96}" dt="2025-01-27T14:22:43.666" v="8635" actId="1076"/>
          <ac:picMkLst>
            <pc:docMk/>
            <pc:sldMk cId="3121156654" sldId="286"/>
            <ac:picMk id="7172" creationId="{CC26DDB6-728D-2746-B56E-FC919A93234D}"/>
          </ac:picMkLst>
        </pc:picChg>
        <pc:picChg chg="add mod">
          <ac:chgData name="Patrick Merritt" userId="b92c223c-8880-48c6-9b0c-d25ee1bca468" providerId="ADAL" clId="{9EC6025C-DBC3-4340-9BB3-345037C0AA96}" dt="2025-01-27T14:25:42.448" v="8661" actId="1076"/>
          <ac:picMkLst>
            <pc:docMk/>
            <pc:sldMk cId="3121156654" sldId="286"/>
            <ac:picMk id="7174" creationId="{A311258B-CD8B-0DA8-ECE4-EE3FB190114E}"/>
          </ac:picMkLst>
        </pc:picChg>
        <pc:picChg chg="add mod">
          <ac:chgData name="Patrick Merritt" userId="b92c223c-8880-48c6-9b0c-d25ee1bca468" providerId="ADAL" clId="{9EC6025C-DBC3-4340-9BB3-345037C0AA96}" dt="2025-01-27T14:24:18.826" v="8649" actId="1076"/>
          <ac:picMkLst>
            <pc:docMk/>
            <pc:sldMk cId="3121156654" sldId="286"/>
            <ac:picMk id="7178" creationId="{F6B16760-729C-919E-118F-F066C68B4651}"/>
          </ac:picMkLst>
        </pc:picChg>
        <pc:picChg chg="add mod">
          <ac:chgData name="Patrick Merritt" userId="b92c223c-8880-48c6-9b0c-d25ee1bca468" providerId="ADAL" clId="{9EC6025C-DBC3-4340-9BB3-345037C0AA96}" dt="2025-01-27T14:25:12.361" v="8657" actId="732"/>
          <ac:picMkLst>
            <pc:docMk/>
            <pc:sldMk cId="3121156654" sldId="286"/>
            <ac:picMk id="7180" creationId="{38CF4B87-08A8-8BE3-F2EC-F3D8FFE2FA3D}"/>
          </ac:picMkLst>
        </pc:picChg>
        <pc:picChg chg="add mod">
          <ac:chgData name="Patrick Merritt" userId="b92c223c-8880-48c6-9b0c-d25ee1bca468" providerId="ADAL" clId="{9EC6025C-DBC3-4340-9BB3-345037C0AA96}" dt="2025-01-27T14:25:57.886" v="8664" actId="1076"/>
          <ac:picMkLst>
            <pc:docMk/>
            <pc:sldMk cId="3121156654" sldId="286"/>
            <ac:picMk id="7182" creationId="{6CA0CC74-485A-9931-B54C-5594624BC25F}"/>
          </ac:picMkLst>
        </pc:picChg>
        <pc:picChg chg="add mod">
          <ac:chgData name="Patrick Merritt" userId="b92c223c-8880-48c6-9b0c-d25ee1bca468" providerId="ADAL" clId="{9EC6025C-DBC3-4340-9BB3-345037C0AA96}" dt="2025-01-27T14:26:38.201" v="8671" actId="14100"/>
          <ac:picMkLst>
            <pc:docMk/>
            <pc:sldMk cId="3121156654" sldId="286"/>
            <ac:picMk id="7184" creationId="{B4096A70-B2ED-CC2F-FD64-CF13E6D5EF9C}"/>
          </ac:picMkLst>
        </pc:picChg>
      </pc:sldChg>
      <pc:sldChg chg="add del">
        <pc:chgData name="Patrick Merritt" userId="b92c223c-8880-48c6-9b0c-d25ee1bca468" providerId="ADAL" clId="{9EC6025C-DBC3-4340-9BB3-345037C0AA96}" dt="2025-01-27T14:18:20.492" v="7985" actId="47"/>
        <pc:sldMkLst>
          <pc:docMk/>
          <pc:sldMk cId="3509398961" sldId="286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2920878835" sldId="287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173161060" sldId="288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468238212" sldId="289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377103348" sldId="290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766890018" sldId="291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2963094468" sldId="292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3187744746" sldId="293"/>
        </pc:sldMkLst>
      </pc:sldChg>
      <pc:sldChg chg="del">
        <pc:chgData name="Patrick Merritt" userId="b92c223c-8880-48c6-9b0c-d25ee1bca468" providerId="ADAL" clId="{9EC6025C-DBC3-4340-9BB3-345037C0AA96}" dt="2025-01-27T12:38:20.974" v="18" actId="47"/>
        <pc:sldMkLst>
          <pc:docMk/>
          <pc:sldMk cId="4035291229" sldId="294"/>
        </pc:sldMkLst>
      </pc:sldChg>
    </pc:docChg>
  </pc:docChgLst>
  <pc:docChgLst>
    <pc:chgData name="Patrick Merritt" userId="b92c223c-8880-48c6-9b0c-d25ee1bca468" providerId="ADAL" clId="{FDBC693F-FF16-4E41-B116-6BAB1C8CD3B5}"/>
    <pc:docChg chg="undo custSel addSld delSld modSld">
      <pc:chgData name="Patrick Merritt" userId="b92c223c-8880-48c6-9b0c-d25ee1bca468" providerId="ADAL" clId="{FDBC693F-FF16-4E41-B116-6BAB1C8CD3B5}" dt="2024-09-13T19:04:23.554" v="7484" actId="20577"/>
      <pc:docMkLst>
        <pc:docMk/>
      </pc:docMkLst>
      <pc:sldChg chg="modSp mod">
        <pc:chgData name="Patrick Merritt" userId="b92c223c-8880-48c6-9b0c-d25ee1bca468" providerId="ADAL" clId="{FDBC693F-FF16-4E41-B116-6BAB1C8CD3B5}" dt="2024-09-13T17:52:37.855" v="83" actId="27636"/>
        <pc:sldMkLst>
          <pc:docMk/>
          <pc:sldMk cId="357346659" sldId="256"/>
        </pc:sldMkLst>
      </pc:sldChg>
      <pc:sldChg chg="modSp new mod">
        <pc:chgData name="Patrick Merritt" userId="b92c223c-8880-48c6-9b0c-d25ee1bca468" providerId="ADAL" clId="{FDBC693F-FF16-4E41-B116-6BAB1C8CD3B5}" dt="2024-09-13T17:52:41.862" v="92" actId="20577"/>
        <pc:sldMkLst>
          <pc:docMk/>
          <pc:sldMk cId="580719803" sldId="257"/>
        </pc:sldMkLst>
      </pc:sldChg>
      <pc:sldChg chg="modSp new del mod">
        <pc:chgData name="Patrick Merritt" userId="b92c223c-8880-48c6-9b0c-d25ee1bca468" providerId="ADAL" clId="{FDBC693F-FF16-4E41-B116-6BAB1C8CD3B5}" dt="2024-09-13T17:53:39.762" v="118" actId="47"/>
        <pc:sldMkLst>
          <pc:docMk/>
          <pc:sldMk cId="1483480773" sldId="258"/>
        </pc:sldMkLst>
      </pc:sldChg>
      <pc:sldChg chg="add">
        <pc:chgData name="Patrick Merritt" userId="b92c223c-8880-48c6-9b0c-d25ee1bca468" providerId="ADAL" clId="{FDBC693F-FF16-4E41-B116-6BAB1C8CD3B5}" dt="2024-09-13T17:53:38.316" v="117"/>
        <pc:sldMkLst>
          <pc:docMk/>
          <pc:sldMk cId="3586922221" sldId="259"/>
        </pc:sldMkLst>
      </pc:sldChg>
      <pc:sldChg chg="add">
        <pc:chgData name="Patrick Merritt" userId="b92c223c-8880-48c6-9b0c-d25ee1bca468" providerId="ADAL" clId="{FDBC693F-FF16-4E41-B116-6BAB1C8CD3B5}" dt="2024-09-13T17:53:38.316" v="117"/>
        <pc:sldMkLst>
          <pc:docMk/>
          <pc:sldMk cId="3373073726" sldId="260"/>
        </pc:sldMkLst>
      </pc:sldChg>
      <pc:sldChg chg="modSp new mod">
        <pc:chgData name="Patrick Merritt" userId="b92c223c-8880-48c6-9b0c-d25ee1bca468" providerId="ADAL" clId="{FDBC693F-FF16-4E41-B116-6BAB1C8CD3B5}" dt="2024-09-13T17:55:04.157" v="320" actId="20577"/>
        <pc:sldMkLst>
          <pc:docMk/>
          <pc:sldMk cId="320753352" sldId="261"/>
        </pc:sldMkLst>
      </pc:sldChg>
      <pc:sldChg chg="modSp new mod">
        <pc:chgData name="Patrick Merritt" userId="b92c223c-8880-48c6-9b0c-d25ee1bca468" providerId="ADAL" clId="{FDBC693F-FF16-4E41-B116-6BAB1C8CD3B5}" dt="2024-09-13T17:56:34.582" v="594" actId="20577"/>
        <pc:sldMkLst>
          <pc:docMk/>
          <pc:sldMk cId="1532601156" sldId="262"/>
        </pc:sldMkLst>
      </pc:sldChg>
      <pc:sldChg chg="addSp delSp modSp new mod modClrScheme chgLayout">
        <pc:chgData name="Patrick Merritt" userId="b92c223c-8880-48c6-9b0c-d25ee1bca468" providerId="ADAL" clId="{FDBC693F-FF16-4E41-B116-6BAB1C8CD3B5}" dt="2024-09-13T18:00:46.153" v="915" actId="20577"/>
        <pc:sldMkLst>
          <pc:docMk/>
          <pc:sldMk cId="2424145639" sldId="263"/>
        </pc:sldMkLst>
      </pc:sldChg>
      <pc:sldChg chg="addSp delSp modSp new mod modAnim">
        <pc:chgData name="Patrick Merritt" userId="b92c223c-8880-48c6-9b0c-d25ee1bca468" providerId="ADAL" clId="{FDBC693F-FF16-4E41-B116-6BAB1C8CD3B5}" dt="2024-09-13T18:02:36.466" v="998"/>
        <pc:sldMkLst>
          <pc:docMk/>
          <pc:sldMk cId="3298046255" sldId="264"/>
        </pc:sldMkLst>
      </pc:sldChg>
      <pc:sldChg chg="modSp new mod">
        <pc:chgData name="Patrick Merritt" userId="b92c223c-8880-48c6-9b0c-d25ee1bca468" providerId="ADAL" clId="{FDBC693F-FF16-4E41-B116-6BAB1C8CD3B5}" dt="2024-09-13T18:07:19.964" v="1421" actId="20577"/>
        <pc:sldMkLst>
          <pc:docMk/>
          <pc:sldMk cId="1403949790" sldId="265"/>
        </pc:sldMkLst>
      </pc:sldChg>
      <pc:sldChg chg="modSp new mod">
        <pc:chgData name="Patrick Merritt" userId="b92c223c-8880-48c6-9b0c-d25ee1bca468" providerId="ADAL" clId="{FDBC693F-FF16-4E41-B116-6BAB1C8CD3B5}" dt="2024-09-13T18:10:54.168" v="1723" actId="20577"/>
        <pc:sldMkLst>
          <pc:docMk/>
          <pc:sldMk cId="2089680596" sldId="266"/>
        </pc:sldMkLst>
      </pc:sldChg>
      <pc:sldChg chg="new del">
        <pc:chgData name="Patrick Merritt" userId="b92c223c-8880-48c6-9b0c-d25ee1bca468" providerId="ADAL" clId="{FDBC693F-FF16-4E41-B116-6BAB1C8CD3B5}" dt="2024-09-13T18:11:22.053" v="1726" actId="47"/>
        <pc:sldMkLst>
          <pc:docMk/>
          <pc:sldMk cId="136046185" sldId="267"/>
        </pc:sldMkLst>
      </pc:sldChg>
      <pc:sldChg chg="addSp delSp modSp new mod modClrScheme chgLayout">
        <pc:chgData name="Patrick Merritt" userId="b92c223c-8880-48c6-9b0c-d25ee1bca468" providerId="ADAL" clId="{FDBC693F-FF16-4E41-B116-6BAB1C8CD3B5}" dt="2024-09-13T18:18:23.340" v="2682" actId="20577"/>
        <pc:sldMkLst>
          <pc:docMk/>
          <pc:sldMk cId="3564575342" sldId="268"/>
        </pc:sldMkLst>
      </pc:sldChg>
      <pc:sldChg chg="addSp delSp modSp new mod modClrScheme chgLayout">
        <pc:chgData name="Patrick Merritt" userId="b92c223c-8880-48c6-9b0c-d25ee1bca468" providerId="ADAL" clId="{FDBC693F-FF16-4E41-B116-6BAB1C8CD3B5}" dt="2024-09-13T18:13:44.949" v="2162" actId="313"/>
        <pc:sldMkLst>
          <pc:docMk/>
          <pc:sldMk cId="3477603024" sldId="269"/>
        </pc:sldMkLst>
      </pc:sldChg>
      <pc:sldChg chg="modSp new mod">
        <pc:chgData name="Patrick Merritt" userId="b92c223c-8880-48c6-9b0c-d25ee1bca468" providerId="ADAL" clId="{FDBC693F-FF16-4E41-B116-6BAB1C8CD3B5}" dt="2024-09-13T18:22:03.504" v="2830" actId="20577"/>
        <pc:sldMkLst>
          <pc:docMk/>
          <pc:sldMk cId="223871137" sldId="270"/>
        </pc:sldMkLst>
      </pc:sldChg>
      <pc:sldChg chg="modSp new mod">
        <pc:chgData name="Patrick Merritt" userId="b92c223c-8880-48c6-9b0c-d25ee1bca468" providerId="ADAL" clId="{FDBC693F-FF16-4E41-B116-6BAB1C8CD3B5}" dt="2024-09-13T18:16:55.151" v="2577" actId="20577"/>
        <pc:sldMkLst>
          <pc:docMk/>
          <pc:sldMk cId="466035241" sldId="271"/>
        </pc:sldMkLst>
      </pc:sldChg>
      <pc:sldChg chg="modSp new mod">
        <pc:chgData name="Patrick Merritt" userId="b92c223c-8880-48c6-9b0c-d25ee1bca468" providerId="ADAL" clId="{FDBC693F-FF16-4E41-B116-6BAB1C8CD3B5}" dt="2024-09-13T18:17:36.349" v="2614" actId="20577"/>
        <pc:sldMkLst>
          <pc:docMk/>
          <pc:sldMk cId="328884344" sldId="272"/>
        </pc:sldMkLst>
      </pc:sldChg>
      <pc:sldChg chg="modSp new mod">
        <pc:chgData name="Patrick Merritt" userId="b92c223c-8880-48c6-9b0c-d25ee1bca468" providerId="ADAL" clId="{FDBC693F-FF16-4E41-B116-6BAB1C8CD3B5}" dt="2024-09-13T18:18:06.331" v="2663" actId="20577"/>
        <pc:sldMkLst>
          <pc:docMk/>
          <pc:sldMk cId="2635590118" sldId="273"/>
        </pc:sldMkLst>
      </pc:sldChg>
      <pc:sldChg chg="modSp new mod">
        <pc:chgData name="Patrick Merritt" userId="b92c223c-8880-48c6-9b0c-d25ee1bca468" providerId="ADAL" clId="{FDBC693F-FF16-4E41-B116-6BAB1C8CD3B5}" dt="2024-09-13T18:26:02.302" v="3434" actId="313"/>
        <pc:sldMkLst>
          <pc:docMk/>
          <pc:sldMk cId="2661336123" sldId="274"/>
        </pc:sldMkLst>
      </pc:sldChg>
      <pc:sldChg chg="modSp new mod">
        <pc:chgData name="Patrick Merritt" userId="b92c223c-8880-48c6-9b0c-d25ee1bca468" providerId="ADAL" clId="{FDBC693F-FF16-4E41-B116-6BAB1C8CD3B5}" dt="2024-09-13T18:51:52.257" v="5596" actId="27636"/>
        <pc:sldMkLst>
          <pc:docMk/>
          <pc:sldMk cId="4163960834" sldId="275"/>
        </pc:sldMkLst>
      </pc:sldChg>
      <pc:sldChg chg="modSp new mod">
        <pc:chgData name="Patrick Merritt" userId="b92c223c-8880-48c6-9b0c-d25ee1bca468" providerId="ADAL" clId="{FDBC693F-FF16-4E41-B116-6BAB1C8CD3B5}" dt="2024-09-13T18:45:28.002" v="4654" actId="20577"/>
        <pc:sldMkLst>
          <pc:docMk/>
          <pc:sldMk cId="2448776104" sldId="276"/>
        </pc:sldMkLst>
      </pc:sldChg>
      <pc:sldChg chg="addSp delSp modSp new mod setBg">
        <pc:chgData name="Patrick Merritt" userId="b92c223c-8880-48c6-9b0c-d25ee1bca468" providerId="ADAL" clId="{FDBC693F-FF16-4E41-B116-6BAB1C8CD3B5}" dt="2024-09-13T18:45:11.393" v="4623" actId="20577"/>
        <pc:sldMkLst>
          <pc:docMk/>
          <pc:sldMk cId="2410400711" sldId="277"/>
        </pc:sldMkLst>
      </pc:sldChg>
      <pc:sldChg chg="modSp new mod">
        <pc:chgData name="Patrick Merritt" userId="b92c223c-8880-48c6-9b0c-d25ee1bca468" providerId="ADAL" clId="{FDBC693F-FF16-4E41-B116-6BAB1C8CD3B5}" dt="2024-09-13T18:47:40.881" v="4996" actId="20577"/>
        <pc:sldMkLst>
          <pc:docMk/>
          <pc:sldMk cId="2038093615" sldId="278"/>
        </pc:sldMkLst>
      </pc:sldChg>
      <pc:sldChg chg="modSp new mod">
        <pc:chgData name="Patrick Merritt" userId="b92c223c-8880-48c6-9b0c-d25ee1bca468" providerId="ADAL" clId="{FDBC693F-FF16-4E41-B116-6BAB1C8CD3B5}" dt="2024-09-13T18:51:29.313" v="5593" actId="20577"/>
        <pc:sldMkLst>
          <pc:docMk/>
          <pc:sldMk cId="2122404840" sldId="279"/>
        </pc:sldMkLst>
      </pc:sldChg>
      <pc:sldChg chg="modSp new mod">
        <pc:chgData name="Patrick Merritt" userId="b92c223c-8880-48c6-9b0c-d25ee1bca468" providerId="ADAL" clId="{FDBC693F-FF16-4E41-B116-6BAB1C8CD3B5}" dt="2024-09-13T18:54:12.533" v="5832" actId="5793"/>
        <pc:sldMkLst>
          <pc:docMk/>
          <pc:sldMk cId="3065457481" sldId="280"/>
        </pc:sldMkLst>
      </pc:sldChg>
      <pc:sldChg chg="modSp add mod">
        <pc:chgData name="Patrick Merritt" userId="b92c223c-8880-48c6-9b0c-d25ee1bca468" providerId="ADAL" clId="{FDBC693F-FF16-4E41-B116-6BAB1C8CD3B5}" dt="2024-09-13T18:54:09.301" v="5830" actId="5793"/>
        <pc:sldMkLst>
          <pc:docMk/>
          <pc:sldMk cId="952005992" sldId="281"/>
        </pc:sldMkLst>
      </pc:sldChg>
      <pc:sldChg chg="modSp new mod">
        <pc:chgData name="Patrick Merritt" userId="b92c223c-8880-48c6-9b0c-d25ee1bca468" providerId="ADAL" clId="{FDBC693F-FF16-4E41-B116-6BAB1C8CD3B5}" dt="2024-09-13T18:59:54.099" v="6759" actId="20577"/>
        <pc:sldMkLst>
          <pc:docMk/>
          <pc:sldMk cId="1106483303" sldId="282"/>
        </pc:sldMkLst>
      </pc:sldChg>
      <pc:sldChg chg="modSp add mod">
        <pc:chgData name="Patrick Merritt" userId="b92c223c-8880-48c6-9b0c-d25ee1bca468" providerId="ADAL" clId="{FDBC693F-FF16-4E41-B116-6BAB1C8CD3B5}" dt="2024-09-13T18:54:04.711" v="5828" actId="5793"/>
        <pc:sldMkLst>
          <pc:docMk/>
          <pc:sldMk cId="368503682" sldId="283"/>
        </pc:sldMkLst>
      </pc:sldChg>
      <pc:sldChg chg="modSp new mod">
        <pc:chgData name="Patrick Merritt" userId="b92c223c-8880-48c6-9b0c-d25ee1bca468" providerId="ADAL" clId="{FDBC693F-FF16-4E41-B116-6BAB1C8CD3B5}" dt="2024-09-13T19:00:36.582" v="6872" actId="20577"/>
        <pc:sldMkLst>
          <pc:docMk/>
          <pc:sldMk cId="3496431183" sldId="284"/>
        </pc:sldMkLst>
      </pc:sldChg>
      <pc:sldChg chg="addSp delSp modSp new mod chgLayout">
        <pc:chgData name="Patrick Merritt" userId="b92c223c-8880-48c6-9b0c-d25ee1bca468" providerId="ADAL" clId="{FDBC693F-FF16-4E41-B116-6BAB1C8CD3B5}" dt="2024-09-13T19:03:11.709" v="7257" actId="20577"/>
        <pc:sldMkLst>
          <pc:docMk/>
          <pc:sldMk cId="3310120066" sldId="285"/>
        </pc:sldMkLst>
      </pc:sldChg>
      <pc:sldChg chg="modSp new mod">
        <pc:chgData name="Patrick Merritt" userId="b92c223c-8880-48c6-9b0c-d25ee1bca468" providerId="ADAL" clId="{FDBC693F-FF16-4E41-B116-6BAB1C8CD3B5}" dt="2024-09-13T19:04:23.554" v="7484" actId="20577"/>
        <pc:sldMkLst>
          <pc:docMk/>
          <pc:sldMk cId="9190372" sldId="286"/>
        </pc:sldMkLst>
      </pc:sldChg>
    </pc:docChg>
  </pc:docChgLst>
  <pc:docChgLst>
    <pc:chgData name="Patrick Merritt" userId="b92c223c-8880-48c6-9b0c-d25ee1bca468" providerId="ADAL" clId="{2D866A31-7A32-484C-AEAE-EF89377F1484}"/>
    <pc:docChg chg="delSld modSld">
      <pc:chgData name="Patrick Merritt" userId="b92c223c-8880-48c6-9b0c-d25ee1bca468" providerId="ADAL" clId="{2D866A31-7A32-484C-AEAE-EF89377F1484}" dt="2024-08-27T10:14:02.106" v="21" actId="20577"/>
      <pc:docMkLst>
        <pc:docMk/>
      </pc:docMkLst>
      <pc:sldChg chg="modSp mod">
        <pc:chgData name="Patrick Merritt" userId="b92c223c-8880-48c6-9b0c-d25ee1bca468" providerId="ADAL" clId="{2D866A31-7A32-484C-AEAE-EF89377F1484}" dt="2024-08-27T10:14:02.106" v="21" actId="20577"/>
        <pc:sldMkLst>
          <pc:docMk/>
          <pc:sldMk cId="357346659" sldId="256"/>
        </pc:sldMkLst>
      </pc:sldChg>
      <pc:sldChg chg="del">
        <pc:chgData name="Patrick Merritt" userId="b92c223c-8880-48c6-9b0c-d25ee1bca468" providerId="ADAL" clId="{2D866A31-7A32-484C-AEAE-EF89377F1484}" dt="2024-08-27T10:13:41.814" v="0" actId="47"/>
        <pc:sldMkLst>
          <pc:docMk/>
          <pc:sldMk cId="2285625565" sldId="257"/>
        </pc:sldMkLst>
      </pc:sldChg>
      <pc:sldChg chg="del">
        <pc:chgData name="Patrick Merritt" userId="b92c223c-8880-48c6-9b0c-d25ee1bca468" providerId="ADAL" clId="{2D866A31-7A32-484C-AEAE-EF89377F1484}" dt="2024-08-27T10:13:41.814" v="0" actId="47"/>
        <pc:sldMkLst>
          <pc:docMk/>
          <pc:sldMk cId="4144405205" sldId="258"/>
        </pc:sldMkLst>
      </pc:sldChg>
      <pc:sldChg chg="del">
        <pc:chgData name="Patrick Merritt" userId="b92c223c-8880-48c6-9b0c-d25ee1bca468" providerId="ADAL" clId="{2D866A31-7A32-484C-AEAE-EF89377F1484}" dt="2024-08-27T10:13:41.814" v="0" actId="47"/>
        <pc:sldMkLst>
          <pc:docMk/>
          <pc:sldMk cId="2691156661" sldId="259"/>
        </pc:sldMkLst>
      </pc:sldChg>
      <pc:sldChg chg="del">
        <pc:chgData name="Patrick Merritt" userId="b92c223c-8880-48c6-9b0c-d25ee1bca468" providerId="ADAL" clId="{2D866A31-7A32-484C-AEAE-EF89377F1484}" dt="2024-08-27T10:13:41.814" v="0" actId="47"/>
        <pc:sldMkLst>
          <pc:docMk/>
          <pc:sldMk cId="354987656" sldId="260"/>
        </pc:sldMkLst>
      </pc:sldChg>
      <pc:sldChg chg="del">
        <pc:chgData name="Patrick Merritt" userId="b92c223c-8880-48c6-9b0c-d25ee1bca468" providerId="ADAL" clId="{2D866A31-7A32-484C-AEAE-EF89377F1484}" dt="2024-08-27T10:13:41.814" v="0" actId="47"/>
        <pc:sldMkLst>
          <pc:docMk/>
          <pc:sldMk cId="2561642139" sldId="261"/>
        </pc:sldMkLst>
      </pc:sldChg>
      <pc:sldChg chg="del">
        <pc:chgData name="Patrick Merritt" userId="b92c223c-8880-48c6-9b0c-d25ee1bca468" providerId="ADAL" clId="{2D866A31-7A32-484C-AEAE-EF89377F1484}" dt="2024-08-27T10:13:41.814" v="0" actId="47"/>
        <pc:sldMkLst>
          <pc:docMk/>
          <pc:sldMk cId="3458636469" sldId="262"/>
        </pc:sldMkLst>
      </pc:sldChg>
    </pc:docChg>
  </pc:docChgLst>
  <pc:docChgLst>
    <pc:chgData name="Patrick Merritt" userId="b92c223c-8880-48c6-9b0c-d25ee1bca468" providerId="ADAL" clId="{E57BCC0E-BE94-49A5-BBEF-42D710319DE2}"/>
    <pc:docChg chg="undo custSel modSld">
      <pc:chgData name="Patrick Merritt" userId="b92c223c-8880-48c6-9b0c-d25ee1bca468" providerId="ADAL" clId="{E57BCC0E-BE94-49A5-BBEF-42D710319DE2}" dt="2024-02-21T13:14:06.802" v="113" actId="20577"/>
      <pc:docMkLst>
        <pc:docMk/>
      </pc:docMkLst>
      <pc:sldChg chg="modSp mod">
        <pc:chgData name="Patrick Merritt" userId="b92c223c-8880-48c6-9b0c-d25ee1bca468" providerId="ADAL" clId="{E57BCC0E-BE94-49A5-BBEF-42D710319DE2}" dt="2024-02-21T13:14:06.802" v="113" actId="20577"/>
        <pc:sldMkLst>
          <pc:docMk/>
          <pc:sldMk cId="4144405205" sldId="258"/>
        </pc:sldMkLst>
      </pc:sldChg>
    </pc:docChg>
  </pc:docChgLst>
  <pc:docChgLst>
    <pc:chgData name="Patrick Merritt" userId="b92c223c-8880-48c6-9b0c-d25ee1bca468" providerId="ADAL" clId="{96CF625F-8371-4819-BD99-DC127E5F4242}"/>
    <pc:docChg chg="custSel addSld delSld modSld">
      <pc:chgData name="Patrick Merritt" userId="b92c223c-8880-48c6-9b0c-d25ee1bca468" providerId="ADAL" clId="{96CF625F-8371-4819-BD99-DC127E5F4242}" dt="2024-12-05T11:21:12.077" v="35"/>
      <pc:docMkLst>
        <pc:docMk/>
      </pc:docMkLst>
      <pc:sldChg chg="modSp mod">
        <pc:chgData name="Patrick Merritt" userId="b92c223c-8880-48c6-9b0c-d25ee1bca468" providerId="ADAL" clId="{96CF625F-8371-4819-BD99-DC127E5F4242}" dt="2024-12-05T11:17:05.516" v="13" actId="20577"/>
        <pc:sldMkLst>
          <pc:docMk/>
          <pc:sldMk cId="357346659" sldId="256"/>
        </pc:sldMkLst>
        <pc:spChg chg="mod">
          <ac:chgData name="Patrick Merritt" userId="b92c223c-8880-48c6-9b0c-d25ee1bca468" providerId="ADAL" clId="{96CF625F-8371-4819-BD99-DC127E5F4242}" dt="2024-12-05T11:17:05.516" v="13" actId="20577"/>
          <ac:spMkLst>
            <pc:docMk/>
            <pc:sldMk cId="357346659" sldId="256"/>
            <ac:spMk id="2" creationId="{B2975A7C-D54D-05E0-876F-826FC221EA09}"/>
          </ac:spMkLst>
        </pc:spChg>
      </pc:sldChg>
      <pc:sldChg chg="modSp mod">
        <pc:chgData name="Patrick Merritt" userId="b92c223c-8880-48c6-9b0c-d25ee1bca468" providerId="ADAL" clId="{96CF625F-8371-4819-BD99-DC127E5F4242}" dt="2024-12-05T11:17:35.228" v="31" actId="20577"/>
        <pc:sldMkLst>
          <pc:docMk/>
          <pc:sldMk cId="580719803" sldId="257"/>
        </pc:sldMkLst>
        <pc:spChg chg="mod">
          <ac:chgData name="Patrick Merritt" userId="b92c223c-8880-48c6-9b0c-d25ee1bca468" providerId="ADAL" clId="{96CF625F-8371-4819-BD99-DC127E5F4242}" dt="2024-12-05T11:17:35.228" v="31" actId="20577"/>
          <ac:spMkLst>
            <pc:docMk/>
            <pc:sldMk cId="580719803" sldId="257"/>
            <ac:spMk id="3" creationId="{F61C640D-DD62-D9DE-4EB6-0E4F5238402D}"/>
          </ac:spMkLst>
        </pc:spChg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3643226764" sldId="258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3400112143" sldId="259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45965397" sldId="260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1410822207" sldId="261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501404912" sldId="262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2785412237" sldId="263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3033738458" sldId="263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1798386530" sldId="264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3723962898" sldId="264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907545779" sldId="265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2864344909" sldId="266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09188467" sldId="267"/>
        </pc:sldMkLst>
      </pc:sldChg>
      <pc:sldChg chg="addSp delSp modSp add mod delAnim modAnim">
        <pc:chgData name="Patrick Merritt" userId="b92c223c-8880-48c6-9b0c-d25ee1bca468" providerId="ADAL" clId="{96CF625F-8371-4819-BD99-DC127E5F4242}" dt="2024-12-05T11:21:12.077" v="35"/>
        <pc:sldMkLst>
          <pc:docMk/>
          <pc:sldMk cId="2947865505" sldId="267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94204192" sldId="268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3655057417" sldId="268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78872301" sldId="269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2267088107" sldId="269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418088095" sldId="270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4246686104" sldId="270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2736372329" sldId="271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3823147857" sldId="271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2353193195" sldId="272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3223698202" sldId="272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158973794" sldId="273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2710162996" sldId="273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1086801845" sldId="274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090251342" sldId="274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254804066" sldId="275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1468742148" sldId="275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704503967" sldId="276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728935354" sldId="278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2406682562" sldId="279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56070879" sldId="280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3200761655" sldId="281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1055570672" sldId="282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418082063" sldId="283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2670911908" sldId="284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4191806753" sldId="285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3744340245" sldId="286"/>
        </pc:sldMkLst>
      </pc:sldChg>
      <pc:sldChg chg="add">
        <pc:chgData name="Patrick Merritt" userId="b92c223c-8880-48c6-9b0c-d25ee1bca468" providerId="ADAL" clId="{96CF625F-8371-4819-BD99-DC127E5F4242}" dt="2024-12-05T11:19:13.020" v="33"/>
        <pc:sldMkLst>
          <pc:docMk/>
          <pc:sldMk cId="2333891272" sldId="287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488182904" sldId="299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3082441681" sldId="300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3822635746" sldId="301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252660681" sldId="308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2411430812" sldId="309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3698691563" sldId="310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806415050" sldId="311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544972048" sldId="312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2848811781" sldId="313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863767341" sldId="314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934552243" sldId="315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663194595" sldId="316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56513250" sldId="318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958916394" sldId="319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4138742750" sldId="321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2928693247" sldId="322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36467188" sldId="323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819674825" sldId="324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4029739881" sldId="325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602225794" sldId="326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252716401" sldId="327"/>
        </pc:sldMkLst>
      </pc:sldChg>
      <pc:sldChg chg="del">
        <pc:chgData name="Patrick Merritt" userId="b92c223c-8880-48c6-9b0c-d25ee1bca468" providerId="ADAL" clId="{96CF625F-8371-4819-BD99-DC127E5F4242}" dt="2024-12-05T11:17:46.603" v="32" actId="47"/>
        <pc:sldMkLst>
          <pc:docMk/>
          <pc:sldMk cId="1670238693" sldId="328"/>
        </pc:sldMkLst>
      </pc:sldChg>
    </pc:docChg>
  </pc:docChgLst>
  <pc:docChgLst>
    <pc:chgData name="Patrick Merritt" userId="b92c223c-8880-48c6-9b0c-d25ee1bca468" providerId="ADAL" clId="{E895403D-2D63-4BE2-9DBC-6A07230F99B4}"/>
    <pc:docChg chg="custSel addSld delSld modSld">
      <pc:chgData name="Patrick Merritt" userId="b92c223c-8880-48c6-9b0c-d25ee1bca468" providerId="ADAL" clId="{E895403D-2D63-4BE2-9DBC-6A07230F99B4}" dt="2024-10-24T09:52:53.341" v="1848" actId="1076"/>
      <pc:docMkLst>
        <pc:docMk/>
      </pc:docMkLst>
      <pc:sldChg chg="modSp mod">
        <pc:chgData name="Patrick Merritt" userId="b92c223c-8880-48c6-9b0c-d25ee1bca468" providerId="ADAL" clId="{E895403D-2D63-4BE2-9DBC-6A07230F99B4}" dt="2024-10-24T08:45:38.965" v="21" actId="20577"/>
        <pc:sldMkLst>
          <pc:docMk/>
          <pc:sldMk cId="580719803" sldId="257"/>
        </pc:sldMkLst>
      </pc:sldChg>
      <pc:sldChg chg="modSp mod">
        <pc:chgData name="Patrick Merritt" userId="b92c223c-8880-48c6-9b0c-d25ee1bca468" providerId="ADAL" clId="{E895403D-2D63-4BE2-9DBC-6A07230F99B4}" dt="2024-10-24T08:46:12.997" v="55" actId="20577"/>
        <pc:sldMkLst>
          <pc:docMk/>
          <pc:sldMk cId="1398592841" sldId="258"/>
        </pc:sldMkLst>
      </pc:sldChg>
      <pc:sldChg chg="new del">
        <pc:chgData name="Patrick Merritt" userId="b92c223c-8880-48c6-9b0c-d25ee1bca468" providerId="ADAL" clId="{E895403D-2D63-4BE2-9DBC-6A07230F99B4}" dt="2024-10-24T08:47:09.111" v="58" actId="47"/>
        <pc:sldMkLst>
          <pc:docMk/>
          <pc:sldMk cId="765217500" sldId="259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069208015" sldId="259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466479415" sldId="260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2850338257" sldId="261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170495832" sldId="261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2369821580" sldId="262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3508890973" sldId="262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738292188" sldId="263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3591432374" sldId="263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2424071913" sldId="264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4078858970" sldId="264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2239329461" sldId="265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3711824575" sldId="266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733965366" sldId="266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2369783589" sldId="267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2950226605" sldId="267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874440295" sldId="268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857240944" sldId="268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271112337" sldId="269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3427605841" sldId="269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429024910" sldId="270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3889218768" sldId="270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808552154" sldId="271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4221459341" sldId="271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2483547321" sldId="272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3945445727" sldId="272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3578199303" sldId="273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767913251" sldId="273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1159574248" sldId="274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2629640441" sldId="274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1368029473" sldId="275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555157688" sldId="275"/>
        </pc:sldMkLst>
      </pc:sldChg>
      <pc:sldChg chg="add">
        <pc:chgData name="Patrick Merritt" userId="b92c223c-8880-48c6-9b0c-d25ee1bca468" providerId="ADAL" clId="{E895403D-2D63-4BE2-9DBC-6A07230F99B4}" dt="2024-10-24T08:47:06.288" v="57"/>
        <pc:sldMkLst>
          <pc:docMk/>
          <pc:sldMk cId="4153350013" sldId="276"/>
        </pc:sldMkLst>
      </pc:sldChg>
      <pc:sldChg chg="modSp add mod">
        <pc:chgData name="Patrick Merritt" userId="b92c223c-8880-48c6-9b0c-d25ee1bca468" providerId="ADAL" clId="{E895403D-2D63-4BE2-9DBC-6A07230F99B4}" dt="2024-10-24T08:48:10.679" v="124" actId="313"/>
        <pc:sldMkLst>
          <pc:docMk/>
          <pc:sldMk cId="1464287160" sldId="277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509675672" sldId="277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1729810838" sldId="278"/>
        </pc:sldMkLst>
      </pc:sldChg>
      <pc:sldChg chg="addSp delSp modSp new mod modClrScheme chgLayout">
        <pc:chgData name="Patrick Merritt" userId="b92c223c-8880-48c6-9b0c-d25ee1bca468" providerId="ADAL" clId="{E895403D-2D63-4BE2-9DBC-6A07230F99B4}" dt="2024-10-24T09:52:53.341" v="1848" actId="1076"/>
        <pc:sldMkLst>
          <pc:docMk/>
          <pc:sldMk cId="3520572055" sldId="278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58415026" sldId="279"/>
        </pc:sldMkLst>
      </pc:sldChg>
      <pc:sldChg chg="modSp new mod">
        <pc:chgData name="Patrick Merritt" userId="b92c223c-8880-48c6-9b0c-d25ee1bca468" providerId="ADAL" clId="{E895403D-2D63-4BE2-9DBC-6A07230F99B4}" dt="2024-10-24T09:45:39.022" v="1254" actId="20577"/>
        <pc:sldMkLst>
          <pc:docMk/>
          <pc:sldMk cId="3233445006" sldId="279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941237210" sldId="280"/>
        </pc:sldMkLst>
      </pc:sldChg>
      <pc:sldChg chg="modSp new mod">
        <pc:chgData name="Patrick Merritt" userId="b92c223c-8880-48c6-9b0c-d25ee1bca468" providerId="ADAL" clId="{E895403D-2D63-4BE2-9DBC-6A07230F99B4}" dt="2024-10-24T09:50:02.829" v="1716" actId="20577"/>
        <pc:sldMkLst>
          <pc:docMk/>
          <pc:sldMk cId="3740584507" sldId="280"/>
        </pc:sldMkLst>
      </pc:sldChg>
      <pc:sldChg chg="modSp new mod">
        <pc:chgData name="Patrick Merritt" userId="b92c223c-8880-48c6-9b0c-d25ee1bca468" providerId="ADAL" clId="{E895403D-2D63-4BE2-9DBC-6A07230F99B4}" dt="2024-10-24T09:51:49.806" v="1841" actId="20577"/>
        <pc:sldMkLst>
          <pc:docMk/>
          <pc:sldMk cId="691409148" sldId="281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2006192712" sldId="281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710965597" sldId="283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909542010" sldId="285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244693972" sldId="286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472564505" sldId="287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832291781" sldId="288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4294809072" sldId="289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897327063" sldId="290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556211457" sldId="291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1518095858" sldId="292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445034878" sldId="293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2631709704" sldId="295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503101568" sldId="296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092120081" sldId="297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3051056342" sldId="298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1178397040" sldId="299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1466222727" sldId="300"/>
        </pc:sldMkLst>
      </pc:sldChg>
      <pc:sldChg chg="del">
        <pc:chgData name="Patrick Merritt" userId="b92c223c-8880-48c6-9b0c-d25ee1bca468" providerId="ADAL" clId="{E895403D-2D63-4BE2-9DBC-6A07230F99B4}" dt="2024-10-24T08:45:51.408" v="22" actId="47"/>
        <pc:sldMkLst>
          <pc:docMk/>
          <pc:sldMk cId="400137227" sldId="301"/>
        </pc:sldMkLst>
      </pc:sldChg>
    </pc:docChg>
  </pc:docChgLst>
  <pc:docChgLst>
    <pc:chgData name="Patrick Merritt" userId="b92c223c-8880-48c6-9b0c-d25ee1bca468" providerId="ADAL" clId="{DB78B1E9-91B4-4FD7-B29B-9229E1363718}"/>
    <pc:docChg chg="undo custSel addSld delSld modSld sldOrd">
      <pc:chgData name="Patrick Merritt" userId="b92c223c-8880-48c6-9b0c-d25ee1bca468" providerId="ADAL" clId="{DB78B1E9-91B4-4FD7-B29B-9229E1363718}" dt="2024-11-13T10:53:36.382" v="2012" actId="2711"/>
      <pc:docMkLst>
        <pc:docMk/>
      </pc:docMkLst>
      <pc:sldChg chg="modSp mod">
        <pc:chgData name="Patrick Merritt" userId="b92c223c-8880-48c6-9b0c-d25ee1bca468" providerId="ADAL" clId="{DB78B1E9-91B4-4FD7-B29B-9229E1363718}" dt="2024-11-13T10:14:24.496" v="12" actId="20577"/>
        <pc:sldMkLst>
          <pc:docMk/>
          <pc:sldMk cId="357346659" sldId="256"/>
        </pc:sldMkLst>
        <pc:spChg chg="mod">
          <ac:chgData name="Patrick Merritt" userId="b92c223c-8880-48c6-9b0c-d25ee1bca468" providerId="ADAL" clId="{DB78B1E9-91B4-4FD7-B29B-9229E1363718}" dt="2024-11-13T10:14:24.496" v="12" actId="20577"/>
          <ac:spMkLst>
            <pc:docMk/>
            <pc:sldMk cId="357346659" sldId="256"/>
            <ac:spMk id="2" creationId="{B2975A7C-D54D-05E0-876F-826FC221EA09}"/>
          </ac:spMkLst>
        </pc:spChg>
      </pc:sldChg>
      <pc:sldChg chg="modSp mod">
        <pc:chgData name="Patrick Merritt" userId="b92c223c-8880-48c6-9b0c-d25ee1bca468" providerId="ADAL" clId="{DB78B1E9-91B4-4FD7-B29B-9229E1363718}" dt="2024-11-13T10:14:38.643" v="29" actId="20577"/>
        <pc:sldMkLst>
          <pc:docMk/>
          <pc:sldMk cId="580719803" sldId="257"/>
        </pc:sldMkLst>
        <pc:spChg chg="mod">
          <ac:chgData name="Patrick Merritt" userId="b92c223c-8880-48c6-9b0c-d25ee1bca468" providerId="ADAL" clId="{DB78B1E9-91B4-4FD7-B29B-9229E1363718}" dt="2024-11-13T10:14:38.643" v="29" actId="20577"/>
          <ac:spMkLst>
            <pc:docMk/>
            <pc:sldMk cId="580719803" sldId="257"/>
            <ac:spMk id="3" creationId="{F61C640D-DD62-D9DE-4EB6-0E4F5238402D}"/>
          </ac:spMkLst>
        </pc:spChg>
      </pc:sldChg>
      <pc:sldChg chg="add">
        <pc:chgData name="Patrick Merritt" userId="b92c223c-8880-48c6-9b0c-d25ee1bca468" providerId="ADAL" clId="{DB78B1E9-91B4-4FD7-B29B-9229E1363718}" dt="2024-11-13T10:14:55.769" v="31"/>
        <pc:sldMkLst>
          <pc:docMk/>
          <pc:sldMk cId="3033738458" sldId="263"/>
        </pc:sldMkLst>
      </pc:sldChg>
      <pc:sldChg chg="add">
        <pc:chgData name="Patrick Merritt" userId="b92c223c-8880-48c6-9b0c-d25ee1bca468" providerId="ADAL" clId="{DB78B1E9-91B4-4FD7-B29B-9229E1363718}" dt="2024-11-13T10:14:55.769" v="31"/>
        <pc:sldMkLst>
          <pc:docMk/>
          <pc:sldMk cId="3723962898" sldId="264"/>
        </pc:sldMkLst>
      </pc:sldChg>
      <pc:sldChg chg="add">
        <pc:chgData name="Patrick Merritt" userId="b92c223c-8880-48c6-9b0c-d25ee1bca468" providerId="ADAL" clId="{DB78B1E9-91B4-4FD7-B29B-9229E1363718}" dt="2024-11-13T10:14:55.769" v="31"/>
        <pc:sldMkLst>
          <pc:docMk/>
          <pc:sldMk cId="109188467" sldId="267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2502931112" sldId="268"/>
        </pc:sldMkLst>
      </pc:sldChg>
      <pc:sldChg chg="add">
        <pc:chgData name="Patrick Merritt" userId="b92c223c-8880-48c6-9b0c-d25ee1bca468" providerId="ADAL" clId="{DB78B1E9-91B4-4FD7-B29B-9229E1363718}" dt="2024-11-13T10:14:55.769" v="31"/>
        <pc:sldMkLst>
          <pc:docMk/>
          <pc:sldMk cId="3655057417" sldId="268"/>
        </pc:sldMkLst>
      </pc:sldChg>
      <pc:sldChg chg="add">
        <pc:chgData name="Patrick Merritt" userId="b92c223c-8880-48c6-9b0c-d25ee1bca468" providerId="ADAL" clId="{DB78B1E9-91B4-4FD7-B29B-9229E1363718}" dt="2024-11-13T10:14:55.769" v="31"/>
        <pc:sldMkLst>
          <pc:docMk/>
          <pc:sldMk cId="78872301" sldId="269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1323687380" sldId="269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1098602846" sldId="270"/>
        </pc:sldMkLst>
      </pc:sldChg>
      <pc:sldChg chg="add">
        <pc:chgData name="Patrick Merritt" userId="b92c223c-8880-48c6-9b0c-d25ee1bca468" providerId="ADAL" clId="{DB78B1E9-91B4-4FD7-B29B-9229E1363718}" dt="2024-11-13T10:16:14.738" v="41"/>
        <pc:sldMkLst>
          <pc:docMk/>
          <pc:sldMk cId="1418088095" sldId="270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2436323924" sldId="271"/>
        </pc:sldMkLst>
      </pc:sldChg>
      <pc:sldChg chg="add">
        <pc:chgData name="Patrick Merritt" userId="b92c223c-8880-48c6-9b0c-d25ee1bca468" providerId="ADAL" clId="{DB78B1E9-91B4-4FD7-B29B-9229E1363718}" dt="2024-11-13T10:16:14.738" v="41"/>
        <pc:sldMkLst>
          <pc:docMk/>
          <pc:sldMk cId="2736372329" sldId="271"/>
        </pc:sldMkLst>
      </pc:sldChg>
      <pc:sldChg chg="add">
        <pc:chgData name="Patrick Merritt" userId="b92c223c-8880-48c6-9b0c-d25ee1bca468" providerId="ADAL" clId="{DB78B1E9-91B4-4FD7-B29B-9229E1363718}" dt="2024-11-13T10:16:14.738" v="41"/>
        <pc:sldMkLst>
          <pc:docMk/>
          <pc:sldMk cId="2353193195" sldId="272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4268145493" sldId="272"/>
        </pc:sldMkLst>
      </pc:sldChg>
      <pc:sldChg chg="delSp add setBg delDesignElem">
        <pc:chgData name="Patrick Merritt" userId="b92c223c-8880-48c6-9b0c-d25ee1bca468" providerId="ADAL" clId="{DB78B1E9-91B4-4FD7-B29B-9229E1363718}" dt="2024-11-13T10:16:14.738" v="41"/>
        <pc:sldMkLst>
          <pc:docMk/>
          <pc:sldMk cId="1158973794" sldId="273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3063744206" sldId="273"/>
        </pc:sldMkLst>
      </pc:sldChg>
      <pc:sldChg chg="add">
        <pc:chgData name="Patrick Merritt" userId="b92c223c-8880-48c6-9b0c-d25ee1bca468" providerId="ADAL" clId="{DB78B1E9-91B4-4FD7-B29B-9229E1363718}" dt="2024-11-13T10:14:55.769" v="31"/>
        <pc:sldMkLst>
          <pc:docMk/>
          <pc:sldMk cId="1090251342" sldId="274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3317614790" sldId="274"/>
        </pc:sldMkLst>
      </pc:sldChg>
      <pc:sldChg chg="add">
        <pc:chgData name="Patrick Merritt" userId="b92c223c-8880-48c6-9b0c-d25ee1bca468" providerId="ADAL" clId="{DB78B1E9-91B4-4FD7-B29B-9229E1363718}" dt="2024-11-13T10:16:14.738" v="41"/>
        <pc:sldMkLst>
          <pc:docMk/>
          <pc:sldMk cId="254804066" sldId="275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2114710724" sldId="276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640016428" sldId="278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1673915277" sldId="279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3213276996" sldId="280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3411945743" sldId="281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3133094834" sldId="282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816040165" sldId="283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1378653237" sldId="284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1844994519" sldId="285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3972848785" sldId="286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2632461564" sldId="287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3001476417" sldId="289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3649644260" sldId="290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271795257" sldId="291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812937939" sldId="292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3340258648" sldId="293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3017538376" sldId="294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448935152" sldId="295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1079882833" sldId="296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1131982386" sldId="297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711867253" sldId="298"/>
        </pc:sldMkLst>
      </pc:sldChg>
      <pc:sldChg chg="add">
        <pc:chgData name="Patrick Merritt" userId="b92c223c-8880-48c6-9b0c-d25ee1bca468" providerId="ADAL" clId="{DB78B1E9-91B4-4FD7-B29B-9229E1363718}" dt="2024-11-13T10:14:55.769" v="31"/>
        <pc:sldMkLst>
          <pc:docMk/>
          <pc:sldMk cId="1488182904" sldId="299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4094410180" sldId="299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2176714486" sldId="300"/>
        </pc:sldMkLst>
      </pc:sldChg>
      <pc:sldChg chg="add">
        <pc:chgData name="Patrick Merritt" userId="b92c223c-8880-48c6-9b0c-d25ee1bca468" providerId="ADAL" clId="{DB78B1E9-91B4-4FD7-B29B-9229E1363718}" dt="2024-11-13T10:14:55.769" v="31"/>
        <pc:sldMkLst>
          <pc:docMk/>
          <pc:sldMk cId="3082441681" sldId="300"/>
        </pc:sldMkLst>
      </pc:sldChg>
      <pc:sldChg chg="add">
        <pc:chgData name="Patrick Merritt" userId="b92c223c-8880-48c6-9b0c-d25ee1bca468" providerId="ADAL" clId="{DB78B1E9-91B4-4FD7-B29B-9229E1363718}" dt="2024-11-13T10:14:55.769" v="31"/>
        <pc:sldMkLst>
          <pc:docMk/>
          <pc:sldMk cId="3822635746" sldId="301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146104244" sldId="302"/>
        </pc:sldMkLst>
      </pc:sldChg>
      <pc:sldChg chg="add del">
        <pc:chgData name="Patrick Merritt" userId="b92c223c-8880-48c6-9b0c-d25ee1bca468" providerId="ADAL" clId="{DB78B1E9-91B4-4FD7-B29B-9229E1363718}" dt="2024-11-13T10:15:51.725" v="38" actId="47"/>
        <pc:sldMkLst>
          <pc:docMk/>
          <pc:sldMk cId="3149245027" sldId="303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4271884722" sldId="303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2728133880" sldId="304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999292819" sldId="305"/>
        </pc:sldMkLst>
      </pc:sldChg>
      <pc:sldChg chg="del">
        <pc:chgData name="Patrick Merritt" userId="b92c223c-8880-48c6-9b0c-d25ee1bca468" providerId="ADAL" clId="{DB78B1E9-91B4-4FD7-B29B-9229E1363718}" dt="2024-11-13T10:14:42.068" v="30" actId="47"/>
        <pc:sldMkLst>
          <pc:docMk/>
          <pc:sldMk cId="1658984503" sldId="307"/>
        </pc:sldMkLst>
      </pc:sldChg>
      <pc:sldChg chg="modSp add mod">
        <pc:chgData name="Patrick Merritt" userId="b92c223c-8880-48c6-9b0c-d25ee1bca468" providerId="ADAL" clId="{DB78B1E9-91B4-4FD7-B29B-9229E1363718}" dt="2024-11-13T10:15:32.229" v="33"/>
        <pc:sldMkLst>
          <pc:docMk/>
          <pc:sldMk cId="1252660681" sldId="308"/>
        </pc:sldMkLst>
      </pc:sldChg>
      <pc:sldChg chg="modSp new mod">
        <pc:chgData name="Patrick Merritt" userId="b92c223c-8880-48c6-9b0c-d25ee1bca468" providerId="ADAL" clId="{DB78B1E9-91B4-4FD7-B29B-9229E1363718}" dt="2024-11-13T10:19:39.739" v="160" actId="20577"/>
        <pc:sldMkLst>
          <pc:docMk/>
          <pc:sldMk cId="2411430812" sldId="309"/>
        </pc:sldMkLst>
      </pc:sldChg>
      <pc:sldChg chg="modSp new del mod">
        <pc:chgData name="Patrick Merritt" userId="b92c223c-8880-48c6-9b0c-d25ee1bca468" providerId="ADAL" clId="{DB78B1E9-91B4-4FD7-B29B-9229E1363718}" dt="2024-11-13T10:16:18.233" v="43" actId="47"/>
        <pc:sldMkLst>
          <pc:docMk/>
          <pc:sldMk cId="3002134751" sldId="309"/>
        </pc:sldMkLst>
      </pc:sldChg>
      <pc:sldChg chg="modSp add mod">
        <pc:chgData name="Patrick Merritt" userId="b92c223c-8880-48c6-9b0c-d25ee1bca468" providerId="ADAL" clId="{DB78B1E9-91B4-4FD7-B29B-9229E1363718}" dt="2024-11-13T10:19:58.233" v="185" actId="20577"/>
        <pc:sldMkLst>
          <pc:docMk/>
          <pc:sldMk cId="3698691563" sldId="310"/>
        </pc:sldMkLst>
      </pc:sldChg>
      <pc:sldChg chg="modSp new mod">
        <pc:chgData name="Patrick Merritt" userId="b92c223c-8880-48c6-9b0c-d25ee1bca468" providerId="ADAL" clId="{DB78B1E9-91B4-4FD7-B29B-9229E1363718}" dt="2024-11-13T10:23:45.186" v="438" actId="21"/>
        <pc:sldMkLst>
          <pc:docMk/>
          <pc:sldMk cId="1806415050" sldId="311"/>
        </pc:sldMkLst>
      </pc:sldChg>
      <pc:sldChg chg="modSp add mod">
        <pc:chgData name="Patrick Merritt" userId="b92c223c-8880-48c6-9b0c-d25ee1bca468" providerId="ADAL" clId="{DB78B1E9-91B4-4FD7-B29B-9229E1363718}" dt="2024-11-13T10:42:15.580" v="1231" actId="21"/>
        <pc:sldMkLst>
          <pc:docMk/>
          <pc:sldMk cId="544972048" sldId="312"/>
        </pc:sldMkLst>
      </pc:sldChg>
      <pc:sldChg chg="modSp add mod">
        <pc:chgData name="Patrick Merritt" userId="b92c223c-8880-48c6-9b0c-d25ee1bca468" providerId="ADAL" clId="{DB78B1E9-91B4-4FD7-B29B-9229E1363718}" dt="2024-11-13T10:23:52.810" v="444" actId="20577"/>
        <pc:sldMkLst>
          <pc:docMk/>
          <pc:sldMk cId="2848811781" sldId="313"/>
        </pc:sldMkLst>
      </pc:sldChg>
      <pc:sldChg chg="modSp add mod">
        <pc:chgData name="Patrick Merritt" userId="b92c223c-8880-48c6-9b0c-d25ee1bca468" providerId="ADAL" clId="{DB78B1E9-91B4-4FD7-B29B-9229E1363718}" dt="2024-11-13T10:24:06.992" v="460" actId="20577"/>
        <pc:sldMkLst>
          <pc:docMk/>
          <pc:sldMk cId="1863767341" sldId="314"/>
        </pc:sldMkLst>
      </pc:sldChg>
      <pc:sldChg chg="modSp add mod">
        <pc:chgData name="Patrick Merritt" userId="b92c223c-8880-48c6-9b0c-d25ee1bca468" providerId="ADAL" clId="{DB78B1E9-91B4-4FD7-B29B-9229E1363718}" dt="2024-11-13T10:27:55.591" v="714" actId="20577"/>
        <pc:sldMkLst>
          <pc:docMk/>
          <pc:sldMk cId="1934552243" sldId="315"/>
        </pc:sldMkLst>
      </pc:sldChg>
      <pc:sldChg chg="addSp delSp modSp add mod">
        <pc:chgData name="Patrick Merritt" userId="b92c223c-8880-48c6-9b0c-d25ee1bca468" providerId="ADAL" clId="{DB78B1E9-91B4-4FD7-B29B-9229E1363718}" dt="2024-11-13T10:30:49.629" v="733" actId="478"/>
        <pc:sldMkLst>
          <pc:docMk/>
          <pc:sldMk cId="663194595" sldId="316"/>
        </pc:sldMkLst>
      </pc:sldChg>
      <pc:sldChg chg="new del">
        <pc:chgData name="Patrick Merritt" userId="b92c223c-8880-48c6-9b0c-d25ee1bca468" providerId="ADAL" clId="{DB78B1E9-91B4-4FD7-B29B-9229E1363718}" dt="2024-11-13T10:30:58.611" v="736" actId="47"/>
        <pc:sldMkLst>
          <pc:docMk/>
          <pc:sldMk cId="2056091279" sldId="317"/>
        </pc:sldMkLst>
      </pc:sldChg>
      <pc:sldChg chg="add del">
        <pc:chgData name="Patrick Merritt" userId="b92c223c-8880-48c6-9b0c-d25ee1bca468" providerId="ADAL" clId="{DB78B1E9-91B4-4FD7-B29B-9229E1363718}" dt="2024-11-13T10:28:33.176" v="717"/>
        <pc:sldMkLst>
          <pc:docMk/>
          <pc:sldMk cId="3693952900" sldId="317"/>
        </pc:sldMkLst>
      </pc:sldChg>
      <pc:sldChg chg="addSp modSp add mod">
        <pc:chgData name="Patrick Merritt" userId="b92c223c-8880-48c6-9b0c-d25ee1bca468" providerId="ADAL" clId="{DB78B1E9-91B4-4FD7-B29B-9229E1363718}" dt="2024-11-13T10:31:32.716" v="741" actId="20577"/>
        <pc:sldMkLst>
          <pc:docMk/>
          <pc:sldMk cId="156513250" sldId="318"/>
        </pc:sldMkLst>
      </pc:sldChg>
      <pc:sldChg chg="addSp delSp modSp add mod ord">
        <pc:chgData name="Patrick Merritt" userId="b92c223c-8880-48c6-9b0c-d25ee1bca468" providerId="ADAL" clId="{DB78B1E9-91B4-4FD7-B29B-9229E1363718}" dt="2024-11-13T10:38:52.015" v="800" actId="478"/>
        <pc:sldMkLst>
          <pc:docMk/>
          <pc:sldMk cId="958916394" sldId="319"/>
        </pc:sldMkLst>
      </pc:sldChg>
      <pc:sldChg chg="modSp new del mod">
        <pc:chgData name="Patrick Merritt" userId="b92c223c-8880-48c6-9b0c-d25ee1bca468" providerId="ADAL" clId="{DB78B1E9-91B4-4FD7-B29B-9229E1363718}" dt="2024-11-13T10:39:06.041" v="806" actId="47"/>
        <pc:sldMkLst>
          <pc:docMk/>
          <pc:sldMk cId="152223047" sldId="320"/>
        </pc:sldMkLst>
      </pc:sldChg>
      <pc:sldChg chg="addSp modSp add mod">
        <pc:chgData name="Patrick Merritt" userId="b92c223c-8880-48c6-9b0c-d25ee1bca468" providerId="ADAL" clId="{DB78B1E9-91B4-4FD7-B29B-9229E1363718}" dt="2024-11-13T10:39:27.732" v="821" actId="1076"/>
        <pc:sldMkLst>
          <pc:docMk/>
          <pc:sldMk cId="4138742750" sldId="321"/>
        </pc:sldMkLst>
      </pc:sldChg>
      <pc:sldChg chg="modSp new mod">
        <pc:chgData name="Patrick Merritt" userId="b92c223c-8880-48c6-9b0c-d25ee1bca468" providerId="ADAL" clId="{DB78B1E9-91B4-4FD7-B29B-9229E1363718}" dt="2024-11-13T10:50:23.264" v="1946" actId="20577"/>
        <pc:sldMkLst>
          <pc:docMk/>
          <pc:sldMk cId="2928693247" sldId="322"/>
        </pc:sldMkLst>
      </pc:sldChg>
      <pc:sldChg chg="modSp add mod">
        <pc:chgData name="Patrick Merritt" userId="b92c223c-8880-48c6-9b0c-d25ee1bca468" providerId="ADAL" clId="{DB78B1E9-91B4-4FD7-B29B-9229E1363718}" dt="2024-11-13T10:43:12.451" v="1406" actId="20577"/>
        <pc:sldMkLst>
          <pc:docMk/>
          <pc:sldMk cId="136467188" sldId="323"/>
        </pc:sldMkLst>
      </pc:sldChg>
      <pc:sldChg chg="modSp new mod">
        <pc:chgData name="Patrick Merritt" userId="b92c223c-8880-48c6-9b0c-d25ee1bca468" providerId="ADAL" clId="{DB78B1E9-91B4-4FD7-B29B-9229E1363718}" dt="2024-11-13T10:44:00.638" v="1496" actId="20577"/>
        <pc:sldMkLst>
          <pc:docMk/>
          <pc:sldMk cId="819674825" sldId="324"/>
        </pc:sldMkLst>
      </pc:sldChg>
      <pc:sldChg chg="modSp add mod">
        <pc:chgData name="Patrick Merritt" userId="b92c223c-8880-48c6-9b0c-d25ee1bca468" providerId="ADAL" clId="{DB78B1E9-91B4-4FD7-B29B-9229E1363718}" dt="2024-11-13T10:46:12.408" v="1678" actId="21"/>
        <pc:sldMkLst>
          <pc:docMk/>
          <pc:sldMk cId="4029739881" sldId="325"/>
        </pc:sldMkLst>
      </pc:sldChg>
      <pc:sldChg chg="modSp add mod">
        <pc:chgData name="Patrick Merritt" userId="b92c223c-8880-48c6-9b0c-d25ee1bca468" providerId="ADAL" clId="{DB78B1E9-91B4-4FD7-B29B-9229E1363718}" dt="2024-11-13T10:53:36.382" v="2012" actId="2711"/>
        <pc:sldMkLst>
          <pc:docMk/>
          <pc:sldMk cId="602225794" sldId="326"/>
        </pc:sldMkLst>
      </pc:sldChg>
      <pc:sldChg chg="addSp modSp add mod ord">
        <pc:chgData name="Patrick Merritt" userId="b92c223c-8880-48c6-9b0c-d25ee1bca468" providerId="ADAL" clId="{DB78B1E9-91B4-4FD7-B29B-9229E1363718}" dt="2024-11-13T10:49:13.227" v="1838" actId="1076"/>
        <pc:sldMkLst>
          <pc:docMk/>
          <pc:sldMk cId="1252716401" sldId="327"/>
        </pc:sldMkLst>
      </pc:sldChg>
      <pc:sldChg chg="addSp modSp add mod">
        <pc:chgData name="Patrick Merritt" userId="b92c223c-8880-48c6-9b0c-d25ee1bca468" providerId="ADAL" clId="{DB78B1E9-91B4-4FD7-B29B-9229E1363718}" dt="2024-11-13T10:52:57.120" v="2000" actId="20577"/>
        <pc:sldMkLst>
          <pc:docMk/>
          <pc:sldMk cId="1670238693" sldId="328"/>
        </pc:sldMkLst>
      </pc:sldChg>
    </pc:docChg>
  </pc:docChgLst>
  <pc:docChgLst>
    <pc:chgData name="Patrick Merritt" userId="b92c223c-8880-48c6-9b0c-d25ee1bca468" providerId="ADAL" clId="{463549EA-C4BF-41D7-A78A-634A6AD114FD}"/>
    <pc:docChg chg="undo custSel addSld delSld modSld">
      <pc:chgData name="Patrick Merritt" userId="b92c223c-8880-48c6-9b0c-d25ee1bca468" providerId="ADAL" clId="{463549EA-C4BF-41D7-A78A-634A6AD114FD}" dt="2024-01-11T13:23:04.535" v="1877" actId="20577"/>
      <pc:docMkLst>
        <pc:docMk/>
      </pc:docMkLst>
      <pc:sldChg chg="addSp delSp modSp new del mod chgLayout">
        <pc:chgData name="Patrick Merritt" userId="b92c223c-8880-48c6-9b0c-d25ee1bca468" providerId="ADAL" clId="{463549EA-C4BF-41D7-A78A-634A6AD114FD}" dt="2024-01-11T12:53:14.291" v="19" actId="47"/>
        <pc:sldMkLst>
          <pc:docMk/>
          <pc:sldMk cId="800039803" sldId="257"/>
        </pc:sldMkLst>
      </pc:sldChg>
      <pc:sldChg chg="addSp delSp modSp new mod modClrScheme chgLayout">
        <pc:chgData name="Patrick Merritt" userId="b92c223c-8880-48c6-9b0c-d25ee1bca468" providerId="ADAL" clId="{463549EA-C4BF-41D7-A78A-634A6AD114FD}" dt="2024-01-11T12:56:35.225" v="124" actId="1037"/>
        <pc:sldMkLst>
          <pc:docMk/>
          <pc:sldMk cId="2285625565" sldId="257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4090023474" sldId="257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2171259363" sldId="258"/>
        </pc:sldMkLst>
      </pc:sldChg>
      <pc:sldChg chg="addSp delSp modSp new mod modClrScheme chgLayout">
        <pc:chgData name="Patrick Merritt" userId="b92c223c-8880-48c6-9b0c-d25ee1bca468" providerId="ADAL" clId="{463549EA-C4BF-41D7-A78A-634A6AD114FD}" dt="2024-01-11T13:02:33.830" v="673" actId="20577"/>
        <pc:sldMkLst>
          <pc:docMk/>
          <pc:sldMk cId="4144405205" sldId="258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2197901773" sldId="259"/>
        </pc:sldMkLst>
      </pc:sldChg>
      <pc:sldChg chg="modSp new mod">
        <pc:chgData name="Patrick Merritt" userId="b92c223c-8880-48c6-9b0c-d25ee1bca468" providerId="ADAL" clId="{463549EA-C4BF-41D7-A78A-634A6AD114FD}" dt="2024-01-11T13:05:05.902" v="1050" actId="20577"/>
        <pc:sldMkLst>
          <pc:docMk/>
          <pc:sldMk cId="2691156661" sldId="259"/>
        </pc:sldMkLst>
      </pc:sldChg>
      <pc:sldChg chg="addSp delSp modSp new mod">
        <pc:chgData name="Patrick Merritt" userId="b92c223c-8880-48c6-9b0c-d25ee1bca468" providerId="ADAL" clId="{463549EA-C4BF-41D7-A78A-634A6AD114FD}" dt="2024-01-11T13:14:13.216" v="1533" actId="14100"/>
        <pc:sldMkLst>
          <pc:docMk/>
          <pc:sldMk cId="354987656" sldId="260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3824764564" sldId="260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1141273340" sldId="261"/>
        </pc:sldMkLst>
      </pc:sldChg>
      <pc:sldChg chg="addSp delSp modSp new mod modClrScheme chgLayout">
        <pc:chgData name="Patrick Merritt" userId="b92c223c-8880-48c6-9b0c-d25ee1bca468" providerId="ADAL" clId="{463549EA-C4BF-41D7-A78A-634A6AD114FD}" dt="2024-01-11T13:20:25.224" v="1611" actId="14100"/>
        <pc:sldMkLst>
          <pc:docMk/>
          <pc:sldMk cId="2561642139" sldId="261"/>
        </pc:sldMkLst>
      </pc:sldChg>
      <pc:sldChg chg="addSp modSp new mod modClrScheme chgLayout">
        <pc:chgData name="Patrick Merritt" userId="b92c223c-8880-48c6-9b0c-d25ee1bca468" providerId="ADAL" clId="{463549EA-C4BF-41D7-A78A-634A6AD114FD}" dt="2024-01-11T13:23:04.535" v="1877" actId="20577"/>
        <pc:sldMkLst>
          <pc:docMk/>
          <pc:sldMk cId="3458636469" sldId="262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3866769334" sldId="262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635429887" sldId="263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4124873510" sldId="264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1324938249" sldId="265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1897488428" sldId="266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3565984026" sldId="267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466469310" sldId="268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4277664154" sldId="269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3125995448" sldId="270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269786884" sldId="271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2442787233" sldId="272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324901865" sldId="273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897306204" sldId="274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1671767789" sldId="275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2541414701" sldId="276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2732513907" sldId="277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481169942" sldId="278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57437478" sldId="279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639206012" sldId="280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2747582081" sldId="281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4085231695" sldId="282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861414133" sldId="283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1690954885" sldId="284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478102423" sldId="285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4225291369" sldId="286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2373353585" sldId="287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1932368986" sldId="288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1920045742" sldId="289"/>
        </pc:sldMkLst>
      </pc:sldChg>
      <pc:sldChg chg="del">
        <pc:chgData name="Patrick Merritt" userId="b92c223c-8880-48c6-9b0c-d25ee1bca468" providerId="ADAL" clId="{463549EA-C4BF-41D7-A78A-634A6AD114FD}" dt="2024-01-11T12:52:53.887" v="0" actId="47"/>
        <pc:sldMkLst>
          <pc:docMk/>
          <pc:sldMk cId="1357407568" sldId="2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C10B4-05E3-478A-B708-F50A7003DFF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BD0E7-8837-4BF6-B851-7BB4B8A1F8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822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BD0E7-8837-4BF6-B851-7BB4B8A1F8B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487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1EC1-FC98-4F19-A171-A54C4207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C305E-5617-41DE-8DBB-8F5B2261B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444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41C8-EE61-43C6-A2C0-0797F7AD3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0CF45-08CD-4BB7-B7C8-A95748845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8A74F-97B4-4B15-8FF3-EA1A488C2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3A727-FBA8-479C-90F8-BA1096AF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8BEA4-ADDB-4310-AB09-FBDC0A4C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73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6DA1-9B76-4300-B933-A29DB981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11601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3ABF4-81C9-4DBB-813B-B935A1AE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116012" cy="14123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D0AC6-E4F6-44DB-9CEB-D8554FF0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646EF-5131-4EAF-B54C-9E60AAB4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51384-809B-4585-AD1A-701F5CBA6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909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6B865-8AAA-43A2-9CBC-7228A63C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1D42-22B6-47FB-A295-CA7D55FD0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0464F-D595-4231-87A0-79CF681A1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6611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61272-35CE-4697-B730-E09E2567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8D588-0530-47AF-AA4B-52BC9314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9005" y="6220076"/>
            <a:ext cx="4114800" cy="3651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7F250-8206-4824-85E4-E7967235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1410" y="6220077"/>
            <a:ext cx="2102714" cy="365125"/>
          </a:xfrm>
        </p:spPr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3205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2D56-10B7-4222-8279-246DF902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099761" cy="5908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BDE02-D423-433B-B237-8165A3FBE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ED2CD-A923-48AE-BE7A-65094B2B6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24C5C-95BB-4D72-B106-F1096D6BC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61206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D0BDA3-73A5-44F8-A700-2502E7546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62794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907149-2486-44EE-9E2D-6C54D747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81D6E-D37E-4516-B80F-F7981D50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2C8D92-D530-45E5-B2EC-1B825702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084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86CA-5814-4B17-BC7A-C4CEE9D0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832E7-7920-4D3F-B352-6890B23D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3BDB7-B035-433E-9188-5B7088CF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24CDC-52EA-4751-A335-CC2D6444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4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322F00-98FE-4827-9FD1-05600515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32B11-3CBE-43FF-A32C-46F54C2E6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BAA0A-1258-47A9-BD1E-711576E2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19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A420-52DA-4B9D-893E-A1129DA1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1D092-9C7B-4E3B-BD8E-8C1B6604C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B05E6-F800-4C8F-B1E0-727DC7BE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1E458-F9A8-408D-9D6B-B04B089B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539F7-28F4-4A49-A701-C73C9DBA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EDC34-4456-448F-8F35-D1D9F61A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51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EA2D-CD98-4737-860C-36BDBA67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230976" cy="97258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07CA5-ED9F-4A1F-AE56-CF3B890553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78829" y="987425"/>
            <a:ext cx="574409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49842-C75C-4288-91C5-EE2845110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96291"/>
            <a:ext cx="4230976" cy="43726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20EE0-DB39-400C-8D2E-C47A93328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901EF-1BD3-466F-AAA7-DCC9D18E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2F2A9-DA0B-470F-89FC-1AF8F34C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34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2169-A8A0-46F8-AE86-FFA46F8B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713B0-52BB-4FFA-8982-037D8DB6F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62C6C-95F3-47E6-8416-0BF2292E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BC86-B614-447C-B833-B97B5BB0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F8BFF-5818-4A9F-ACFC-28768F59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7427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BE05A-120A-461C-909A-2D5ACC095C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17824" y="365125"/>
            <a:ext cx="1288473" cy="5611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DACDB-5FAB-4710-BD73-7B00BFF76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671560" cy="5611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DF16C-5463-41A2-8DDF-1DB7673E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88289-D2F5-41E9-96C9-31A2675D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50029-2D55-471F-93AF-4F727B08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750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1EC1-FC98-4F19-A171-A54C4207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C305E-5617-41DE-8DBB-8F5B2261B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220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41C8-EE61-43C6-A2C0-0797F7AD3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0CF45-08CD-4BB7-B7C8-A95748845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8A74F-97B4-4B15-8FF3-EA1A488C2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3A727-FBA8-479C-90F8-BA1096AF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8BEA4-ADDB-4310-AB09-FBDC0A4C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9354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6DA1-9B76-4300-B933-A29DB981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11601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3ABF4-81C9-4DBB-813B-B935A1AE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116012" cy="14123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D0AC6-E4F6-44DB-9CEB-D8554FF0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646EF-5131-4EAF-B54C-9E60AAB4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51384-809B-4585-AD1A-701F5CBA6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3407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6B865-8AAA-43A2-9CBC-7228A63C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1D42-22B6-47FB-A295-CA7D55FD0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0464F-D595-4231-87A0-79CF681A1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6611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61272-35CE-4697-B730-E09E2567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8D588-0530-47AF-AA4B-52BC9314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9005" y="6220076"/>
            <a:ext cx="4114800" cy="3651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7F250-8206-4824-85E4-E7967235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1410" y="6220077"/>
            <a:ext cx="2102714" cy="365125"/>
          </a:xfrm>
        </p:spPr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458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2D56-10B7-4222-8279-246DF902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099761" cy="5908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BDE02-D423-433B-B237-8165A3FBE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ED2CD-A923-48AE-BE7A-65094B2B6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24C5C-95BB-4D72-B106-F1096D6BC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61206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D0BDA3-73A5-44F8-A700-2502E7546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62794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907149-2486-44EE-9E2D-6C54D747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81D6E-D37E-4516-B80F-F7981D50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2C8D92-D530-45E5-B2EC-1B825702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3342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86CA-5814-4B17-BC7A-C4CEE9D0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832E7-7920-4D3F-B352-6890B23D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3BDB7-B035-433E-9188-5B7088CF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24CDC-52EA-4751-A335-CC2D6444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48574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322F00-98FE-4827-9FD1-05600515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32B11-3CBE-43FF-A32C-46F54C2E6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BAA0A-1258-47A9-BD1E-711576E2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9729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A420-52DA-4B9D-893E-A1129DA1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1D092-9C7B-4E3B-BD8E-8C1B6604C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B05E6-F800-4C8F-B1E0-727DC7BE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1E458-F9A8-408D-9D6B-B04B089B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539F7-28F4-4A49-A701-C73C9DBA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EDC34-4456-448F-8F35-D1D9F61A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6666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EA2D-CD98-4737-860C-36BDBA67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230976" cy="97258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07CA5-ED9F-4A1F-AE56-CF3B890553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78829" y="987425"/>
            <a:ext cx="574409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49842-C75C-4288-91C5-EE2845110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96291"/>
            <a:ext cx="4230976" cy="43726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20EE0-DB39-400C-8D2E-C47A93328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901EF-1BD3-466F-AAA7-DCC9D18E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2F2A9-DA0B-470F-89FC-1AF8F34C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92602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2169-A8A0-46F8-AE86-FFA46F8B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713B0-52BB-4FFA-8982-037D8DB6F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62C6C-95F3-47E6-8416-0BF2292E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BC86-B614-447C-B833-B97B5BB0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F8BFF-5818-4A9F-ACFC-28768F59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76782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BE05A-120A-461C-909A-2D5ACC095C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17824" y="365125"/>
            <a:ext cx="1288473" cy="5611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DACDB-5FAB-4710-BD73-7B00BFF76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671560" cy="5611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DF16C-5463-41A2-8DDF-1DB7673E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88289-D2F5-41E9-96C9-31A2675D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50029-2D55-471F-93AF-4F727B08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43824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1EC1-FC98-4F19-A171-A54C4207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C305E-5617-41DE-8DBB-8F5B2261B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2209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41C8-EE61-43C6-A2C0-0797F7AD3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0CF45-08CD-4BB7-B7C8-A95748845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8A74F-97B4-4B15-8FF3-EA1A488C2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3A727-FBA8-479C-90F8-BA1096AF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8BEA4-ADDB-4310-AB09-FBDC0A4C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64622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6DA1-9B76-4300-B933-A29DB981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11601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3ABF4-81C9-4DBB-813B-B935A1AE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116012" cy="14123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D0AC6-E4F6-44DB-9CEB-D8554FF0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646EF-5131-4EAF-B54C-9E60AAB4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51384-809B-4585-AD1A-701F5CBA6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50175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6B865-8AAA-43A2-9CBC-7228A63C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1D42-22B6-47FB-A295-CA7D55FD0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0464F-D595-4231-87A0-79CF681A1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6611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61272-35CE-4697-B730-E09E2567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8D588-0530-47AF-AA4B-52BC9314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9005" y="6220076"/>
            <a:ext cx="4114800" cy="3651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7F250-8206-4824-85E4-E7967235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1410" y="6220077"/>
            <a:ext cx="2102714" cy="365125"/>
          </a:xfrm>
        </p:spPr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65104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2D56-10B7-4222-8279-246DF902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099761" cy="5908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BDE02-D423-433B-B237-8165A3FBE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ED2CD-A923-48AE-BE7A-65094B2B6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24C5C-95BB-4D72-B106-F1096D6BC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61206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D0BDA3-73A5-44F8-A700-2502E7546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62794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907149-2486-44EE-9E2D-6C54D747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81D6E-D37E-4516-B80F-F7981D50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2C8D92-D530-45E5-B2EC-1B825702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0509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86CA-5814-4B17-BC7A-C4CEE9D0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832E7-7920-4D3F-B352-6890B23D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3BDB7-B035-433E-9188-5B7088CF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24CDC-52EA-4751-A335-CC2D6444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7401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322F00-98FE-4827-9FD1-05600515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32B11-3CBE-43FF-A32C-46F54C2E6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BAA0A-1258-47A9-BD1E-711576E2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1087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A420-52DA-4B9D-893E-A1129DA1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1D092-9C7B-4E3B-BD8E-8C1B6604C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B05E6-F800-4C8F-B1E0-727DC7BE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1E458-F9A8-408D-9D6B-B04B089B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539F7-28F4-4A49-A701-C73C9DBA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EDC34-4456-448F-8F35-D1D9F61A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38349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EA2D-CD98-4737-860C-36BDBA67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230976" cy="97258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07CA5-ED9F-4A1F-AE56-CF3B890553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78829" y="987425"/>
            <a:ext cx="574409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49842-C75C-4288-91C5-EE2845110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96291"/>
            <a:ext cx="4230976" cy="43726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20EE0-DB39-400C-8D2E-C47A93328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901EF-1BD3-466F-AAA7-DCC9D18E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2F2A9-DA0B-470F-89FC-1AF8F34C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2276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2169-A8A0-46F8-AE86-FFA46F8B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713B0-52BB-4FFA-8982-037D8DB6F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62C6C-95F3-47E6-8416-0BF2292E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BC86-B614-447C-B833-B97B5BB0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F8BFF-5818-4A9F-ACFC-28768F59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95422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BE05A-120A-461C-909A-2D5ACC095C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17824" y="365125"/>
            <a:ext cx="1288473" cy="5611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DACDB-5FAB-4710-BD73-7B00BFF76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671560" cy="5611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DF16C-5463-41A2-8DDF-1DB7673E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88289-D2F5-41E9-96C9-31A2675D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50029-2D55-471F-93AF-4F727B08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27146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1EC1-FC98-4F19-A171-A54C4207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C305E-5617-41DE-8DBB-8F5B2261B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2493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41C8-EE61-43C6-A2C0-0797F7AD3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0CF45-08CD-4BB7-B7C8-A95748845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8A74F-97B4-4B15-8FF3-EA1A488C2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3A727-FBA8-479C-90F8-BA1096AF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8BEA4-ADDB-4310-AB09-FBDC0A4C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2052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6DA1-9B76-4300-B933-A29DB981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11601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3ABF4-81C9-4DBB-813B-B935A1AE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116012" cy="14123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D0AC6-E4F6-44DB-9CEB-D8554FF0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646EF-5131-4EAF-B54C-9E60AAB4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51384-809B-4585-AD1A-701F5CBA6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6141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6B865-8AAA-43A2-9CBC-7228A63C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1D42-22B6-47FB-A295-CA7D55FD0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0464F-D595-4231-87A0-79CF681A1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6611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61272-35CE-4697-B730-E09E2567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8D588-0530-47AF-AA4B-52BC9314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9005" y="6220076"/>
            <a:ext cx="4114800" cy="3651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7F250-8206-4824-85E4-E7967235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1410" y="6220077"/>
            <a:ext cx="2102714" cy="365125"/>
          </a:xfrm>
        </p:spPr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593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2D56-10B7-4222-8279-246DF902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099761" cy="5908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BDE02-D423-433B-B237-8165A3FBE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ED2CD-A923-48AE-BE7A-65094B2B6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24C5C-95BB-4D72-B106-F1096D6BC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61206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D0BDA3-73A5-44F8-A700-2502E7546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62794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907149-2486-44EE-9E2D-6C54D747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81D6E-D37E-4516-B80F-F7981D50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2C8D92-D530-45E5-B2EC-1B825702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9864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86CA-5814-4B17-BC7A-C4CEE9D0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832E7-7920-4D3F-B352-6890B23D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3BDB7-B035-433E-9188-5B7088CF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24CDC-52EA-4751-A335-CC2D6444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7438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322F00-98FE-4827-9FD1-05600515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32B11-3CBE-43FF-A32C-46F54C2E6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BAA0A-1258-47A9-BD1E-711576E2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1401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A420-52DA-4B9D-893E-A1129DA1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1D092-9C7B-4E3B-BD8E-8C1B6604C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B05E6-F800-4C8F-B1E0-727DC7BE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1E458-F9A8-408D-9D6B-B04B089B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539F7-28F4-4A49-A701-C73C9DBA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EDC34-4456-448F-8F35-D1D9F61A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64492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EA2D-CD98-4737-860C-36BDBA67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230976" cy="97258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07CA5-ED9F-4A1F-AE56-CF3B890553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78829" y="987425"/>
            <a:ext cx="574409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49842-C75C-4288-91C5-EE2845110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96291"/>
            <a:ext cx="4230976" cy="43726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20EE0-DB39-400C-8D2E-C47A93328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901EF-1BD3-466F-AAA7-DCC9D18E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2F2A9-DA0B-470F-89FC-1AF8F34C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6313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2169-A8A0-46F8-AE86-FFA46F8B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713B0-52BB-4FFA-8982-037D8DB6F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62C6C-95F3-47E6-8416-0BF2292E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BC86-B614-447C-B833-B97B5BB0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F8BFF-5818-4A9F-ACFC-28768F59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36937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BE05A-120A-461C-909A-2D5ACC095C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17824" y="365125"/>
            <a:ext cx="1288473" cy="5611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DACDB-5FAB-4710-BD73-7B00BFF76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671560" cy="5611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DF16C-5463-41A2-8DDF-1DB7673E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88289-D2F5-41E9-96C9-31A2675D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50029-2D55-471F-93AF-4F727B08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782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BAA4B-EFB1-4968-AC0D-B1E6C7D9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76411" cy="624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F7222-5AC8-42B2-B402-D09323DB3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0661"/>
            <a:ext cx="10076411" cy="4921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D4524-FA31-41DA-8CA5-403E926F9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20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12F2F-146D-428E-B203-AB96B17BE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9005" y="622344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EDF7E-3F13-41D9-ACD5-B384BCC91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71410" y="6237912"/>
            <a:ext cx="21027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C3454A-A844-49A0-9BD5-0680B5A08FEF}"/>
              </a:ext>
            </a:extLst>
          </p:cNvPr>
          <p:cNvCxnSpPr>
            <a:cxnSpLocks/>
          </p:cNvCxnSpPr>
          <p:nvPr userDrawn="1"/>
        </p:nvCxnSpPr>
        <p:spPr>
          <a:xfrm flipH="1">
            <a:off x="224413" y="6064371"/>
            <a:ext cx="11716378" cy="0"/>
          </a:xfrm>
          <a:prstGeom prst="line">
            <a:avLst/>
          </a:prstGeom>
          <a:ln w="25400">
            <a:solidFill>
              <a:srgbClr val="9DA0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ack and white logo&#10;&#10;Description automatically generated with medium confidence">
            <a:extLst>
              <a:ext uri="{FF2B5EF4-FFF2-40B4-BE49-F238E27FC236}">
                <a16:creationId xmlns:a16="http://schemas.microsoft.com/office/drawing/2014/main" id="{1D7F10E7-5B0B-4E35-8D1D-F967BE6936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249" y="226334"/>
            <a:ext cx="970338" cy="9830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840CE1-1165-4F29-B673-7867BB82EEC2}"/>
              </a:ext>
            </a:extLst>
          </p:cNvPr>
          <p:cNvSpPr txBox="1"/>
          <p:nvPr userDrawn="1"/>
        </p:nvSpPr>
        <p:spPr>
          <a:xfrm>
            <a:off x="10713314" y="6266587"/>
            <a:ext cx="119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derby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.ac.uk</a:t>
            </a:r>
          </a:p>
        </p:txBody>
      </p:sp>
    </p:spTree>
    <p:extLst>
      <p:ext uri="{BB962C8B-B14F-4D97-AF65-F5344CB8AC3E}">
        <p14:creationId xmlns:p14="http://schemas.microsoft.com/office/powerpoint/2010/main" val="105726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D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BAA4B-EFB1-4968-AC0D-B1E6C7D9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76411" cy="624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F7222-5AC8-42B2-B402-D09323DB3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0661"/>
            <a:ext cx="10076411" cy="4921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D4524-FA31-41DA-8CA5-403E926F9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20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12F2F-146D-428E-B203-AB96B17BE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9005" y="622344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EDF7E-3F13-41D9-ACD5-B384BCC91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71410" y="6237912"/>
            <a:ext cx="21027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C3454A-A844-49A0-9BD5-0680B5A08FEF}"/>
              </a:ext>
            </a:extLst>
          </p:cNvPr>
          <p:cNvCxnSpPr>
            <a:cxnSpLocks/>
          </p:cNvCxnSpPr>
          <p:nvPr userDrawn="1"/>
        </p:nvCxnSpPr>
        <p:spPr>
          <a:xfrm flipH="1">
            <a:off x="224413" y="6064371"/>
            <a:ext cx="11716378" cy="0"/>
          </a:xfrm>
          <a:prstGeom prst="line">
            <a:avLst/>
          </a:prstGeom>
          <a:ln w="25400">
            <a:solidFill>
              <a:srgbClr val="9DA0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ack and white logo&#10;&#10;Description automatically generated with medium confidence">
            <a:extLst>
              <a:ext uri="{FF2B5EF4-FFF2-40B4-BE49-F238E27FC236}">
                <a16:creationId xmlns:a16="http://schemas.microsoft.com/office/drawing/2014/main" id="{1D7F10E7-5B0B-4E35-8D1D-F967BE6936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249" y="226334"/>
            <a:ext cx="970338" cy="9830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840CE1-1165-4F29-B673-7867BB82EEC2}"/>
              </a:ext>
            </a:extLst>
          </p:cNvPr>
          <p:cNvSpPr txBox="1"/>
          <p:nvPr userDrawn="1"/>
        </p:nvSpPr>
        <p:spPr>
          <a:xfrm>
            <a:off x="10713314" y="6266587"/>
            <a:ext cx="119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derby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.ac.uk</a:t>
            </a:r>
          </a:p>
        </p:txBody>
      </p:sp>
    </p:spTree>
    <p:extLst>
      <p:ext uri="{BB962C8B-B14F-4D97-AF65-F5344CB8AC3E}">
        <p14:creationId xmlns:p14="http://schemas.microsoft.com/office/powerpoint/2010/main" val="192036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B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BAA4B-EFB1-4968-AC0D-B1E6C7D9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76411" cy="624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F7222-5AC8-42B2-B402-D09323DB3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0661"/>
            <a:ext cx="10076411" cy="4921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D4524-FA31-41DA-8CA5-403E926F9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20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12F2F-146D-428E-B203-AB96B17BE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9005" y="622344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EDF7E-3F13-41D9-ACD5-B384BCC91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71410" y="6237912"/>
            <a:ext cx="21027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C3454A-A844-49A0-9BD5-0680B5A08FEF}"/>
              </a:ext>
            </a:extLst>
          </p:cNvPr>
          <p:cNvCxnSpPr>
            <a:cxnSpLocks/>
          </p:cNvCxnSpPr>
          <p:nvPr userDrawn="1"/>
        </p:nvCxnSpPr>
        <p:spPr>
          <a:xfrm flipH="1">
            <a:off x="224413" y="6064371"/>
            <a:ext cx="11716378" cy="0"/>
          </a:xfrm>
          <a:prstGeom prst="line">
            <a:avLst/>
          </a:prstGeom>
          <a:ln w="25400">
            <a:solidFill>
              <a:srgbClr val="9DA0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ack and white logo&#10;&#10;Description automatically generated with medium confidence">
            <a:extLst>
              <a:ext uri="{FF2B5EF4-FFF2-40B4-BE49-F238E27FC236}">
                <a16:creationId xmlns:a16="http://schemas.microsoft.com/office/drawing/2014/main" id="{1D7F10E7-5B0B-4E35-8D1D-F967BE6936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249" y="226334"/>
            <a:ext cx="970338" cy="9830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840CE1-1165-4F29-B673-7867BB82EEC2}"/>
              </a:ext>
            </a:extLst>
          </p:cNvPr>
          <p:cNvSpPr txBox="1"/>
          <p:nvPr userDrawn="1"/>
        </p:nvSpPr>
        <p:spPr>
          <a:xfrm>
            <a:off x="10713314" y="6266587"/>
            <a:ext cx="119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derby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.ac.uk</a:t>
            </a:r>
          </a:p>
        </p:txBody>
      </p:sp>
    </p:spTree>
    <p:extLst>
      <p:ext uri="{BB962C8B-B14F-4D97-AF65-F5344CB8AC3E}">
        <p14:creationId xmlns:p14="http://schemas.microsoft.com/office/powerpoint/2010/main" val="1584744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BAA4B-EFB1-4968-AC0D-B1E6C7D9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76411" cy="624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F7222-5AC8-42B2-B402-D09323DB3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0661"/>
            <a:ext cx="10076411" cy="4921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D4524-FA31-41DA-8CA5-403E926F9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20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737275C8-4AE2-4455-B865-B825CDA7C26E}" type="datetimeFigureOut">
              <a:rPr lang="en-GB" smtClean="0"/>
              <a:pPr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12F2F-146D-428E-B203-AB96B17BE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9005" y="622344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EDF7E-3F13-41D9-ACD5-B384BCC91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71410" y="6237912"/>
            <a:ext cx="21027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5018A7C-E6E8-40A8-9043-D805FF32AC5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01933B-D66D-4E21-A340-59EE4E4FBA19}"/>
              </a:ext>
            </a:extLst>
          </p:cNvPr>
          <p:cNvCxnSpPr>
            <a:cxnSpLocks/>
          </p:cNvCxnSpPr>
          <p:nvPr userDrawn="1"/>
        </p:nvCxnSpPr>
        <p:spPr>
          <a:xfrm flipH="1">
            <a:off x="224413" y="6064371"/>
            <a:ext cx="11716378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A516EF1-0331-4462-A818-21927B12836E}"/>
              </a:ext>
            </a:extLst>
          </p:cNvPr>
          <p:cNvSpPr txBox="1"/>
          <p:nvPr userDrawn="1"/>
        </p:nvSpPr>
        <p:spPr>
          <a:xfrm>
            <a:off x="10713314" y="6266587"/>
            <a:ext cx="119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derby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.ac.uk</a:t>
            </a:r>
          </a:p>
        </p:txBody>
      </p:sp>
      <p:pic>
        <p:nvPicPr>
          <p:cNvPr id="12" name="Picture 11" descr="A picture containing icon&#10;&#10;Description automatically generated">
            <a:extLst>
              <a:ext uri="{FF2B5EF4-FFF2-40B4-BE49-F238E27FC236}">
                <a16:creationId xmlns:a16="http://schemas.microsoft.com/office/drawing/2014/main" id="{E609A9DB-4A7B-4D92-AD69-730A31C67E0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249" y="228371"/>
            <a:ext cx="987568" cy="100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858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xB_X2Aw-_e8?feature=oembed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epicgames.com/documentation/en-us/unreal-engine/animation-notifications-notifies?application_version=4.2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75A7C-D54D-05E0-876F-826FC221EA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/>
              <a:t>18-1 </a:t>
            </a:r>
            <a:r>
              <a:rPr lang="en-GB" dirty="0"/>
              <a:t>Hit and Hurt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870642-29A2-1695-40D0-B1CAC0942C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GB" dirty="0"/>
          </a:p>
          <a:p>
            <a:r>
              <a:rPr lang="en-GB" dirty="0"/>
              <a:t>5CM503 Virtual Environment Development</a:t>
            </a:r>
          </a:p>
          <a:p>
            <a:r>
              <a:rPr lang="en-GB" dirty="0"/>
              <a:t>Dr Patrick Merritt</a:t>
            </a:r>
          </a:p>
        </p:txBody>
      </p:sp>
    </p:spTree>
    <p:extLst>
      <p:ext uri="{BB962C8B-B14F-4D97-AF65-F5344CB8AC3E}">
        <p14:creationId xmlns:p14="http://schemas.microsoft.com/office/powerpoint/2010/main" val="357346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0EC39-CC43-F297-1CF7-78B890BCF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C640D-DD62-D9DE-4EB6-0E4F52384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Hit and Hurt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0719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E5C6D-CEDA-5B3F-4F79-6AEB4BB3A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Hit Boxes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B777C-AF93-05FB-E42C-9DD602322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 far..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B7C203B-2E08-91F4-EEED-51D88EEDDBB3}"/>
              </a:ext>
            </a:extLst>
          </p:cNvPr>
          <p:cNvGrpSpPr/>
          <p:nvPr/>
        </p:nvGrpSpPr>
        <p:grpSpPr>
          <a:xfrm>
            <a:off x="8828479" y="4584037"/>
            <a:ext cx="1073337" cy="1065326"/>
            <a:chOff x="2317687" y="4636602"/>
            <a:chExt cx="923454" cy="92345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6801F97-E2EA-657E-FBC8-23807470E8FB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694243F-CDB1-9884-6F3E-7B444CC3441C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34E5E05-9890-B787-DC57-5D124EE087C1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6C43CA2-3417-C13E-5CE7-D298870986F9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E2B98A1-05EB-98F3-B940-4E63D28110AC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F3EDB9B-7D73-4290-012D-F873115C0349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CC7A1CC-7C44-D28A-21DF-B4E54E61925B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Chord 7">
              <a:extLst>
                <a:ext uri="{FF2B5EF4-FFF2-40B4-BE49-F238E27FC236}">
                  <a16:creationId xmlns:a16="http://schemas.microsoft.com/office/drawing/2014/main" id="{A9129701-0C23-9031-B7BB-9138E8133714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777818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F2811-FDB7-6E81-88EB-A455B9BAE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98554-FD7F-C84F-EEF1-C9D93F26F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Hit Boxes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D3735-7571-DEE4-5DFA-51CBDEFC5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we need a hitbox we probably do something like this…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6ECB6DE-A5D3-AA36-C89D-E6D9D10D93A9}"/>
              </a:ext>
            </a:extLst>
          </p:cNvPr>
          <p:cNvGrpSpPr/>
          <p:nvPr/>
        </p:nvGrpSpPr>
        <p:grpSpPr>
          <a:xfrm>
            <a:off x="8828479" y="4584037"/>
            <a:ext cx="1073337" cy="1065326"/>
            <a:chOff x="2317687" y="4636602"/>
            <a:chExt cx="923454" cy="92345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608F07B-7B5B-8D0E-759A-D3C565B099E7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AAB39C7-8209-3392-4A48-B3DC45EF1920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C14AA35-C1B7-EA3A-9ADD-1C8E3DD57445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2763604-83FC-8916-6B45-9D8B7F78FFE3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348C1A1-E8BF-E75B-FCC2-A59B29F2EB3F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38C6BCE-CB19-D00E-5542-F9DBD495275B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25C9FD4-D0F4-B104-6A3F-F1B17486D370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Chord 7">
              <a:extLst>
                <a:ext uri="{FF2B5EF4-FFF2-40B4-BE49-F238E27FC236}">
                  <a16:creationId xmlns:a16="http://schemas.microsoft.com/office/drawing/2014/main" id="{3CB8780C-1AFB-8B2F-ADC2-DE5D64E5430B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30692964-3995-69F1-691B-045CF47F18BB}"/>
              </a:ext>
            </a:extLst>
          </p:cNvPr>
          <p:cNvSpPr/>
          <p:nvPr/>
        </p:nvSpPr>
        <p:spPr>
          <a:xfrm>
            <a:off x="8828479" y="4584037"/>
            <a:ext cx="1073337" cy="1065326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097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28339-4DAB-37F9-8F4D-E4A8A06E5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2060-F98C-D16C-0E91-28267A12C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Hit Boxes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3731E-3B01-D8F1-4C2B-89C88253E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we need a hitbox we probably do something like this…</a:t>
            </a:r>
          </a:p>
          <a:p>
            <a:endParaRPr lang="en-GB" dirty="0"/>
          </a:p>
          <a:p>
            <a:r>
              <a:rPr lang="en-GB" dirty="0"/>
              <a:t>This is fine for simple shapes.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05D9BD-55B7-AC96-F447-F5D08517B5C7}"/>
              </a:ext>
            </a:extLst>
          </p:cNvPr>
          <p:cNvGrpSpPr/>
          <p:nvPr/>
        </p:nvGrpSpPr>
        <p:grpSpPr>
          <a:xfrm>
            <a:off x="8828479" y="4584037"/>
            <a:ext cx="1073337" cy="1065326"/>
            <a:chOff x="2317687" y="4636602"/>
            <a:chExt cx="923454" cy="92345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1B9268D-9029-A508-2573-7EC1C00F862B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0354133-E1DF-2FEA-4780-595DCDC1CA46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85CE867E-F3CC-BB25-2BFE-87CF8D29C4A3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158452C-6746-A2A1-5B09-744642EC180C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EF2E34F-89B2-D99C-A552-970E8A66BD88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65EB7CE-6E8C-DC2C-BF97-306E391032C9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239B5F0-3DA0-1EB9-E7B1-004F095A695E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Chord 7">
              <a:extLst>
                <a:ext uri="{FF2B5EF4-FFF2-40B4-BE49-F238E27FC236}">
                  <a16:creationId xmlns:a16="http://schemas.microsoft.com/office/drawing/2014/main" id="{9E3DA8FA-15C3-DE75-18A4-B0923CCE946F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8488A79-76B7-F7B4-1127-B80D7909DFAB}"/>
              </a:ext>
            </a:extLst>
          </p:cNvPr>
          <p:cNvSpPr/>
          <p:nvPr/>
        </p:nvSpPr>
        <p:spPr>
          <a:xfrm>
            <a:off x="8828479" y="4584037"/>
            <a:ext cx="1073337" cy="1065326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067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03263-2490-9EDE-DBC2-1820E74D1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FFD07-7645-F1DA-A8F5-646489764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Hit Boxes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F0D47-E2B3-C365-63F6-6DC820A82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And we can detect collisions…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79D019E-BA82-D026-419D-9EB859D24417}"/>
              </a:ext>
            </a:extLst>
          </p:cNvPr>
          <p:cNvGrpSpPr/>
          <p:nvPr/>
        </p:nvGrpSpPr>
        <p:grpSpPr>
          <a:xfrm>
            <a:off x="8828479" y="4584037"/>
            <a:ext cx="1073337" cy="1065326"/>
            <a:chOff x="2317687" y="4636602"/>
            <a:chExt cx="923454" cy="92345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20666D3-2207-AC93-4F65-087A0185E1C2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1D1C0E2-7602-9B22-3629-1DC4814755DE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FE97CB3-8BEB-4101-8311-B3E3E8623751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B5CEA9B-D40B-3C8F-38AD-709CE72E66AD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112F750-6B0B-7630-9C2C-929549FD1FFE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8EAE6A5-9181-EB9A-7DED-F31E86B31165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B3F3B0A-96E0-0C6A-3791-EFC8A112A737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Chord 7">
              <a:extLst>
                <a:ext uri="{FF2B5EF4-FFF2-40B4-BE49-F238E27FC236}">
                  <a16:creationId xmlns:a16="http://schemas.microsoft.com/office/drawing/2014/main" id="{7537C2E3-5B12-15DA-ED39-5EBB6D7FA98B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788ECEE-8AC8-B917-8E60-FBA19D902E20}"/>
              </a:ext>
            </a:extLst>
          </p:cNvPr>
          <p:cNvSpPr/>
          <p:nvPr/>
        </p:nvSpPr>
        <p:spPr>
          <a:xfrm>
            <a:off x="8828479" y="4584037"/>
            <a:ext cx="1073337" cy="106532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88B3529-8FA1-4113-6F6D-DCE4132DCFAB}"/>
              </a:ext>
            </a:extLst>
          </p:cNvPr>
          <p:cNvGrpSpPr/>
          <p:nvPr/>
        </p:nvGrpSpPr>
        <p:grpSpPr>
          <a:xfrm rot="19363868">
            <a:off x="8106050" y="3654466"/>
            <a:ext cx="1073337" cy="1065326"/>
            <a:chOff x="2317687" y="4636602"/>
            <a:chExt cx="923454" cy="923454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FC5E9E2-817B-27F9-D9B6-01FF11EA810C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12CA871-6B9A-0449-A49C-B96B1381FEE7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3F44A19-23A9-291A-2D0D-1A263E30C8B0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D2B53DD-AD7E-D576-36EB-59BFF8E6F1C6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AB21E59-5B77-5CAE-EC91-DFB09F069379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A24FE71-E15A-8EB6-C751-B7C6B7797185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E20605A-964C-EC0B-A82B-444CC58C672E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1" name="Chord 20">
              <a:extLst>
                <a:ext uri="{FF2B5EF4-FFF2-40B4-BE49-F238E27FC236}">
                  <a16:creationId xmlns:a16="http://schemas.microsoft.com/office/drawing/2014/main" id="{723B3562-A9FB-2E34-4AF4-851AE8CBF0CB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88CF34C6-5B52-2D7F-34A3-18D7A620F894}"/>
              </a:ext>
            </a:extLst>
          </p:cNvPr>
          <p:cNvSpPr/>
          <p:nvPr/>
        </p:nvSpPr>
        <p:spPr>
          <a:xfrm rot="19363868">
            <a:off x="8106050" y="3654466"/>
            <a:ext cx="1073337" cy="106532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30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0B6F3-A2F9-60CF-6B8C-3BF0F072B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ullet Bill | The United Organization Toons Heroes Wiki | Fandom">
            <a:extLst>
              <a:ext uri="{FF2B5EF4-FFF2-40B4-BE49-F238E27FC236}">
                <a16:creationId xmlns:a16="http://schemas.microsoft.com/office/drawing/2014/main" id="{A53FBAB3-8B03-1686-C60E-CC15B4B7B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956597" y="4626234"/>
            <a:ext cx="185138" cy="185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1A23A5-5420-AA03-8FC0-8A0316FFA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Guns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201D6-06AB-BAC3-6D47-B73C94671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0661"/>
            <a:ext cx="10076411" cy="624090"/>
          </a:xfrm>
        </p:spPr>
        <p:txBody>
          <a:bodyPr/>
          <a:lstStyle/>
          <a:p>
            <a:r>
              <a:rPr lang="en-GB" dirty="0"/>
              <a:t>Pull trigger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DCC1358-0C13-73F5-4BF2-93D2FC4BD27C}"/>
              </a:ext>
            </a:extLst>
          </p:cNvPr>
          <p:cNvGrpSpPr/>
          <p:nvPr/>
        </p:nvGrpSpPr>
        <p:grpSpPr>
          <a:xfrm>
            <a:off x="8828479" y="4584037"/>
            <a:ext cx="1073337" cy="1065326"/>
            <a:chOff x="2317687" y="4636602"/>
            <a:chExt cx="923454" cy="92345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A1CD950-1D2C-1B77-61C7-96214061F179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5302C91-3299-0407-B4FC-C023C22DD438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248D800-C4AC-89BE-36FE-FDE351AFFA10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934062A-71BF-EE58-7C9A-E6EB5DFFE3D8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E53F3FA-2CC5-3BD3-800D-3E8C479049C1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69FD541-2287-5E45-9C52-B1B560FE7655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F96B4BC-A930-6B98-08D0-A95E0DC9560F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Chord 7">
              <a:extLst>
                <a:ext uri="{FF2B5EF4-FFF2-40B4-BE49-F238E27FC236}">
                  <a16:creationId xmlns:a16="http://schemas.microsoft.com/office/drawing/2014/main" id="{D82D6825-FC8B-3220-65C5-798E8C4969AC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046FF5FB-CBF4-4CDE-AFA6-2759FF1B3850}"/>
              </a:ext>
            </a:extLst>
          </p:cNvPr>
          <p:cNvSpPr/>
          <p:nvPr/>
        </p:nvSpPr>
        <p:spPr>
          <a:xfrm>
            <a:off x="8828479" y="4584037"/>
            <a:ext cx="1073337" cy="106532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236253-BB60-9E62-E783-90DC3C814D39}"/>
              </a:ext>
            </a:extLst>
          </p:cNvPr>
          <p:cNvSpPr/>
          <p:nvPr/>
        </p:nvSpPr>
        <p:spPr>
          <a:xfrm>
            <a:off x="8881332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C74B27-77A9-DBFF-44CC-58450B48487F}"/>
              </a:ext>
            </a:extLst>
          </p:cNvPr>
          <p:cNvSpPr/>
          <p:nvPr/>
        </p:nvSpPr>
        <p:spPr>
          <a:xfrm>
            <a:off x="9195036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194627E-D576-8E2A-D830-F13577B23C32}"/>
              </a:ext>
            </a:extLst>
          </p:cNvPr>
          <p:cNvGrpSpPr/>
          <p:nvPr/>
        </p:nvGrpSpPr>
        <p:grpSpPr>
          <a:xfrm>
            <a:off x="1263915" y="4584037"/>
            <a:ext cx="1073337" cy="1065326"/>
            <a:chOff x="2317687" y="4636602"/>
            <a:chExt cx="923454" cy="923454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2A52B3E9-C201-3844-ED14-726555F36D09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B7C8250-A23D-BFE2-6555-63ADD5686C9D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0B01073F-D842-4D60-53B3-58E058314DA1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A432876-5B85-A396-B2E1-A6C397BC985A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AC19F20-37B8-73CF-F22D-A3A2C4F682ED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F7C9253E-5565-1714-6D85-DDCA0DF50D23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6B8E098-F6E6-5E83-F46F-6801B5F6613A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31" name="Chord 30">
              <a:extLst>
                <a:ext uri="{FF2B5EF4-FFF2-40B4-BE49-F238E27FC236}">
                  <a16:creationId xmlns:a16="http://schemas.microsoft.com/office/drawing/2014/main" id="{0C93801C-05AD-EDD3-5CD3-6B01AAF2F06A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9671229C-E7C1-1088-C4D9-0528CD6EB3C8}"/>
              </a:ext>
            </a:extLst>
          </p:cNvPr>
          <p:cNvSpPr/>
          <p:nvPr/>
        </p:nvSpPr>
        <p:spPr>
          <a:xfrm>
            <a:off x="1316768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A15DF22-2C1C-0477-D857-561AB041B585}"/>
              </a:ext>
            </a:extLst>
          </p:cNvPr>
          <p:cNvSpPr/>
          <p:nvPr/>
        </p:nvSpPr>
        <p:spPr>
          <a:xfrm>
            <a:off x="1630472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50" name="Picture 2" descr="Small arm | Types, Descriptions, History, &amp; Facts | Britannica">
            <a:extLst>
              <a:ext uri="{FF2B5EF4-FFF2-40B4-BE49-F238E27FC236}">
                <a16:creationId xmlns:a16="http://schemas.microsoft.com/office/drawing/2014/main" id="{35E02067-2692-61AF-74FA-E4755B90B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backgroundMark x1="47688" y1="51202" x2="47688" y2="512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272690" y="4524961"/>
            <a:ext cx="1027380" cy="721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9C99F42-0207-89F4-B0D4-A4A2A8DA88B4}"/>
              </a:ext>
            </a:extLst>
          </p:cNvPr>
          <p:cNvSpPr txBox="1">
            <a:spLocks/>
          </p:cNvSpPr>
          <p:nvPr/>
        </p:nvSpPr>
        <p:spPr>
          <a:xfrm>
            <a:off x="838200" y="1695231"/>
            <a:ext cx="10076411" cy="624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Fire bullet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6D83993-19A2-27EA-322F-BBA2D4260D19}"/>
              </a:ext>
            </a:extLst>
          </p:cNvPr>
          <p:cNvSpPr txBox="1">
            <a:spLocks/>
          </p:cNvSpPr>
          <p:nvPr/>
        </p:nvSpPr>
        <p:spPr>
          <a:xfrm>
            <a:off x="838198" y="2235301"/>
            <a:ext cx="10076411" cy="624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Hit target</a:t>
            </a:r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E4A8F245-D17C-A2C2-2A6D-EFEF71BEB006}"/>
              </a:ext>
            </a:extLst>
          </p:cNvPr>
          <p:cNvSpPr/>
          <p:nvPr/>
        </p:nvSpPr>
        <p:spPr>
          <a:xfrm rot="2700000">
            <a:off x="9030459" y="4826621"/>
            <a:ext cx="277265" cy="277265"/>
          </a:xfrm>
          <a:prstGeom prst="plus">
            <a:avLst>
              <a:gd name="adj" fmla="val 3874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Cross 18">
            <a:extLst>
              <a:ext uri="{FF2B5EF4-FFF2-40B4-BE49-F238E27FC236}">
                <a16:creationId xmlns:a16="http://schemas.microsoft.com/office/drawing/2014/main" id="{9DAE6B4F-2B79-0A9F-4C5C-8289A3A71755}"/>
              </a:ext>
            </a:extLst>
          </p:cNvPr>
          <p:cNvSpPr/>
          <p:nvPr/>
        </p:nvSpPr>
        <p:spPr>
          <a:xfrm rot="2700000">
            <a:off x="9407188" y="4826690"/>
            <a:ext cx="277265" cy="277265"/>
          </a:xfrm>
          <a:prstGeom prst="plus">
            <a:avLst>
              <a:gd name="adj" fmla="val 3874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EC89446-552B-9C3A-3BB6-858E5A2CE328}"/>
              </a:ext>
            </a:extLst>
          </p:cNvPr>
          <p:cNvSpPr txBox="1">
            <a:spLocks/>
          </p:cNvSpPr>
          <p:nvPr/>
        </p:nvSpPr>
        <p:spPr>
          <a:xfrm>
            <a:off x="838199" y="2826783"/>
            <a:ext cx="10076411" cy="624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Easy right?</a:t>
            </a:r>
          </a:p>
        </p:txBody>
      </p:sp>
    </p:spTree>
    <p:extLst>
      <p:ext uri="{BB962C8B-B14F-4D97-AF65-F5344CB8AC3E}">
        <p14:creationId xmlns:p14="http://schemas.microsoft.com/office/powerpoint/2010/main" val="1216303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96296E-6 L 0.47409 0.0023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98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5" grpId="0"/>
      <p:bldP spid="17" grpId="0"/>
      <p:bldP spid="18" grpId="0" animBg="1"/>
      <p:bldP spid="19" grpId="0" animBg="1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72AC4-D0F3-C655-B979-E20E5CD29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Quick refresh time…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78B3D-2672-7A04-38FA-03620C3B3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Remember this from GES?</a:t>
            </a:r>
          </a:p>
        </p:txBody>
      </p:sp>
    </p:spTree>
    <p:extLst>
      <p:ext uri="{BB962C8B-B14F-4D97-AF65-F5344CB8AC3E}">
        <p14:creationId xmlns:p14="http://schemas.microsoft.com/office/powerpoint/2010/main" val="1237565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ACD030E-2FC1-68AA-7616-2950711A1994}"/>
              </a:ext>
            </a:extLst>
          </p:cNvPr>
          <p:cNvSpPr txBox="1"/>
          <p:nvPr/>
        </p:nvSpPr>
        <p:spPr>
          <a:xfrm>
            <a:off x="838200" y="4453900"/>
            <a:ext cx="1392442" cy="1323439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GB" sz="80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A6AD9F-7B96-FFFB-29F2-EF4B473046B8}"/>
              </a:ext>
            </a:extLst>
          </p:cNvPr>
          <p:cNvSpPr txBox="1"/>
          <p:nvPr/>
        </p:nvSpPr>
        <p:spPr>
          <a:xfrm>
            <a:off x="10218390" y="4453900"/>
            <a:ext cx="1392442" cy="1323439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GB" sz="80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4B5C264-38DB-84E9-9B9A-5F240F0C9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Teleport locomotion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9FA326-F3F0-569E-6845-17FF38B41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0661"/>
            <a:ext cx="10076411" cy="3234187"/>
          </a:xfrm>
        </p:spPr>
        <p:txBody>
          <a:bodyPr>
            <a:normAutofit/>
          </a:bodyPr>
          <a:lstStyle/>
          <a:p>
            <a:r>
              <a:rPr lang="en-GB" dirty="0"/>
              <a:t>Work out how far the pawn should move in a turn.</a:t>
            </a:r>
          </a:p>
          <a:p>
            <a:pPr lvl="1"/>
            <a:r>
              <a:rPr lang="en-GB" dirty="0"/>
              <a:t>Teleport to that new location.</a:t>
            </a:r>
          </a:p>
          <a:p>
            <a:pPr lvl="1"/>
            <a:endParaRPr lang="en-GB" dirty="0"/>
          </a:p>
          <a:p>
            <a:r>
              <a:rPr lang="en-GB" dirty="0"/>
              <a:t>Not influenced by physics.</a:t>
            </a:r>
          </a:p>
          <a:p>
            <a:pPr lvl="1"/>
            <a:r>
              <a:rPr lang="en-GB" dirty="0"/>
              <a:t>No gravity / momentum unless you implement it.</a:t>
            </a:r>
          </a:p>
          <a:p>
            <a:pPr lvl="1"/>
            <a:r>
              <a:rPr lang="en-GB" dirty="0"/>
              <a:t>No collision detection (can also screw up triggers and colliders)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EB13F5-076F-C657-6B8D-018FA847CA3B}"/>
              </a:ext>
            </a:extLst>
          </p:cNvPr>
          <p:cNvGrpSpPr/>
          <p:nvPr/>
        </p:nvGrpSpPr>
        <p:grpSpPr>
          <a:xfrm>
            <a:off x="1072694" y="4645324"/>
            <a:ext cx="923454" cy="923454"/>
            <a:chOff x="2317687" y="4636602"/>
            <a:chExt cx="923454" cy="92345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961E089-0D79-E85F-FB38-A517D639356C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6462908-86D3-6E7D-550A-414761C9A0A9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B348579-3504-D921-C21F-B2B75AA2C61B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8285EA-F124-B27F-D8D7-6C4B27660A88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18A0FC8-4B6F-285C-686E-7EBAB036E4DD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666278B-1E18-EF52-AA8A-CB6125596422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01B2B8B-EC29-CFCA-3E9A-E2B654B0CC95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3" name="Chord 12">
              <a:extLst>
                <a:ext uri="{FF2B5EF4-FFF2-40B4-BE49-F238E27FC236}">
                  <a16:creationId xmlns:a16="http://schemas.microsoft.com/office/drawing/2014/main" id="{CE330A39-7BFA-ACF5-46D0-3F5D6E6A30AB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A7561AF-06C9-8A57-B90F-9B943C7B51D7}"/>
              </a:ext>
            </a:extLst>
          </p:cNvPr>
          <p:cNvGrpSpPr/>
          <p:nvPr/>
        </p:nvGrpSpPr>
        <p:grpSpPr>
          <a:xfrm>
            <a:off x="2230642" y="4645324"/>
            <a:ext cx="923454" cy="923454"/>
            <a:chOff x="2317687" y="4636602"/>
            <a:chExt cx="923454" cy="923454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62ABA51-B6FE-01FF-7918-CB09034D1D22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48B615F-CAE1-E1D9-36DB-30F115F34C14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853D86A7-A6D6-262A-4E1D-53B31805BEAE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DBBCA1A2-54AA-F6B1-D331-FC9DD58C0FED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12FD7F2-291A-C41B-2E92-3C74283B773A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16A4A4D-2A85-4456-5353-94CB4658B897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DB1ABE0-16AE-C7E9-2997-B9E205B6F2F9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9" name="Chord 18">
              <a:extLst>
                <a:ext uri="{FF2B5EF4-FFF2-40B4-BE49-F238E27FC236}">
                  <a16:creationId xmlns:a16="http://schemas.microsoft.com/office/drawing/2014/main" id="{618F67ED-D9DF-697E-28F7-FBC2BDB3D5E6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9E55C19-37B8-4D06-9FAB-EB69E63D4ABC}"/>
              </a:ext>
            </a:extLst>
          </p:cNvPr>
          <p:cNvGrpSpPr/>
          <p:nvPr/>
        </p:nvGrpSpPr>
        <p:grpSpPr>
          <a:xfrm>
            <a:off x="3462767" y="4646166"/>
            <a:ext cx="923454" cy="923454"/>
            <a:chOff x="2317687" y="4636602"/>
            <a:chExt cx="923454" cy="923454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8B8329EA-D641-C5C5-5291-034BDCC0E57D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F9B76D8-8FA7-9B9A-1A7F-2DDA7572DB67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F0FDCA5-250B-C35A-B63A-F42BDBF5C7BE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ADF6A5D-4E8C-CA3A-9022-2D33C5C35FCC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61BF06F-4E51-076D-C993-6131AD9932B6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AB12346D-8015-141A-D2EA-A0054A389C4E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BB4D4B0F-3F18-8080-7C55-830304017E97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8" name="Chord 27">
              <a:extLst>
                <a:ext uri="{FF2B5EF4-FFF2-40B4-BE49-F238E27FC236}">
                  <a16:creationId xmlns:a16="http://schemas.microsoft.com/office/drawing/2014/main" id="{8F303B08-A000-666D-A70B-33B9AC1B7E9D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B2D067E-82F2-9B72-51FD-14CE63C2F8FB}"/>
              </a:ext>
            </a:extLst>
          </p:cNvPr>
          <p:cNvGrpSpPr/>
          <p:nvPr/>
        </p:nvGrpSpPr>
        <p:grpSpPr>
          <a:xfrm>
            <a:off x="4694892" y="4645324"/>
            <a:ext cx="923454" cy="923454"/>
            <a:chOff x="2317687" y="4636602"/>
            <a:chExt cx="923454" cy="923454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D647C10C-0FA0-CD5C-3582-C5BA5193CD9F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F5EB750-E671-8488-A711-ACCCA4459116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50831E0D-D12C-A929-CD84-C62B86FB79B6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7620862-BDB6-13E7-4B27-91FCB58C49FD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03DEFE6-E79E-A5AF-B062-0A786BE36EFD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76ED6A0C-CF49-1CF8-56F7-B796B49FE703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2FE757C-77D9-36AE-030C-DD3B8F3063BE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37" name="Chord 36">
              <a:extLst>
                <a:ext uri="{FF2B5EF4-FFF2-40B4-BE49-F238E27FC236}">
                  <a16:creationId xmlns:a16="http://schemas.microsoft.com/office/drawing/2014/main" id="{A3EBE5CD-B9CB-E786-1B25-1D2349EAE760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CD9582E-38D4-5B76-A166-574B898AA1E1}"/>
              </a:ext>
            </a:extLst>
          </p:cNvPr>
          <p:cNvGrpSpPr/>
          <p:nvPr/>
        </p:nvGrpSpPr>
        <p:grpSpPr>
          <a:xfrm>
            <a:off x="5927017" y="4646166"/>
            <a:ext cx="923454" cy="923454"/>
            <a:chOff x="2317687" y="4636602"/>
            <a:chExt cx="923454" cy="923454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6F22606A-C815-5CED-8890-2986ED3CDAEC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3A4AF0D-8C76-354A-5C35-AA02712B3269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67CB4683-A20E-7E9E-2777-9FF7BDB86DB4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411EA7E3-66C8-C012-ABB1-AB956C10E3EB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081ED34-29B6-301B-2015-7151CEE4A94E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21F4244-C32E-796D-F5C9-D2413E0CD71E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85D864BE-FC46-EDE2-65FB-30B0DACE8180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46" name="Chord 45">
              <a:extLst>
                <a:ext uri="{FF2B5EF4-FFF2-40B4-BE49-F238E27FC236}">
                  <a16:creationId xmlns:a16="http://schemas.microsoft.com/office/drawing/2014/main" id="{6E8FC1E1-4C9D-41A1-08A9-B40252CBE421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0214C79-915D-1DD8-F4F7-66A402C938AE}"/>
              </a:ext>
            </a:extLst>
          </p:cNvPr>
          <p:cNvGrpSpPr/>
          <p:nvPr/>
        </p:nvGrpSpPr>
        <p:grpSpPr>
          <a:xfrm>
            <a:off x="7159142" y="4651501"/>
            <a:ext cx="923454" cy="923454"/>
            <a:chOff x="2317687" y="4636602"/>
            <a:chExt cx="923454" cy="923454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42938AEC-A75E-AA69-D6A8-D8FCBB4FC6FE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41DD03E0-0A9A-F604-988F-DE2AF5EDB47A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F0DD215D-D5EC-7E9B-CF58-66E95A190829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C8FA4BCB-9CF9-FFD3-75F8-D1972F3494A3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9DF85E4E-B59C-8418-0EC9-472B7F4CA249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DD226147-F2D2-79C3-90ED-F3A939D4766B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D182E0BC-0640-3EFA-9C30-5DD0884B6C42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55" name="Chord 54">
              <a:extLst>
                <a:ext uri="{FF2B5EF4-FFF2-40B4-BE49-F238E27FC236}">
                  <a16:creationId xmlns:a16="http://schemas.microsoft.com/office/drawing/2014/main" id="{62F61160-C756-6F91-55AD-2D7A85B81092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B484DB0-C751-1F99-06F9-CFE115720993}"/>
              </a:ext>
            </a:extLst>
          </p:cNvPr>
          <p:cNvGrpSpPr/>
          <p:nvPr/>
        </p:nvGrpSpPr>
        <p:grpSpPr>
          <a:xfrm>
            <a:off x="8391267" y="4652343"/>
            <a:ext cx="923454" cy="923454"/>
            <a:chOff x="2317687" y="4636602"/>
            <a:chExt cx="923454" cy="923454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5AAA18E4-C030-7E1C-0964-1E50756D2274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1FC365A5-B9B8-0484-C466-72C3B66374A4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13560AD6-8224-A5B4-8C11-6EB4571D8DB3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099651AA-8C91-8C1C-8F97-C434C0330DD4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9DAF0354-74B4-741D-53C0-E9A6FB551E10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767A3E57-CAA7-A300-668C-3FEE0917D7C8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F9990E4C-D58F-3379-119E-67312BC1E670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4" name="Chord 63">
              <a:extLst>
                <a:ext uri="{FF2B5EF4-FFF2-40B4-BE49-F238E27FC236}">
                  <a16:creationId xmlns:a16="http://schemas.microsoft.com/office/drawing/2014/main" id="{B5F89309-B0FA-F281-7849-8D05E7C5AD34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2B51F13-6C5D-8F98-30DC-FEDB143D9C32}"/>
              </a:ext>
            </a:extLst>
          </p:cNvPr>
          <p:cNvGrpSpPr/>
          <p:nvPr/>
        </p:nvGrpSpPr>
        <p:grpSpPr>
          <a:xfrm>
            <a:off x="9623392" y="4627746"/>
            <a:ext cx="923454" cy="923454"/>
            <a:chOff x="2317687" y="4636602"/>
            <a:chExt cx="923454" cy="923454"/>
          </a:xfrm>
        </p:grpSpPr>
        <p:sp>
          <p:nvSpPr>
            <p:cNvPr id="70" name="Rectangle: Rounded Corners 69">
              <a:extLst>
                <a:ext uri="{FF2B5EF4-FFF2-40B4-BE49-F238E27FC236}">
                  <a16:creationId xmlns:a16="http://schemas.microsoft.com/office/drawing/2014/main" id="{FD99EF41-8482-70E0-AED2-FDAA4912CD19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95D6FD3-DE02-5E3F-E0F0-93DDCE9DF61F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ADD8E800-1537-F2BB-D4CD-A5266F09E6A8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F3CB5069-080C-1111-C4E6-23B8E1CF3F36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1F3D6190-6C5B-EA3C-3B8D-E2DBD87D07C2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6E6E9C66-2995-A1E8-C351-59946FFA1C1F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09EB811C-740C-2C37-FBE2-F12989A43881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73" name="Chord 72">
              <a:extLst>
                <a:ext uri="{FF2B5EF4-FFF2-40B4-BE49-F238E27FC236}">
                  <a16:creationId xmlns:a16="http://schemas.microsoft.com/office/drawing/2014/main" id="{036FDDCC-5AF6-1991-1E2A-8DAF47D7C265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6C3CF9C-B307-D48D-3697-C47C917D614D}"/>
              </a:ext>
            </a:extLst>
          </p:cNvPr>
          <p:cNvGrpSpPr/>
          <p:nvPr/>
        </p:nvGrpSpPr>
        <p:grpSpPr>
          <a:xfrm>
            <a:off x="10855517" y="4628588"/>
            <a:ext cx="923454" cy="923454"/>
            <a:chOff x="2317687" y="4636602"/>
            <a:chExt cx="923454" cy="923454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3A34CAF3-1AEA-2B79-486A-4493C07B31A2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D136B942-C1B2-1980-2458-04830A26AA2E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15CBB9FB-A7B0-3A8D-10E6-5016458BCD04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60C6B969-1925-033C-40B5-3970D34A5A15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969A86DB-AC9B-7636-EB2C-FF2EBB376FFA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1021BF22-E0B9-B886-808C-5879FBC6BE80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3DDEF4F0-DBB9-1ECF-A9E1-0242240EA41C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2" name="Chord 81">
              <a:extLst>
                <a:ext uri="{FF2B5EF4-FFF2-40B4-BE49-F238E27FC236}">
                  <a16:creationId xmlns:a16="http://schemas.microsoft.com/office/drawing/2014/main" id="{65EB4D2E-BBAC-374A-5B9F-4A35A359F5B5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FCCCE52A-C9D1-3A93-6CF0-2B4DF122166F}"/>
              </a:ext>
            </a:extLst>
          </p:cNvPr>
          <p:cNvSpPr/>
          <p:nvPr/>
        </p:nvSpPr>
        <p:spPr>
          <a:xfrm>
            <a:off x="5673970" y="3740149"/>
            <a:ext cx="200403" cy="2752725"/>
          </a:xfrm>
          <a:prstGeom prst="rect">
            <a:avLst/>
          </a:prstGeom>
          <a:ln w="38100"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932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ACD030E-2FC1-68AA-7616-2950711A1994}"/>
              </a:ext>
            </a:extLst>
          </p:cNvPr>
          <p:cNvSpPr txBox="1"/>
          <p:nvPr/>
        </p:nvSpPr>
        <p:spPr>
          <a:xfrm>
            <a:off x="838200" y="4453900"/>
            <a:ext cx="1392442" cy="1323439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GB" sz="80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A6AD9F-7B96-FFFB-29F2-EF4B473046B8}"/>
              </a:ext>
            </a:extLst>
          </p:cNvPr>
          <p:cNvSpPr txBox="1"/>
          <p:nvPr/>
        </p:nvSpPr>
        <p:spPr>
          <a:xfrm>
            <a:off x="10218390" y="4453900"/>
            <a:ext cx="1392442" cy="1323439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GB" sz="80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4B5C264-38DB-84E9-9B9A-5F240F0C9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Physics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9FA326-F3F0-569E-6845-17FF38B41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0661"/>
            <a:ext cx="10076411" cy="1567289"/>
          </a:xfrm>
        </p:spPr>
        <p:txBody>
          <a:bodyPr/>
          <a:lstStyle/>
          <a:p>
            <a:r>
              <a:rPr lang="en-GB" dirty="0"/>
              <a:t>Affected by physics…</a:t>
            </a:r>
          </a:p>
          <a:p>
            <a:endParaRPr lang="en-GB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EB13F5-076F-C657-6B8D-018FA847CA3B}"/>
              </a:ext>
            </a:extLst>
          </p:cNvPr>
          <p:cNvGrpSpPr/>
          <p:nvPr/>
        </p:nvGrpSpPr>
        <p:grpSpPr>
          <a:xfrm>
            <a:off x="1072694" y="4645324"/>
            <a:ext cx="923454" cy="923454"/>
            <a:chOff x="2317687" y="4636602"/>
            <a:chExt cx="923454" cy="92345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961E089-0D79-E85F-FB38-A517D639356C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6462908-86D3-6E7D-550A-414761C9A0A9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B348579-3504-D921-C21F-B2B75AA2C61B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8285EA-F124-B27F-D8D7-6C4B27660A88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18A0FC8-4B6F-285C-686E-7EBAB036E4DD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666278B-1E18-EF52-AA8A-CB6125596422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01B2B8B-EC29-CFCA-3E9A-E2B654B0CC95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3" name="Chord 12">
              <a:extLst>
                <a:ext uri="{FF2B5EF4-FFF2-40B4-BE49-F238E27FC236}">
                  <a16:creationId xmlns:a16="http://schemas.microsoft.com/office/drawing/2014/main" id="{CE330A39-7BFA-ACF5-46D0-3F5D6E6A30AB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6A4BCE9-213D-FCFE-A2F4-919637C297EA}"/>
              </a:ext>
            </a:extLst>
          </p:cNvPr>
          <p:cNvSpPr/>
          <p:nvPr/>
        </p:nvSpPr>
        <p:spPr>
          <a:xfrm>
            <a:off x="5673970" y="3740149"/>
            <a:ext cx="200403" cy="2752725"/>
          </a:xfrm>
          <a:prstGeom prst="rect">
            <a:avLst/>
          </a:prstGeom>
          <a:ln w="38100"/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2853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78 0.00254 L 0.3 0.0025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6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F7C60-B73E-DA0F-13A2-ABF8D3DF0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ullet Bill | The United Organization Toons Heroes Wiki | Fandom">
            <a:extLst>
              <a:ext uri="{FF2B5EF4-FFF2-40B4-BE49-F238E27FC236}">
                <a16:creationId xmlns:a16="http://schemas.microsoft.com/office/drawing/2014/main" id="{86D9607D-99D7-6D85-67D0-37099B191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956597" y="4626234"/>
            <a:ext cx="185138" cy="185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36487F-DD15-9B75-BE95-0A31EA567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Guns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DD850-AF0B-EF86-F26F-00BFDDE7F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0661"/>
            <a:ext cx="10076411" cy="2970710"/>
          </a:xfrm>
        </p:spPr>
        <p:txBody>
          <a:bodyPr/>
          <a:lstStyle/>
          <a:p>
            <a:r>
              <a:rPr lang="en-GB" dirty="0"/>
              <a:t>So how does the bullet move?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9ED50C8-195C-AF29-38B1-6D565D14DAF4}"/>
              </a:ext>
            </a:extLst>
          </p:cNvPr>
          <p:cNvGrpSpPr/>
          <p:nvPr/>
        </p:nvGrpSpPr>
        <p:grpSpPr>
          <a:xfrm>
            <a:off x="8828479" y="4584037"/>
            <a:ext cx="1073337" cy="1065326"/>
            <a:chOff x="2317687" y="4636602"/>
            <a:chExt cx="923454" cy="92345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1AD6D94-3E22-15CB-2EEB-FE4D157C454E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306103-20FB-E238-E29D-BE0179065E35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DAE5FCE-3C97-AAC4-5144-01EA882C38EB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DAC90CA-1011-DDD1-7E41-8028175567DE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D34AB1F-1036-2D11-FF18-1AB991AAFD30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56FDA95-45FD-E409-4DE6-6A8862BA6C58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BBE6EE6-A525-2CE8-7FF5-EE937F30A0B7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Chord 7">
              <a:extLst>
                <a:ext uri="{FF2B5EF4-FFF2-40B4-BE49-F238E27FC236}">
                  <a16:creationId xmlns:a16="http://schemas.microsoft.com/office/drawing/2014/main" id="{8C758D84-CCCF-EEA5-F103-2C4A041BBDB6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24FE7B47-E2CA-C02D-0827-FCE00DA92D2F}"/>
              </a:ext>
            </a:extLst>
          </p:cNvPr>
          <p:cNvSpPr/>
          <p:nvPr/>
        </p:nvSpPr>
        <p:spPr>
          <a:xfrm>
            <a:off x="8828479" y="4584037"/>
            <a:ext cx="1073337" cy="106532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51AE29-1383-ABEC-470D-149787E64F07}"/>
              </a:ext>
            </a:extLst>
          </p:cNvPr>
          <p:cNvSpPr/>
          <p:nvPr/>
        </p:nvSpPr>
        <p:spPr>
          <a:xfrm>
            <a:off x="8881332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C1CBC3-0888-CBD1-F570-7FDFB4376B2F}"/>
              </a:ext>
            </a:extLst>
          </p:cNvPr>
          <p:cNvSpPr/>
          <p:nvPr/>
        </p:nvSpPr>
        <p:spPr>
          <a:xfrm>
            <a:off x="9195036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D5D4D1E-3A33-1A3C-2B1C-AEC9D375BC32}"/>
              </a:ext>
            </a:extLst>
          </p:cNvPr>
          <p:cNvGrpSpPr/>
          <p:nvPr/>
        </p:nvGrpSpPr>
        <p:grpSpPr>
          <a:xfrm>
            <a:off x="1263915" y="4584037"/>
            <a:ext cx="1073337" cy="1065326"/>
            <a:chOff x="2317687" y="4636602"/>
            <a:chExt cx="923454" cy="923454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9FB57657-75FF-361D-264C-70E2B0A8F591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89F2BF6-5F47-DAB1-9871-0BFE46304B3C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507F6409-1F19-F4F2-0000-ECDB66A7947F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BD6D5BD-D6AD-924B-E394-66790E8681DA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F0DD694-C7D9-718D-BE8E-6255639509C9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B8582F08-C05E-54C7-0EFE-AD950BF6A96C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BE36D8C-81DC-F036-CE20-92C71814901B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31" name="Chord 30">
              <a:extLst>
                <a:ext uri="{FF2B5EF4-FFF2-40B4-BE49-F238E27FC236}">
                  <a16:creationId xmlns:a16="http://schemas.microsoft.com/office/drawing/2014/main" id="{0E2321E1-B16E-B486-B1C8-284F0B0330FF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D15E9802-2E6E-94E1-B964-06CDBC101662}"/>
              </a:ext>
            </a:extLst>
          </p:cNvPr>
          <p:cNvSpPr/>
          <p:nvPr/>
        </p:nvSpPr>
        <p:spPr>
          <a:xfrm>
            <a:off x="1316768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7B51414-3F59-4BB1-5524-9478F38960BA}"/>
              </a:ext>
            </a:extLst>
          </p:cNvPr>
          <p:cNvSpPr/>
          <p:nvPr/>
        </p:nvSpPr>
        <p:spPr>
          <a:xfrm>
            <a:off x="1630472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50" name="Picture 2" descr="Small arm | Types, Descriptions, History, &amp; Facts | Britannica">
            <a:extLst>
              <a:ext uri="{FF2B5EF4-FFF2-40B4-BE49-F238E27FC236}">
                <a16:creationId xmlns:a16="http://schemas.microsoft.com/office/drawing/2014/main" id="{DB0DACD6-CC30-617C-8A00-190498900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backgroundMark x1="47688" y1="51202" x2="47688" y2="512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272690" y="4524961"/>
            <a:ext cx="1027380" cy="721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6155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52321-05AD-4AC3-D92C-85AB0662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26C30-FF9C-7ED8-A765-6106F1E64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BFDBF9-FE82-CD86-E64B-58A15AE39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813"/>
            <a:ext cx="12192000" cy="66271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0A7507-8BDC-FCD1-CE82-E6C9EFC238F8}"/>
              </a:ext>
            </a:extLst>
          </p:cNvPr>
          <p:cNvSpPr txBox="1"/>
          <p:nvPr/>
        </p:nvSpPr>
        <p:spPr>
          <a:xfrm>
            <a:off x="2317687" y="5767057"/>
            <a:ext cx="6192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The projectile movement system only controls the movement…</a:t>
            </a:r>
          </a:p>
        </p:txBody>
      </p:sp>
    </p:spTree>
    <p:extLst>
      <p:ext uri="{BB962C8B-B14F-4D97-AF65-F5344CB8AC3E}">
        <p14:creationId xmlns:p14="http://schemas.microsoft.com/office/powerpoint/2010/main" val="3536218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D2DEE-62AD-1430-5959-25331C1B3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402D610-C3E4-DA96-D2AC-5A15CA5D1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B8F86B-57E9-75AA-403C-D2CCF8772D98}"/>
              </a:ext>
            </a:extLst>
          </p:cNvPr>
          <p:cNvSpPr txBox="1"/>
          <p:nvPr/>
        </p:nvSpPr>
        <p:spPr>
          <a:xfrm>
            <a:off x="2317687" y="5767057"/>
            <a:ext cx="6192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The collider controls it…</a:t>
            </a:r>
          </a:p>
        </p:txBody>
      </p:sp>
    </p:spTree>
    <p:extLst>
      <p:ext uri="{BB962C8B-B14F-4D97-AF65-F5344CB8AC3E}">
        <p14:creationId xmlns:p14="http://schemas.microsoft.com/office/powerpoint/2010/main" val="2390481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221CC-D9AF-3EC3-5512-91B931D07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9987752-902C-45D3-201F-7B881D36F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1E12D5-147D-2518-D343-291558179945}"/>
              </a:ext>
            </a:extLst>
          </p:cNvPr>
          <p:cNvSpPr txBox="1"/>
          <p:nvPr/>
        </p:nvSpPr>
        <p:spPr>
          <a:xfrm>
            <a:off x="2317687" y="5767057"/>
            <a:ext cx="6192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>
                    <a:lumMod val="85000"/>
                  </a:schemeClr>
                </a:solidFill>
              </a:rPr>
              <a:t>CCD Mode or Continuous Collision Detection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21E6C661-7184-DE36-1EC5-5FF2A270457B}"/>
              </a:ext>
            </a:extLst>
          </p:cNvPr>
          <p:cNvSpPr/>
          <p:nvPr/>
        </p:nvSpPr>
        <p:spPr>
          <a:xfrm>
            <a:off x="7921783" y="4499571"/>
            <a:ext cx="1376126" cy="2534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24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5B4B1-20ED-1209-7FAA-32B51BEDF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difference…</a:t>
            </a:r>
          </a:p>
        </p:txBody>
      </p:sp>
      <p:pic>
        <p:nvPicPr>
          <p:cNvPr id="4" name="Picture 2" descr="Bullet Bill | The United Organization Toons Heroes Wiki | Fandom">
            <a:extLst>
              <a:ext uri="{FF2B5EF4-FFF2-40B4-BE49-F238E27FC236}">
                <a16:creationId xmlns:a16="http://schemas.microsoft.com/office/drawing/2014/main" id="{1A15D6FB-9615-40E8-B722-12385744A7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38200" y="2974869"/>
            <a:ext cx="1044993" cy="104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F8CB2FF-1182-4EA2-2E26-3C98EB8F4B7B}"/>
              </a:ext>
            </a:extLst>
          </p:cNvPr>
          <p:cNvSpPr txBox="1">
            <a:spLocks/>
          </p:cNvSpPr>
          <p:nvPr/>
        </p:nvSpPr>
        <p:spPr>
          <a:xfrm>
            <a:off x="838200" y="1080660"/>
            <a:ext cx="10076411" cy="1757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Without CCD we don’t check between movements…</a:t>
            </a:r>
          </a:p>
          <a:p>
            <a:r>
              <a:rPr lang="en-GB" dirty="0"/>
              <a:t>The number of samples is constant per movement…</a:t>
            </a:r>
          </a:p>
          <a:p>
            <a:r>
              <a:rPr lang="en-GB" dirty="0"/>
              <a:t>So slow Speeds are fine…</a:t>
            </a:r>
          </a:p>
        </p:txBody>
      </p:sp>
      <p:pic>
        <p:nvPicPr>
          <p:cNvPr id="7" name="Picture 2" descr="Bullet Bill | The United Organization Toons Heroes Wiki | Fandom">
            <a:extLst>
              <a:ext uri="{FF2B5EF4-FFF2-40B4-BE49-F238E27FC236}">
                <a16:creationId xmlns:a16="http://schemas.microsoft.com/office/drawing/2014/main" id="{845E34A8-7D3E-F7DE-719D-29ACFE6ED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67825" y="2974867"/>
            <a:ext cx="1044993" cy="104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Bullet Bill | The United Organization Toons Heroes Wiki | Fandom">
            <a:extLst>
              <a:ext uri="{FF2B5EF4-FFF2-40B4-BE49-F238E27FC236}">
                <a16:creationId xmlns:a16="http://schemas.microsoft.com/office/drawing/2014/main" id="{805E706B-D693-4A2D-772C-C542C52AC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497450" y="2974865"/>
            <a:ext cx="1044993" cy="104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Bullet Bill | The United Organization Toons Heroes Wiki | Fandom">
            <a:extLst>
              <a:ext uri="{FF2B5EF4-FFF2-40B4-BE49-F238E27FC236}">
                <a16:creationId xmlns:a16="http://schemas.microsoft.com/office/drawing/2014/main" id="{7C9DEFCF-9009-E84F-2D01-FD6259CCD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09991" y="2974863"/>
            <a:ext cx="1044993" cy="104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Bullet Bill | The United Organization Toons Heroes Wiki | Fandom">
            <a:extLst>
              <a:ext uri="{FF2B5EF4-FFF2-40B4-BE49-F238E27FC236}">
                <a16:creationId xmlns:a16="http://schemas.microsoft.com/office/drawing/2014/main" id="{F99A25A2-CEF0-EF28-9BFA-D858FD378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122532" y="2974863"/>
            <a:ext cx="1044993" cy="104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244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A9FEA-3884-E811-D72F-CDF431710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24C36-C66D-C958-0EF7-91B2C6C92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difference…</a:t>
            </a:r>
          </a:p>
        </p:txBody>
      </p:sp>
      <p:pic>
        <p:nvPicPr>
          <p:cNvPr id="4" name="Picture 2" descr="Bullet Bill | The United Organization Toons Heroes Wiki | Fandom">
            <a:extLst>
              <a:ext uri="{FF2B5EF4-FFF2-40B4-BE49-F238E27FC236}">
                <a16:creationId xmlns:a16="http://schemas.microsoft.com/office/drawing/2014/main" id="{AD71FA3F-C333-7033-E2C6-1850F6DC98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38200" y="2974869"/>
            <a:ext cx="1044993" cy="104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CD1F63-E104-324D-AFBC-54E48E171C78}"/>
              </a:ext>
            </a:extLst>
          </p:cNvPr>
          <p:cNvSpPr txBox="1">
            <a:spLocks/>
          </p:cNvSpPr>
          <p:nvPr/>
        </p:nvSpPr>
        <p:spPr>
          <a:xfrm>
            <a:off x="838200" y="1080660"/>
            <a:ext cx="10076411" cy="1757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Fast Speeds however leave gaps…</a:t>
            </a:r>
          </a:p>
        </p:txBody>
      </p:sp>
      <p:pic>
        <p:nvPicPr>
          <p:cNvPr id="7" name="Picture 2" descr="Bullet Bill | The United Organization Toons Heroes Wiki | Fandom">
            <a:extLst>
              <a:ext uri="{FF2B5EF4-FFF2-40B4-BE49-F238E27FC236}">
                <a16:creationId xmlns:a16="http://schemas.microsoft.com/office/drawing/2014/main" id="{BD757E0D-BA91-0E43-59B1-6C6567552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67825" y="2974867"/>
            <a:ext cx="1044993" cy="104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Bullet Bill | The United Organization Toons Heroes Wiki | Fandom">
            <a:extLst>
              <a:ext uri="{FF2B5EF4-FFF2-40B4-BE49-F238E27FC236}">
                <a16:creationId xmlns:a16="http://schemas.microsoft.com/office/drawing/2014/main" id="{419E5A5A-EB37-E5F1-07DF-2914FDFE4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497450" y="2974865"/>
            <a:ext cx="1044993" cy="104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Bullet Bill | The United Organization Toons Heroes Wiki | Fandom">
            <a:extLst>
              <a:ext uri="{FF2B5EF4-FFF2-40B4-BE49-F238E27FC236}">
                <a16:creationId xmlns:a16="http://schemas.microsoft.com/office/drawing/2014/main" id="{32CD312D-BD98-8F74-A4C0-D0CDCDDA4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09991" y="2974863"/>
            <a:ext cx="1044993" cy="104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Bullet Bill | The United Organization Toons Heroes Wiki | Fandom">
            <a:extLst>
              <a:ext uri="{FF2B5EF4-FFF2-40B4-BE49-F238E27FC236}">
                <a16:creationId xmlns:a16="http://schemas.microsoft.com/office/drawing/2014/main" id="{C496F848-F596-3CA5-FC59-1AEA63730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122532" y="2974863"/>
            <a:ext cx="1044993" cy="104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0422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3.7037E-6 L 0.64674 -3.7037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331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3.7037E-6 L 0.45768 -3.7037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878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3.7037E-6 L 0.29844 -3.7037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22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3.7037E-6 L 0.14727 -3.7037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3183D-3B2C-F3A7-58A1-0F7DC6B1F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36957-CB17-2254-202F-C89C6FC5D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difference…</a:t>
            </a:r>
          </a:p>
        </p:txBody>
      </p:sp>
      <p:pic>
        <p:nvPicPr>
          <p:cNvPr id="4" name="Picture 2" descr="Bullet Bill | The United Organization Toons Heroes Wiki | Fandom">
            <a:extLst>
              <a:ext uri="{FF2B5EF4-FFF2-40B4-BE49-F238E27FC236}">
                <a16:creationId xmlns:a16="http://schemas.microsoft.com/office/drawing/2014/main" id="{F0DFE9C5-A4D0-C474-B582-985B739B963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38200" y="2974869"/>
            <a:ext cx="1044993" cy="104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0831E6F-AE91-FA59-CF3E-238D57A1EAB0}"/>
              </a:ext>
            </a:extLst>
          </p:cNvPr>
          <p:cNvSpPr txBox="1">
            <a:spLocks/>
          </p:cNvSpPr>
          <p:nvPr/>
        </p:nvSpPr>
        <p:spPr>
          <a:xfrm>
            <a:off x="838200" y="1080660"/>
            <a:ext cx="10076411" cy="17574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CCD traces the path of the object across the whole movement…</a:t>
            </a:r>
          </a:p>
          <a:p>
            <a:r>
              <a:rPr lang="en-GB" dirty="0"/>
              <a:t>Removes the gaps.</a:t>
            </a:r>
          </a:p>
          <a:p>
            <a:r>
              <a:rPr lang="en-GB" dirty="0"/>
              <a:t>But </a:t>
            </a:r>
            <a:r>
              <a:rPr lang="en-GB" b="1" dirty="0"/>
              <a:t>MUCH</a:t>
            </a:r>
            <a:r>
              <a:rPr lang="en-GB" dirty="0"/>
              <a:t> more expensive…</a:t>
            </a:r>
          </a:p>
        </p:txBody>
      </p:sp>
      <p:pic>
        <p:nvPicPr>
          <p:cNvPr id="3" name="Picture 2" descr="Bullet Bill | The United Organization Toons Heroes Wiki | Fandom">
            <a:extLst>
              <a:ext uri="{FF2B5EF4-FFF2-40B4-BE49-F238E27FC236}">
                <a16:creationId xmlns:a16="http://schemas.microsoft.com/office/drawing/2014/main" id="{E337FA0F-54AD-FD4A-FF5C-3F3352AA3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869618" y="2974869"/>
            <a:ext cx="1044993" cy="104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E62AD2-0133-9D7A-0FFA-7FD736422B13}"/>
              </a:ext>
            </a:extLst>
          </p:cNvPr>
          <p:cNvCxnSpPr>
            <a:cxnSpLocks/>
          </p:cNvCxnSpPr>
          <p:nvPr/>
        </p:nvCxnSpPr>
        <p:spPr>
          <a:xfrm>
            <a:off x="905347" y="3177766"/>
            <a:ext cx="9678154" cy="0"/>
          </a:xfrm>
          <a:prstGeom prst="line">
            <a:avLst/>
          </a:prstGeom>
          <a:ln w="76200">
            <a:solidFill>
              <a:srgbClr val="00B0F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E19CE2-608A-EB22-7B49-A3CC992028BD}"/>
              </a:ext>
            </a:extLst>
          </p:cNvPr>
          <p:cNvCxnSpPr>
            <a:cxnSpLocks/>
          </p:cNvCxnSpPr>
          <p:nvPr/>
        </p:nvCxnSpPr>
        <p:spPr>
          <a:xfrm>
            <a:off x="905347" y="3800947"/>
            <a:ext cx="9678154" cy="0"/>
          </a:xfrm>
          <a:prstGeom prst="line">
            <a:avLst/>
          </a:prstGeom>
          <a:ln w="76200">
            <a:solidFill>
              <a:srgbClr val="00B0F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8974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A3872-DB46-7580-A31E-CF71FFAEB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77AC6-C8F9-7609-9DD2-B179840B2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difference…</a:t>
            </a:r>
          </a:p>
        </p:txBody>
      </p:sp>
      <p:pic>
        <p:nvPicPr>
          <p:cNvPr id="4" name="Picture 2" descr="Bullet Bill | The United Organization Toons Heroes Wiki | Fandom">
            <a:extLst>
              <a:ext uri="{FF2B5EF4-FFF2-40B4-BE49-F238E27FC236}">
                <a16:creationId xmlns:a16="http://schemas.microsoft.com/office/drawing/2014/main" id="{FBF4DE14-34B9-E76E-4986-88D253AB0A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38200" y="2974869"/>
            <a:ext cx="1044993" cy="104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AFCB42-B4E8-C6E9-802F-6C23DE14190A}"/>
              </a:ext>
            </a:extLst>
          </p:cNvPr>
          <p:cNvSpPr txBox="1">
            <a:spLocks/>
          </p:cNvSpPr>
          <p:nvPr/>
        </p:nvSpPr>
        <p:spPr>
          <a:xfrm>
            <a:off x="838200" y="1080660"/>
            <a:ext cx="10076411" cy="17574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CCD traces the path of the object across the whole movement…</a:t>
            </a:r>
          </a:p>
          <a:p>
            <a:r>
              <a:rPr lang="en-GB" dirty="0"/>
              <a:t>Removes the gaps.</a:t>
            </a:r>
          </a:p>
          <a:p>
            <a:r>
              <a:rPr lang="en-GB" dirty="0"/>
              <a:t>But </a:t>
            </a:r>
            <a:r>
              <a:rPr lang="en-GB" b="1" dirty="0"/>
              <a:t>MUCH</a:t>
            </a:r>
            <a:r>
              <a:rPr lang="en-GB" dirty="0"/>
              <a:t> more expensive…</a:t>
            </a:r>
          </a:p>
        </p:txBody>
      </p:sp>
      <p:pic>
        <p:nvPicPr>
          <p:cNvPr id="3" name="Picture 2" descr="Bullet Bill | The United Organization Toons Heroes Wiki | Fandom">
            <a:extLst>
              <a:ext uri="{FF2B5EF4-FFF2-40B4-BE49-F238E27FC236}">
                <a16:creationId xmlns:a16="http://schemas.microsoft.com/office/drawing/2014/main" id="{902A6904-FD67-730A-40CC-861878D9E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869618" y="2974869"/>
            <a:ext cx="1044993" cy="104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55BAE7-D3BA-721D-408D-AF6EDD83AC15}"/>
              </a:ext>
            </a:extLst>
          </p:cNvPr>
          <p:cNvCxnSpPr>
            <a:cxnSpLocks/>
          </p:cNvCxnSpPr>
          <p:nvPr/>
        </p:nvCxnSpPr>
        <p:spPr>
          <a:xfrm>
            <a:off x="905347" y="3177766"/>
            <a:ext cx="9678154" cy="0"/>
          </a:xfrm>
          <a:prstGeom prst="line">
            <a:avLst/>
          </a:prstGeom>
          <a:ln w="76200">
            <a:solidFill>
              <a:srgbClr val="00B0F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99B3898-E9BF-1E2F-0131-3FA2DC4BD621}"/>
              </a:ext>
            </a:extLst>
          </p:cNvPr>
          <p:cNvCxnSpPr>
            <a:cxnSpLocks/>
          </p:cNvCxnSpPr>
          <p:nvPr/>
        </p:nvCxnSpPr>
        <p:spPr>
          <a:xfrm>
            <a:off x="905347" y="3800947"/>
            <a:ext cx="9678154" cy="0"/>
          </a:xfrm>
          <a:prstGeom prst="line">
            <a:avLst/>
          </a:prstGeom>
          <a:ln w="76200">
            <a:solidFill>
              <a:srgbClr val="00B0F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3BE0DFA-E866-8EF9-DFA5-606F984CD6BD}"/>
              </a:ext>
            </a:extLst>
          </p:cNvPr>
          <p:cNvSpPr txBox="1">
            <a:spLocks/>
          </p:cNvSpPr>
          <p:nvPr/>
        </p:nvSpPr>
        <p:spPr>
          <a:xfrm>
            <a:off x="838199" y="4084902"/>
            <a:ext cx="10076411" cy="1757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 Fast-moving objects benefit from this but it can cause bugs due to the speed involved at the end of the collision.  </a:t>
            </a:r>
          </a:p>
        </p:txBody>
      </p:sp>
    </p:spTree>
    <p:extLst>
      <p:ext uri="{BB962C8B-B14F-4D97-AF65-F5344CB8AC3E}">
        <p14:creationId xmlns:p14="http://schemas.microsoft.com/office/powerpoint/2010/main" val="3929890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03B12-65D6-07F2-4688-919CE244C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Extreme Speed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D85C8-6FB5-2176-57E8-7D4007F2A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Sometimes, a weapon may have near-instant speed through an environment.</a:t>
            </a:r>
          </a:p>
          <a:p>
            <a:endParaRPr lang="en-GB" dirty="0"/>
          </a:p>
          <a:p>
            <a:r>
              <a:rPr lang="en-GB" dirty="0"/>
              <a:t>So fast that spawning a projectile is just pointless.</a:t>
            </a:r>
          </a:p>
          <a:p>
            <a:pPr lvl="1"/>
            <a:r>
              <a:rPr lang="en-GB" dirty="0"/>
              <a:t>The object exists in the environment for 1 frame.</a:t>
            </a:r>
          </a:p>
          <a:p>
            <a:pPr lvl="1"/>
            <a:r>
              <a:rPr lang="en-GB" dirty="0"/>
              <a:t>Thus, the bullet is created and destroyed in the same frame.</a:t>
            </a:r>
          </a:p>
          <a:p>
            <a:pPr lvl="1"/>
            <a:r>
              <a:rPr lang="en-GB" dirty="0"/>
              <a:t>And objects moving that fast cause problems for the simulation.</a:t>
            </a:r>
          </a:p>
          <a:p>
            <a:pPr lvl="1"/>
            <a:endParaRPr lang="en-GB" dirty="0"/>
          </a:p>
          <a:p>
            <a:r>
              <a:rPr lang="en-GB" dirty="0"/>
              <a:t>So do we need to spawn them?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9334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F9BC6-3672-3F08-43D9-A80C2547D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“Hit scan”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59B75-1868-A105-D401-83DFFD4C4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Fire a ray into the environment. </a:t>
            </a:r>
          </a:p>
          <a:p>
            <a:endParaRPr lang="en-GB" dirty="0"/>
          </a:p>
          <a:p>
            <a:r>
              <a:rPr lang="en-GB" dirty="0"/>
              <a:t>Return the hits and resolve them.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But, it makes the weapon feel like a laser beam.</a:t>
            </a:r>
          </a:p>
          <a:p>
            <a:endParaRPr lang="en-GB" dirty="0"/>
          </a:p>
          <a:p>
            <a:r>
              <a:rPr lang="en-GB" dirty="0"/>
              <a:t>Generally long-range weapons like snipers in arcade games.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75CD369-E38A-F57B-C640-0D58BF3EC8B0}"/>
              </a:ext>
            </a:extLst>
          </p:cNvPr>
          <p:cNvGrpSpPr/>
          <p:nvPr/>
        </p:nvGrpSpPr>
        <p:grpSpPr>
          <a:xfrm>
            <a:off x="945243" y="5027908"/>
            <a:ext cx="1073337" cy="1065326"/>
            <a:chOff x="2317687" y="4636602"/>
            <a:chExt cx="923454" cy="92345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E8356C6-5ADC-BFAC-D788-C9CF5030A1B1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6866BC2-5658-D153-C4ED-444E7B5F3B69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DF22AB4-EDD3-EC4D-EA50-DC262AED6DAB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336A1DC1-92F9-4D7E-666C-109428DD9E21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5777923-A315-328B-81FC-43F148645D3F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8993D60-6DFF-51CF-AB60-8FBD6ED01448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9165CB4-4DC3-7CF7-AF80-1A9F2A36C71C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Chord 7">
              <a:extLst>
                <a:ext uri="{FF2B5EF4-FFF2-40B4-BE49-F238E27FC236}">
                  <a16:creationId xmlns:a16="http://schemas.microsoft.com/office/drawing/2014/main" id="{8F7716F2-8327-BE6C-C9EB-D692487B19D5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A24F2A9-0986-2092-286F-2FE17F3CECE9}"/>
              </a:ext>
            </a:extLst>
          </p:cNvPr>
          <p:cNvGrpSpPr/>
          <p:nvPr/>
        </p:nvGrpSpPr>
        <p:grpSpPr>
          <a:xfrm>
            <a:off x="9877390" y="4982186"/>
            <a:ext cx="1073337" cy="1065326"/>
            <a:chOff x="2317687" y="4636602"/>
            <a:chExt cx="923454" cy="923454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919322D-6E46-9AB1-4555-508C80A7CFA5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13AA843-8BD8-E23B-5557-CAD7FF5DC53B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5BB75A9E-BABD-155F-CC7B-5267439B6AF2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D2AD6715-68E0-826A-CA70-7954E949B960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DEA4562-E3DF-0B4E-ADE2-88F289E6D857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86AB17B-7365-9C77-475E-D35A089A5946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5E5408C4-F2D8-D3A6-CFD6-E15AA41D16C1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0" name="Chord 19">
              <a:extLst>
                <a:ext uri="{FF2B5EF4-FFF2-40B4-BE49-F238E27FC236}">
                  <a16:creationId xmlns:a16="http://schemas.microsoft.com/office/drawing/2014/main" id="{53D357A6-CB0B-C842-51A9-4F5835EB3D53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F855395-5D01-96BA-B12F-F5DA942FD295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2011611" y="5514849"/>
            <a:ext cx="786577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The Best Sniper Rifles Ever Made | Outdoor Life">
            <a:extLst>
              <a:ext uri="{FF2B5EF4-FFF2-40B4-BE49-F238E27FC236}">
                <a16:creationId xmlns:a16="http://schemas.microsoft.com/office/drawing/2014/main" id="{B09F6FBE-019B-ABB0-D891-5B802907B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2" b="89744" l="5309" r="96139">
                        <a14:foregroundMark x1="8687" y1="58974" x2="8687" y2="58974"/>
                        <a14:foregroundMark x1="5309" y1="61538" x2="5309" y2="61538"/>
                        <a14:foregroundMark x1="57143" y1="23077" x2="57143" y2="23077"/>
                        <a14:foregroundMark x1="92664" y1="43305" x2="92664" y2="43305"/>
                        <a14:foregroundMark x1="96139" y1="43305" x2="96139" y2="43305"/>
                        <a14:foregroundMark x1="73842" y1="36752" x2="73842" y2="36752"/>
                        <a14:foregroundMark x1="74614" y1="36182" x2="74614" y2="36182"/>
                        <a14:foregroundMark x1="75483" y1="36752" x2="75483" y2="36752"/>
                        <a14:foregroundMark x1="70174" y1="36752" x2="70174" y2="36752"/>
                        <a14:foregroundMark x1="69208" y1="36467" x2="69208" y2="36467"/>
                        <a14:foregroundMark x1="68340" y1="36467" x2="68340" y2="36467"/>
                        <a14:foregroundMark x1="72008" y1="36467" x2="72008" y2="36467"/>
                        <a14:foregroundMark x1="65541" y1="36467" x2="65541" y2="36467"/>
                        <a14:foregroundMark x1="64768" y1="36752" x2="64768" y2="36752"/>
                        <a14:foregroundMark x1="68919" y1="37892" x2="68919" y2="37892"/>
                        <a14:foregroundMark x1="66892" y1="37037" x2="66892" y2="37037"/>
                        <a14:backgroundMark x1="67085" y1="36752" x2="67085" y2="36752"/>
                        <a14:backgroundMark x1="66988" y1="36467" x2="66988" y2="36467"/>
                        <a14:backgroundMark x1="74614" y1="35613" x2="74614" y2="35613"/>
                        <a14:backgroundMark x1="72104" y1="35613" x2="72104" y2="356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725" y="5173316"/>
            <a:ext cx="2286000" cy="774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Flowchart: Summing Junction 27">
            <a:extLst>
              <a:ext uri="{FF2B5EF4-FFF2-40B4-BE49-F238E27FC236}">
                <a16:creationId xmlns:a16="http://schemas.microsoft.com/office/drawing/2014/main" id="{059F187A-ADE7-AB80-C09D-44CAE101E23B}"/>
              </a:ext>
            </a:extLst>
          </p:cNvPr>
          <p:cNvSpPr/>
          <p:nvPr/>
        </p:nvSpPr>
        <p:spPr>
          <a:xfrm>
            <a:off x="9734556" y="5363402"/>
            <a:ext cx="302887" cy="302887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7595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EDEA8-A98A-78D9-0A9E-39CECDC85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Where do bullets come from?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0763C-624A-D899-0F43-FFD0A7474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They are actors…</a:t>
            </a:r>
          </a:p>
          <a:p>
            <a:endParaRPr lang="en-GB" dirty="0"/>
          </a:p>
          <a:p>
            <a:r>
              <a:rPr lang="en-GB" dirty="0"/>
              <a:t>But seriously where does the bullet come from?</a:t>
            </a:r>
          </a:p>
        </p:txBody>
      </p:sp>
      <p:pic>
        <p:nvPicPr>
          <p:cNvPr id="4" name="Picture 2" descr="The Best Sniper Rifles Ever Made | Outdoor Life">
            <a:extLst>
              <a:ext uri="{FF2B5EF4-FFF2-40B4-BE49-F238E27FC236}">
                <a16:creationId xmlns:a16="http://schemas.microsoft.com/office/drawing/2014/main" id="{8417430C-8A66-CEFB-3E17-222ECC8E8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2" b="89744" l="5309" r="96139">
                        <a14:foregroundMark x1="8687" y1="58974" x2="8687" y2="58974"/>
                        <a14:foregroundMark x1="5309" y1="61538" x2="5309" y2="61538"/>
                        <a14:foregroundMark x1="57143" y1="23077" x2="57143" y2="23077"/>
                        <a14:foregroundMark x1="92664" y1="43305" x2="92664" y2="43305"/>
                        <a14:foregroundMark x1="96139" y1="43305" x2="96139" y2="43305"/>
                        <a14:foregroundMark x1="73842" y1="36752" x2="73842" y2="36752"/>
                        <a14:foregroundMark x1="74614" y1="36182" x2="74614" y2="36182"/>
                        <a14:foregroundMark x1="75483" y1="36752" x2="75483" y2="36752"/>
                        <a14:foregroundMark x1="70174" y1="36752" x2="70174" y2="36752"/>
                        <a14:foregroundMark x1="69208" y1="36467" x2="69208" y2="36467"/>
                        <a14:foregroundMark x1="68340" y1="36467" x2="68340" y2="36467"/>
                        <a14:foregroundMark x1="72008" y1="36467" x2="72008" y2="36467"/>
                        <a14:foregroundMark x1="65541" y1="36467" x2="65541" y2="36467"/>
                        <a14:foregroundMark x1="64768" y1="36752" x2="64768" y2="36752"/>
                        <a14:foregroundMark x1="68919" y1="37892" x2="68919" y2="37892"/>
                        <a14:foregroundMark x1="66892" y1="37037" x2="66892" y2="37037"/>
                        <a14:backgroundMark x1="67085" y1="36752" x2="67085" y2="36752"/>
                        <a14:backgroundMark x1="66988" y1="36467" x2="66988" y2="36467"/>
                        <a14:backgroundMark x1="74614" y1="35613" x2="74614" y2="35613"/>
                        <a14:backgroundMark x1="72104" y1="35613" x2="72104" y2="356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724" y="2484549"/>
            <a:ext cx="10222075" cy="3463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711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032FA-CA40-5A2E-6A19-8563437B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F4326-3FA7-7595-C575-B6384839F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Where do bullets come from?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70541-22A9-0A63-436C-B29CC03B4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Modern guns are usually skeletal meshes.</a:t>
            </a:r>
          </a:p>
          <a:p>
            <a:endParaRPr lang="en-GB" dirty="0"/>
          </a:p>
          <a:p>
            <a:r>
              <a:rPr lang="en-GB" dirty="0"/>
              <a:t>They have bones for animations allowing animations for bolts </a:t>
            </a:r>
            <a:r>
              <a:rPr lang="en-GB" dirty="0" err="1"/>
              <a:t>ect</a:t>
            </a:r>
            <a:r>
              <a:rPr lang="en-GB" dirty="0"/>
              <a:t>.</a:t>
            </a:r>
          </a:p>
        </p:txBody>
      </p:sp>
      <p:pic>
        <p:nvPicPr>
          <p:cNvPr id="4" name="Picture 2" descr="The Best Sniper Rifles Ever Made | Outdoor Life">
            <a:extLst>
              <a:ext uri="{FF2B5EF4-FFF2-40B4-BE49-F238E27FC236}">
                <a16:creationId xmlns:a16="http://schemas.microsoft.com/office/drawing/2014/main" id="{AB252D34-8013-7158-5361-952C00C48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2" b="89744" l="5309" r="96139">
                        <a14:foregroundMark x1="8687" y1="58974" x2="8687" y2="58974"/>
                        <a14:foregroundMark x1="5309" y1="61538" x2="5309" y2="61538"/>
                        <a14:foregroundMark x1="57143" y1="23077" x2="57143" y2="23077"/>
                        <a14:foregroundMark x1="92664" y1="43305" x2="92664" y2="43305"/>
                        <a14:foregroundMark x1="96139" y1="43305" x2="96139" y2="43305"/>
                        <a14:foregroundMark x1="73842" y1="36752" x2="73842" y2="36752"/>
                        <a14:foregroundMark x1="74614" y1="36182" x2="74614" y2="36182"/>
                        <a14:foregroundMark x1="75483" y1="36752" x2="75483" y2="36752"/>
                        <a14:foregroundMark x1="70174" y1="36752" x2="70174" y2="36752"/>
                        <a14:foregroundMark x1="69208" y1="36467" x2="69208" y2="36467"/>
                        <a14:foregroundMark x1="68340" y1="36467" x2="68340" y2="36467"/>
                        <a14:foregroundMark x1="72008" y1="36467" x2="72008" y2="36467"/>
                        <a14:foregroundMark x1="65541" y1="36467" x2="65541" y2="36467"/>
                        <a14:foregroundMark x1="64768" y1="36752" x2="64768" y2="36752"/>
                        <a14:foregroundMark x1="68919" y1="37892" x2="68919" y2="37892"/>
                        <a14:foregroundMark x1="66892" y1="37037" x2="66892" y2="37037"/>
                        <a14:backgroundMark x1="67085" y1="36752" x2="67085" y2="36752"/>
                        <a14:backgroundMark x1="66988" y1="36467" x2="66988" y2="36467"/>
                        <a14:backgroundMark x1="74614" y1="35613" x2="74614" y2="35613"/>
                        <a14:backgroundMark x1="72104" y1="35613" x2="72104" y2="356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724" y="2484549"/>
            <a:ext cx="10222075" cy="3463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56661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08354-FBD6-117E-9C09-5FAA9BF2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A6805-5625-7E93-4329-60A363A50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Where do bullets come from?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603DB-FF4E-575C-0708-1492C1662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means we can add sockets to bones.</a:t>
            </a:r>
          </a:p>
          <a:p>
            <a:endParaRPr lang="en-GB" dirty="0"/>
          </a:p>
          <a:p>
            <a:r>
              <a:rPr lang="en-GB" dirty="0"/>
              <a:t>Sockets are just vector points in space </a:t>
            </a:r>
          </a:p>
        </p:txBody>
      </p:sp>
      <p:pic>
        <p:nvPicPr>
          <p:cNvPr id="4" name="Picture 2" descr="The Best Sniper Rifles Ever Made | Outdoor Life">
            <a:extLst>
              <a:ext uri="{FF2B5EF4-FFF2-40B4-BE49-F238E27FC236}">
                <a16:creationId xmlns:a16="http://schemas.microsoft.com/office/drawing/2014/main" id="{A81BEA3D-8D04-1C3B-C071-C2FC44C5F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2" b="89744" l="5309" r="96139">
                        <a14:foregroundMark x1="8687" y1="58974" x2="8687" y2="58974"/>
                        <a14:foregroundMark x1="5309" y1="61538" x2="5309" y2="61538"/>
                        <a14:foregroundMark x1="57143" y1="23077" x2="57143" y2="23077"/>
                        <a14:foregroundMark x1="92664" y1="43305" x2="92664" y2="43305"/>
                        <a14:foregroundMark x1="96139" y1="43305" x2="96139" y2="43305"/>
                        <a14:foregroundMark x1="73842" y1="36752" x2="73842" y2="36752"/>
                        <a14:foregroundMark x1="74614" y1="36182" x2="74614" y2="36182"/>
                        <a14:foregroundMark x1="75483" y1="36752" x2="75483" y2="36752"/>
                        <a14:foregroundMark x1="70174" y1="36752" x2="70174" y2="36752"/>
                        <a14:foregroundMark x1="69208" y1="36467" x2="69208" y2="36467"/>
                        <a14:foregroundMark x1="68340" y1="36467" x2="68340" y2="36467"/>
                        <a14:foregroundMark x1="72008" y1="36467" x2="72008" y2="36467"/>
                        <a14:foregroundMark x1="65541" y1="36467" x2="65541" y2="36467"/>
                        <a14:foregroundMark x1="64768" y1="36752" x2="64768" y2="36752"/>
                        <a14:foregroundMark x1="68919" y1="37892" x2="68919" y2="37892"/>
                        <a14:foregroundMark x1="66892" y1="37037" x2="66892" y2="37037"/>
                        <a14:backgroundMark x1="67085" y1="36752" x2="67085" y2="36752"/>
                        <a14:backgroundMark x1="66988" y1="36467" x2="66988" y2="36467"/>
                        <a14:backgroundMark x1="74614" y1="35613" x2="74614" y2="35613"/>
                        <a14:backgroundMark x1="72104" y1="35613" x2="72104" y2="356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724" y="2484549"/>
            <a:ext cx="10222075" cy="3463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lowchart: Summing Junction 4">
            <a:extLst>
              <a:ext uri="{FF2B5EF4-FFF2-40B4-BE49-F238E27FC236}">
                <a16:creationId xmlns:a16="http://schemas.microsoft.com/office/drawing/2014/main" id="{525C0CEE-C033-0C6C-4DF1-E752E559FDCD}"/>
              </a:ext>
            </a:extLst>
          </p:cNvPr>
          <p:cNvSpPr/>
          <p:nvPr/>
        </p:nvSpPr>
        <p:spPr>
          <a:xfrm>
            <a:off x="10711439" y="3832231"/>
            <a:ext cx="287501" cy="287501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594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3EC3C3-3852-28AD-BF25-F59B0A552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D6C1BA-11AB-F932-83A3-865187660749}"/>
              </a:ext>
            </a:extLst>
          </p:cNvPr>
          <p:cNvSpPr txBox="1"/>
          <p:nvPr/>
        </p:nvSpPr>
        <p:spPr>
          <a:xfrm>
            <a:off x="4772026" y="4533900"/>
            <a:ext cx="4191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Sockets belong to meshes, NOT the gun objects.</a:t>
            </a:r>
          </a:p>
          <a:p>
            <a:endParaRPr lang="en-GB" dirty="0"/>
          </a:p>
          <a:p>
            <a:r>
              <a:rPr lang="en-GB" dirty="0"/>
              <a:t>Sockets are attached to bones, so as the bone moves the socket moves too</a:t>
            </a:r>
          </a:p>
        </p:txBody>
      </p:sp>
    </p:spTree>
    <p:extLst>
      <p:ext uri="{BB962C8B-B14F-4D97-AF65-F5344CB8AC3E}">
        <p14:creationId xmlns:p14="http://schemas.microsoft.com/office/powerpoint/2010/main" val="10818608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4BF2A-6F15-355B-F0DA-B3B246A1D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0DE01-7CC7-29FD-91F3-FFDBA3B4C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Where do bullets come from?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8DF06-452C-7C54-8940-AA5FB3490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most cases this is fine, however…</a:t>
            </a:r>
          </a:p>
        </p:txBody>
      </p:sp>
      <p:pic>
        <p:nvPicPr>
          <p:cNvPr id="4" name="Picture 2" descr="The Best Sniper Rifles Ever Made | Outdoor Life">
            <a:extLst>
              <a:ext uri="{FF2B5EF4-FFF2-40B4-BE49-F238E27FC236}">
                <a16:creationId xmlns:a16="http://schemas.microsoft.com/office/drawing/2014/main" id="{51E05C63-DE8B-3B64-8963-CFA3841A8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2" b="89744" l="5309" r="96139">
                        <a14:foregroundMark x1="8687" y1="58974" x2="8687" y2="58974"/>
                        <a14:foregroundMark x1="5309" y1="61538" x2="5309" y2="61538"/>
                        <a14:foregroundMark x1="57143" y1="23077" x2="57143" y2="23077"/>
                        <a14:foregroundMark x1="92664" y1="43305" x2="92664" y2="43305"/>
                        <a14:foregroundMark x1="96139" y1="43305" x2="96139" y2="43305"/>
                        <a14:foregroundMark x1="73842" y1="36752" x2="73842" y2="36752"/>
                        <a14:foregroundMark x1="74614" y1="36182" x2="74614" y2="36182"/>
                        <a14:foregroundMark x1="75483" y1="36752" x2="75483" y2="36752"/>
                        <a14:foregroundMark x1="70174" y1="36752" x2="70174" y2="36752"/>
                        <a14:foregroundMark x1="69208" y1="36467" x2="69208" y2="36467"/>
                        <a14:foregroundMark x1="68340" y1="36467" x2="68340" y2="36467"/>
                        <a14:foregroundMark x1="72008" y1="36467" x2="72008" y2="36467"/>
                        <a14:foregroundMark x1="65541" y1="36467" x2="65541" y2="36467"/>
                        <a14:foregroundMark x1="64768" y1="36752" x2="64768" y2="36752"/>
                        <a14:foregroundMark x1="68919" y1="37892" x2="68919" y2="37892"/>
                        <a14:foregroundMark x1="66892" y1="37037" x2="66892" y2="37037"/>
                        <a14:backgroundMark x1="67085" y1="36752" x2="67085" y2="36752"/>
                        <a14:backgroundMark x1="66988" y1="36467" x2="66988" y2="36467"/>
                        <a14:backgroundMark x1="74614" y1="35613" x2="74614" y2="35613"/>
                        <a14:backgroundMark x1="72104" y1="35613" x2="72104" y2="356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724" y="2484549"/>
            <a:ext cx="10222075" cy="3463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lowchart: Summing Junction 4">
            <a:extLst>
              <a:ext uri="{FF2B5EF4-FFF2-40B4-BE49-F238E27FC236}">
                <a16:creationId xmlns:a16="http://schemas.microsoft.com/office/drawing/2014/main" id="{34552BCE-0092-714D-913C-70761E6D13E5}"/>
              </a:ext>
            </a:extLst>
          </p:cNvPr>
          <p:cNvSpPr/>
          <p:nvPr/>
        </p:nvSpPr>
        <p:spPr>
          <a:xfrm>
            <a:off x="10711439" y="3832231"/>
            <a:ext cx="287501" cy="287501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2480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F3266-6E2E-9EDB-EB63-915833330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1A5B3-CC68-2B5E-3E72-556558365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In ADS Mode…</a:t>
            </a:r>
          </a:p>
        </p:txBody>
      </p:sp>
      <p:pic>
        <p:nvPicPr>
          <p:cNvPr id="4" name="Picture 4" descr="I wish more games had scopes like this : r/gaming">
            <a:extLst>
              <a:ext uri="{FF2B5EF4-FFF2-40B4-BE49-F238E27FC236}">
                <a16:creationId xmlns:a16="http://schemas.microsoft.com/office/drawing/2014/main" id="{F665EE8A-5313-B30F-7F08-1C8180B02B8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9216"/>
            <a:ext cx="11163300" cy="5860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lowchart: Summing Junction 5">
            <a:extLst>
              <a:ext uri="{FF2B5EF4-FFF2-40B4-BE49-F238E27FC236}">
                <a16:creationId xmlns:a16="http://schemas.microsoft.com/office/drawing/2014/main" id="{4DC6C081-882E-ED17-4C76-207402914173}"/>
              </a:ext>
            </a:extLst>
          </p:cNvPr>
          <p:cNvSpPr/>
          <p:nvPr/>
        </p:nvSpPr>
        <p:spPr>
          <a:xfrm>
            <a:off x="5704955" y="4933950"/>
            <a:ext cx="342900" cy="342900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84557C13-7629-6BAC-E6A8-8BBFD5A0C99C}"/>
              </a:ext>
            </a:extLst>
          </p:cNvPr>
          <p:cNvSpPr/>
          <p:nvPr/>
        </p:nvSpPr>
        <p:spPr>
          <a:xfrm rot="16200000">
            <a:off x="4219575" y="4010025"/>
            <a:ext cx="533400" cy="21907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AAAB4D-8DEC-5601-4F2E-455B6CB36B3B}"/>
              </a:ext>
            </a:extLst>
          </p:cNvPr>
          <p:cNvSpPr txBox="1"/>
          <p:nvPr/>
        </p:nvSpPr>
        <p:spPr>
          <a:xfrm>
            <a:off x="990600" y="4907518"/>
            <a:ext cx="24003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Shots land here</a:t>
            </a:r>
          </a:p>
        </p:txBody>
      </p:sp>
    </p:spTree>
    <p:extLst>
      <p:ext uri="{BB962C8B-B14F-4D97-AF65-F5344CB8AC3E}">
        <p14:creationId xmlns:p14="http://schemas.microsoft.com/office/powerpoint/2010/main" val="36947857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BF9FB-2B6C-5583-8F66-F187082F5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In ADS Mode…</a:t>
            </a:r>
          </a:p>
        </p:txBody>
      </p:sp>
      <p:pic>
        <p:nvPicPr>
          <p:cNvPr id="4" name="Picture 4" descr="I wish more games had scopes like this : r/gaming">
            <a:extLst>
              <a:ext uri="{FF2B5EF4-FFF2-40B4-BE49-F238E27FC236}">
                <a16:creationId xmlns:a16="http://schemas.microsoft.com/office/drawing/2014/main" id="{EADF4CC5-F067-1718-836E-4047C9E0C18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9216"/>
            <a:ext cx="11163300" cy="5860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lowchart: Summing Junction 5">
            <a:extLst>
              <a:ext uri="{FF2B5EF4-FFF2-40B4-BE49-F238E27FC236}">
                <a16:creationId xmlns:a16="http://schemas.microsoft.com/office/drawing/2014/main" id="{C84BF7F6-2E0B-61A3-F5BD-078F6D1654FE}"/>
              </a:ext>
            </a:extLst>
          </p:cNvPr>
          <p:cNvSpPr/>
          <p:nvPr/>
        </p:nvSpPr>
        <p:spPr>
          <a:xfrm>
            <a:off x="5704955" y="4933950"/>
            <a:ext cx="342900" cy="342900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lowchart: Summing Junction 6">
            <a:extLst>
              <a:ext uri="{FF2B5EF4-FFF2-40B4-BE49-F238E27FC236}">
                <a16:creationId xmlns:a16="http://schemas.microsoft.com/office/drawing/2014/main" id="{272D7197-8CDA-69B3-3583-3D113266F924}"/>
              </a:ext>
            </a:extLst>
          </p:cNvPr>
          <p:cNvSpPr/>
          <p:nvPr/>
        </p:nvSpPr>
        <p:spPr>
          <a:xfrm>
            <a:off x="5704955" y="3881482"/>
            <a:ext cx="342900" cy="342900"/>
          </a:xfrm>
          <a:prstGeom prst="flowChartSummingJuncti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982B9D10-B83D-E9B7-2402-D7F1205089CB}"/>
              </a:ext>
            </a:extLst>
          </p:cNvPr>
          <p:cNvSpPr/>
          <p:nvPr/>
        </p:nvSpPr>
        <p:spPr>
          <a:xfrm rot="16200000">
            <a:off x="4219575" y="4010025"/>
            <a:ext cx="533400" cy="21907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EE2B29-E0DB-6743-8509-BAD05FD2B111}"/>
              </a:ext>
            </a:extLst>
          </p:cNvPr>
          <p:cNvSpPr txBox="1"/>
          <p:nvPr/>
        </p:nvSpPr>
        <p:spPr>
          <a:xfrm>
            <a:off x="990600" y="4907518"/>
            <a:ext cx="24003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Shots land here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22EADD28-615E-AA9D-6A87-2D857A6A2FEA}"/>
              </a:ext>
            </a:extLst>
          </p:cNvPr>
          <p:cNvSpPr/>
          <p:nvPr/>
        </p:nvSpPr>
        <p:spPr>
          <a:xfrm rot="16200000">
            <a:off x="4257675" y="2966698"/>
            <a:ext cx="533400" cy="21907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7372CE-2E6A-CEDA-98AD-59F523AC617C}"/>
              </a:ext>
            </a:extLst>
          </p:cNvPr>
          <p:cNvSpPr txBox="1"/>
          <p:nvPr/>
        </p:nvSpPr>
        <p:spPr>
          <a:xfrm>
            <a:off x="1028700" y="3864191"/>
            <a:ext cx="240030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Not here…</a:t>
            </a:r>
          </a:p>
        </p:txBody>
      </p:sp>
    </p:spTree>
    <p:extLst>
      <p:ext uri="{BB962C8B-B14F-4D97-AF65-F5344CB8AC3E}">
        <p14:creationId xmlns:p14="http://schemas.microsoft.com/office/powerpoint/2010/main" val="1866739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118A3-3E71-C8E0-7974-38F4C0145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DE499-0E34-C260-67BF-212743D42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Where do bullets come from?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570E6-4237-ADEA-DFEA-88F7A55A0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So, this is problematic</a:t>
            </a:r>
          </a:p>
        </p:txBody>
      </p:sp>
      <p:pic>
        <p:nvPicPr>
          <p:cNvPr id="4" name="Picture 2" descr="The Best Sniper Rifles Ever Made | Outdoor Life">
            <a:extLst>
              <a:ext uri="{FF2B5EF4-FFF2-40B4-BE49-F238E27FC236}">
                <a16:creationId xmlns:a16="http://schemas.microsoft.com/office/drawing/2014/main" id="{238A56ED-9DA3-F401-E68E-BECCF445E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2" b="89744" l="5309" r="96139">
                        <a14:foregroundMark x1="8687" y1="58974" x2="8687" y2="58974"/>
                        <a14:foregroundMark x1="5309" y1="61538" x2="5309" y2="61538"/>
                        <a14:foregroundMark x1="57143" y1="23077" x2="57143" y2="23077"/>
                        <a14:foregroundMark x1="92664" y1="43305" x2="92664" y2="43305"/>
                        <a14:foregroundMark x1="96139" y1="43305" x2="96139" y2="43305"/>
                        <a14:foregroundMark x1="73842" y1="36752" x2="73842" y2="36752"/>
                        <a14:foregroundMark x1="74614" y1="36182" x2="74614" y2="36182"/>
                        <a14:foregroundMark x1="75483" y1="36752" x2="75483" y2="36752"/>
                        <a14:foregroundMark x1="70174" y1="36752" x2="70174" y2="36752"/>
                        <a14:foregroundMark x1="69208" y1="36467" x2="69208" y2="36467"/>
                        <a14:foregroundMark x1="68340" y1="36467" x2="68340" y2="36467"/>
                        <a14:foregroundMark x1="72008" y1="36467" x2="72008" y2="36467"/>
                        <a14:foregroundMark x1="65541" y1="36467" x2="65541" y2="36467"/>
                        <a14:foregroundMark x1="64768" y1="36752" x2="64768" y2="36752"/>
                        <a14:foregroundMark x1="68919" y1="37892" x2="68919" y2="37892"/>
                        <a14:foregroundMark x1="66892" y1="37037" x2="66892" y2="37037"/>
                        <a14:backgroundMark x1="67085" y1="36752" x2="67085" y2="36752"/>
                        <a14:backgroundMark x1="66988" y1="36467" x2="66988" y2="36467"/>
                        <a14:backgroundMark x1="74614" y1="35613" x2="74614" y2="35613"/>
                        <a14:backgroundMark x1="72104" y1="35613" x2="72104" y2="356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724" y="2484549"/>
            <a:ext cx="10222075" cy="3463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62D12D3-55E2-D764-F0AC-4A075727432C}"/>
              </a:ext>
            </a:extLst>
          </p:cNvPr>
          <p:cNvCxnSpPr/>
          <p:nvPr/>
        </p:nvCxnSpPr>
        <p:spPr>
          <a:xfrm>
            <a:off x="4143375" y="3352800"/>
            <a:ext cx="756285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31C26D-2D98-1602-600B-035052AA78E1}"/>
              </a:ext>
            </a:extLst>
          </p:cNvPr>
          <p:cNvCxnSpPr>
            <a:cxnSpLocks/>
          </p:cNvCxnSpPr>
          <p:nvPr/>
        </p:nvCxnSpPr>
        <p:spPr>
          <a:xfrm>
            <a:off x="10914611" y="3981450"/>
            <a:ext cx="79161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3038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807B1-FAA2-C976-036C-19CA03211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CE87D-8AAF-A364-9695-65F090B93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Where do bullets come from?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46B27-81F2-9A28-452C-91F803142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sight direction is adjusted to make the lines converge at a single point setting the range of the weapon.</a:t>
            </a:r>
          </a:p>
          <a:p>
            <a:endParaRPr lang="en-GB" dirty="0"/>
          </a:p>
          <a:p>
            <a:r>
              <a:rPr lang="en-GB" dirty="0"/>
              <a:t>Means the sight is accurate at that range but off at all others requiring compensation.</a:t>
            </a:r>
          </a:p>
        </p:txBody>
      </p:sp>
      <p:pic>
        <p:nvPicPr>
          <p:cNvPr id="4" name="Picture 2" descr="The Best Sniper Rifles Ever Made | Outdoor Life">
            <a:extLst>
              <a:ext uri="{FF2B5EF4-FFF2-40B4-BE49-F238E27FC236}">
                <a16:creationId xmlns:a16="http://schemas.microsoft.com/office/drawing/2014/main" id="{FC2B460D-5345-F12E-D14E-81C01688A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2" b="89744" l="5309" r="96139">
                        <a14:foregroundMark x1="8687" y1="58974" x2="8687" y2="58974"/>
                        <a14:foregroundMark x1="5309" y1="61538" x2="5309" y2="61538"/>
                        <a14:foregroundMark x1="57143" y1="23077" x2="57143" y2="23077"/>
                        <a14:foregroundMark x1="92664" y1="43305" x2="92664" y2="43305"/>
                        <a14:foregroundMark x1="96139" y1="43305" x2="96139" y2="43305"/>
                        <a14:foregroundMark x1="73842" y1="36752" x2="73842" y2="36752"/>
                        <a14:foregroundMark x1="74614" y1="36182" x2="74614" y2="36182"/>
                        <a14:foregroundMark x1="75483" y1="36752" x2="75483" y2="36752"/>
                        <a14:foregroundMark x1="70174" y1="36752" x2="70174" y2="36752"/>
                        <a14:foregroundMark x1="69208" y1="36467" x2="69208" y2="36467"/>
                        <a14:foregroundMark x1="68340" y1="36467" x2="68340" y2="36467"/>
                        <a14:foregroundMark x1="72008" y1="36467" x2="72008" y2="36467"/>
                        <a14:foregroundMark x1="65541" y1="36467" x2="65541" y2="36467"/>
                        <a14:foregroundMark x1="64768" y1="36752" x2="64768" y2="36752"/>
                        <a14:foregroundMark x1="68919" y1="37892" x2="68919" y2="37892"/>
                        <a14:foregroundMark x1="66892" y1="37037" x2="66892" y2="37037"/>
                        <a14:backgroundMark x1="67085" y1="36752" x2="67085" y2="36752"/>
                        <a14:backgroundMark x1="66988" y1="36467" x2="66988" y2="36467"/>
                        <a14:backgroundMark x1="74614" y1="35613" x2="74614" y2="35613"/>
                        <a14:backgroundMark x1="72104" y1="35613" x2="72104" y2="356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10" y="4829178"/>
            <a:ext cx="3128704" cy="106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7DE287E-0A9D-DD1B-5BCA-E85F54A5E449}"/>
              </a:ext>
            </a:extLst>
          </p:cNvPr>
          <p:cNvCxnSpPr>
            <a:cxnSpLocks/>
          </p:cNvCxnSpPr>
          <p:nvPr/>
        </p:nvCxnSpPr>
        <p:spPr>
          <a:xfrm>
            <a:off x="2255213" y="5105400"/>
            <a:ext cx="909858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637790-E909-0F8C-A01C-9BF25097B0CF}"/>
              </a:ext>
            </a:extLst>
          </p:cNvPr>
          <p:cNvCxnSpPr>
            <a:cxnSpLocks/>
          </p:cNvCxnSpPr>
          <p:nvPr/>
        </p:nvCxnSpPr>
        <p:spPr>
          <a:xfrm>
            <a:off x="3438525" y="5286375"/>
            <a:ext cx="79152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15307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7415B-E26E-49AC-562E-86DE53DE3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80D69-77F3-3585-0B4C-F64364275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There is another slightly cheeky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CE32E-9409-B41B-824B-45C8EEABD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Nothing says the bullet has to come from the barrel…</a:t>
            </a:r>
          </a:p>
          <a:p>
            <a:endParaRPr lang="en-GB" dirty="0"/>
          </a:p>
          <a:p>
            <a:r>
              <a:rPr lang="en-GB" dirty="0"/>
              <a:t>So, if you spawn it from the sight point…</a:t>
            </a:r>
          </a:p>
          <a:p>
            <a:endParaRPr lang="en-GB" dirty="0"/>
          </a:p>
          <a:p>
            <a:r>
              <a:rPr lang="en-GB" dirty="0"/>
              <a:t>Perfect accuracy!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2" descr="The Best Sniper Rifles Ever Made | Outdoor Life">
            <a:extLst>
              <a:ext uri="{FF2B5EF4-FFF2-40B4-BE49-F238E27FC236}">
                <a16:creationId xmlns:a16="http://schemas.microsoft.com/office/drawing/2014/main" id="{944EDDAE-6B52-1C75-B242-36A49DB6B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2" b="89744" l="5309" r="96139">
                        <a14:foregroundMark x1="8687" y1="58974" x2="8687" y2="58974"/>
                        <a14:foregroundMark x1="5309" y1="61538" x2="5309" y2="61538"/>
                        <a14:foregroundMark x1="57143" y1="23077" x2="57143" y2="23077"/>
                        <a14:foregroundMark x1="92664" y1="43305" x2="92664" y2="43305"/>
                        <a14:foregroundMark x1="96139" y1="43305" x2="96139" y2="43305"/>
                        <a14:foregroundMark x1="73842" y1="36752" x2="73842" y2="36752"/>
                        <a14:foregroundMark x1="74614" y1="36182" x2="74614" y2="36182"/>
                        <a14:foregroundMark x1="75483" y1="36752" x2="75483" y2="36752"/>
                        <a14:foregroundMark x1="70174" y1="36752" x2="70174" y2="36752"/>
                        <a14:foregroundMark x1="69208" y1="36467" x2="69208" y2="36467"/>
                        <a14:foregroundMark x1="68340" y1="36467" x2="68340" y2="36467"/>
                        <a14:foregroundMark x1="72008" y1="36467" x2="72008" y2="36467"/>
                        <a14:foregroundMark x1="65541" y1="36467" x2="65541" y2="36467"/>
                        <a14:foregroundMark x1="64768" y1="36752" x2="64768" y2="36752"/>
                        <a14:foregroundMark x1="68919" y1="37892" x2="68919" y2="37892"/>
                        <a14:foregroundMark x1="66892" y1="37037" x2="66892" y2="37037"/>
                        <a14:backgroundMark x1="67085" y1="36752" x2="67085" y2="36752"/>
                        <a14:backgroundMark x1="66988" y1="36467" x2="66988" y2="36467"/>
                        <a14:backgroundMark x1="74614" y1="35613" x2="74614" y2="35613"/>
                        <a14:backgroundMark x1="72104" y1="35613" x2="72104" y2="356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410" y="4829178"/>
            <a:ext cx="3128704" cy="106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456021B-F33A-CC04-FAA5-BBB4F9AD40B9}"/>
              </a:ext>
            </a:extLst>
          </p:cNvPr>
          <p:cNvCxnSpPr>
            <a:cxnSpLocks/>
          </p:cNvCxnSpPr>
          <p:nvPr/>
        </p:nvCxnSpPr>
        <p:spPr>
          <a:xfrm>
            <a:off x="2255213" y="5105400"/>
            <a:ext cx="909858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6327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3C143-53A9-DA87-CCC5-101B6ECEF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39C99-0B9D-F1B5-4A6B-3DA1A8A11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Hurt boxes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15598-B407-97A7-A3B9-35AE63BB2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Sometimes, however, you need to get up close and personal…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86D9283-B96C-57E9-A4CD-A5C9EE905CF6}"/>
              </a:ext>
            </a:extLst>
          </p:cNvPr>
          <p:cNvGrpSpPr/>
          <p:nvPr/>
        </p:nvGrpSpPr>
        <p:grpSpPr>
          <a:xfrm>
            <a:off x="8828479" y="4584037"/>
            <a:ext cx="1073337" cy="1065326"/>
            <a:chOff x="2317687" y="4636602"/>
            <a:chExt cx="923454" cy="92345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703D59E-61FF-F543-CCA9-AA3CAFF17F8E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B572884-761B-C03A-60DE-8FEF3E63FFC2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3BDFCCCB-C6C6-1271-45AE-E065DA9BED30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593817FB-D158-83E1-1A7F-FD760D73143F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655AF9F-91F5-603C-B70B-0A91C92D4821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F2BB201-0B52-2BB0-89CB-BFD202336486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37B183B-3364-0863-086F-94528AFAAAFA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Chord 7">
              <a:extLst>
                <a:ext uri="{FF2B5EF4-FFF2-40B4-BE49-F238E27FC236}">
                  <a16:creationId xmlns:a16="http://schemas.microsoft.com/office/drawing/2014/main" id="{ABB9AB3D-89BB-D17E-59F1-238BD47F2B21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929FAE50-6178-DCD7-E5F4-6E47A54C9133}"/>
              </a:ext>
            </a:extLst>
          </p:cNvPr>
          <p:cNvSpPr/>
          <p:nvPr/>
        </p:nvSpPr>
        <p:spPr>
          <a:xfrm>
            <a:off x="8828479" y="4584037"/>
            <a:ext cx="1073337" cy="1065326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CD57E6-A36A-6896-18FE-AE2D0C4F0598}"/>
              </a:ext>
            </a:extLst>
          </p:cNvPr>
          <p:cNvSpPr/>
          <p:nvPr/>
        </p:nvSpPr>
        <p:spPr>
          <a:xfrm>
            <a:off x="8881332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B630D9-5856-28E0-C964-E0DF0701FD89}"/>
              </a:ext>
            </a:extLst>
          </p:cNvPr>
          <p:cNvSpPr/>
          <p:nvPr/>
        </p:nvSpPr>
        <p:spPr>
          <a:xfrm>
            <a:off x="9195036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A98D546-00F4-8107-18FA-C404E4CB3AFB}"/>
              </a:ext>
            </a:extLst>
          </p:cNvPr>
          <p:cNvGrpSpPr/>
          <p:nvPr/>
        </p:nvGrpSpPr>
        <p:grpSpPr>
          <a:xfrm>
            <a:off x="1216847" y="4424037"/>
            <a:ext cx="1073337" cy="1065326"/>
            <a:chOff x="2317687" y="4636602"/>
            <a:chExt cx="923454" cy="923454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E65BE4DE-5957-846E-709E-BFAEF58BEC7B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23B03C8-5CE8-D859-94C3-600627BCA92F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1C67288A-EDBB-21F3-BF10-F2F3BD8F93CD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D3A668AC-9638-08E0-B30B-E4A66A86B193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E75183D-DC99-4F76-E044-74BAE4DF36D0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13C23441-AE2E-FFBA-7D69-48609291B8C1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75CA382A-80CF-F576-32E9-2D71A6AD7CB1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31" name="Chord 30">
              <a:extLst>
                <a:ext uri="{FF2B5EF4-FFF2-40B4-BE49-F238E27FC236}">
                  <a16:creationId xmlns:a16="http://schemas.microsoft.com/office/drawing/2014/main" id="{AFFCDEC0-C79A-362A-7B3B-E2F9B21A0BAB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420EB6B3-2657-0D6E-E69F-3FBA9AF8E52B}"/>
              </a:ext>
            </a:extLst>
          </p:cNvPr>
          <p:cNvSpPr/>
          <p:nvPr/>
        </p:nvSpPr>
        <p:spPr>
          <a:xfrm>
            <a:off x="1269700" y="422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200E66-745F-D5DE-5649-D62BC8A6D1CD}"/>
              </a:ext>
            </a:extLst>
          </p:cNvPr>
          <p:cNvSpPr/>
          <p:nvPr/>
        </p:nvSpPr>
        <p:spPr>
          <a:xfrm>
            <a:off x="1583404" y="422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91668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18FA5-6FFD-1BAD-488B-318A4E1B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0C6A8-8553-36EB-5E32-119C7861F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Jeremy has a sword!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A0102-2B9A-9631-6866-053436467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 may have made a terrible mistake…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FF92055-7C34-40CC-9E12-04F5B13E3A1E}"/>
              </a:ext>
            </a:extLst>
          </p:cNvPr>
          <p:cNvGrpSpPr/>
          <p:nvPr/>
        </p:nvGrpSpPr>
        <p:grpSpPr>
          <a:xfrm>
            <a:off x="8828479" y="4584037"/>
            <a:ext cx="1073337" cy="1065326"/>
            <a:chOff x="2317687" y="4636602"/>
            <a:chExt cx="923454" cy="92345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B183DE9-E450-3757-A53A-17EFBF9042E3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13C5D6-BCFE-EBFD-DE1A-BCBAE253E6B1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3F33E58C-60B0-B5B5-331E-1FE4CEB64394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DD80761F-F731-AD22-4B88-628EB19C0F86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62987DA-8314-99DC-925A-245988B88B4A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636E997-FA49-8CB9-D295-706DBE6C33B4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43D0986-133E-A4E9-C909-88FDFB26F686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Chord 7">
              <a:extLst>
                <a:ext uri="{FF2B5EF4-FFF2-40B4-BE49-F238E27FC236}">
                  <a16:creationId xmlns:a16="http://schemas.microsoft.com/office/drawing/2014/main" id="{43E2A223-D834-2B3D-BB84-77E99A508B12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129E215-5410-73F9-F858-316ED7364BA5}"/>
              </a:ext>
            </a:extLst>
          </p:cNvPr>
          <p:cNvSpPr/>
          <p:nvPr/>
        </p:nvSpPr>
        <p:spPr>
          <a:xfrm>
            <a:off x="8828479" y="4584037"/>
            <a:ext cx="1073337" cy="106532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CE24E9-BA58-1BE5-5497-7CB1C7BE2CF3}"/>
              </a:ext>
            </a:extLst>
          </p:cNvPr>
          <p:cNvSpPr/>
          <p:nvPr/>
        </p:nvSpPr>
        <p:spPr>
          <a:xfrm>
            <a:off x="8881332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0AA3C2-5943-920F-CDD0-22A7B34144EF}"/>
              </a:ext>
            </a:extLst>
          </p:cNvPr>
          <p:cNvSpPr/>
          <p:nvPr/>
        </p:nvSpPr>
        <p:spPr>
          <a:xfrm>
            <a:off x="9195036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713F921-6B6F-B4AA-1050-83827D9BF7A0}"/>
              </a:ext>
            </a:extLst>
          </p:cNvPr>
          <p:cNvGrpSpPr/>
          <p:nvPr/>
        </p:nvGrpSpPr>
        <p:grpSpPr>
          <a:xfrm>
            <a:off x="1216847" y="4424037"/>
            <a:ext cx="1073337" cy="1065326"/>
            <a:chOff x="2317687" y="4636602"/>
            <a:chExt cx="923454" cy="923454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8EFCB17B-DED1-DE91-0AEA-3F72BB52F469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5A7AA25-D549-0DB1-D80D-46585A10603D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5F4AEF1-4866-3568-1360-3CE83FFC148C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C70918C2-83C1-6F52-6BF6-6B0319B20ABF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85ED3BB-3D53-5C1D-4EA1-F55D4387F137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9EBF08B-4A49-5419-A2EE-03B2ABB28B20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71408D73-3E3C-6C77-8AAA-191ED90DBE99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31" name="Chord 30">
              <a:extLst>
                <a:ext uri="{FF2B5EF4-FFF2-40B4-BE49-F238E27FC236}">
                  <a16:creationId xmlns:a16="http://schemas.microsoft.com/office/drawing/2014/main" id="{8B0B0D46-C474-A381-9BE9-6FD5E6C2CBFB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006E0D3F-40FF-67DB-6956-5C6796A088F2}"/>
              </a:ext>
            </a:extLst>
          </p:cNvPr>
          <p:cNvSpPr/>
          <p:nvPr/>
        </p:nvSpPr>
        <p:spPr>
          <a:xfrm>
            <a:off x="1269700" y="422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C4B5960-2FA2-82D2-99C6-10737032ACD1}"/>
              </a:ext>
            </a:extLst>
          </p:cNvPr>
          <p:cNvSpPr/>
          <p:nvPr/>
        </p:nvSpPr>
        <p:spPr>
          <a:xfrm>
            <a:off x="1583404" y="422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Black Polypropylene Full Contact Excalibur Long Sword 41.7&quot;">
            <a:extLst>
              <a:ext uri="{FF2B5EF4-FFF2-40B4-BE49-F238E27FC236}">
                <a16:creationId xmlns:a16="http://schemas.microsoft.com/office/drawing/2014/main" id="{5E89714D-426B-033E-F6FE-80081DBC9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9474" r="90000">
                        <a14:foregroundMark x1="9474" y1="16842" x2="9474" y2="16842"/>
                        <a14:foregroundMark x1="89737" y1="84868" x2="89737" y2="848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734654" y="2569822"/>
            <a:ext cx="1803212" cy="180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95165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6A438-3E82-3556-9932-863372F2E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70716-5F7A-BC45-330C-163138ECF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Jeremy has a sword!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8EE8B-2FF9-56FB-A0AB-8AC8A5006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probably have made a combat model something like this…</a:t>
            </a:r>
          </a:p>
          <a:p>
            <a:endParaRPr lang="en-GB" dirty="0"/>
          </a:p>
          <a:p>
            <a:r>
              <a:rPr lang="en-GB" dirty="0"/>
              <a:t>Press button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7E6E2A-9198-6355-09FB-BC60E0764DEF}"/>
              </a:ext>
            </a:extLst>
          </p:cNvPr>
          <p:cNvGrpSpPr/>
          <p:nvPr/>
        </p:nvGrpSpPr>
        <p:grpSpPr>
          <a:xfrm>
            <a:off x="8828479" y="4584037"/>
            <a:ext cx="1073337" cy="1065326"/>
            <a:chOff x="2317687" y="4636602"/>
            <a:chExt cx="923454" cy="92345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928D313-BA9E-3999-649C-3BB9E29132BD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E44DA70-C9D4-239C-4088-38DF2F086E5E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FCBFA62-C2DF-DA06-B84F-C7CBE5237310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766B4686-5FC8-0D61-A97B-2FC64BA37F4C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50D95B7-E4E1-324E-EDF9-056F3C75E01A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3AD91DE-9FED-5EF1-B068-FA6991BA1363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F78D3C0-6F0D-B63B-8095-270395349B54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Chord 7">
              <a:extLst>
                <a:ext uri="{FF2B5EF4-FFF2-40B4-BE49-F238E27FC236}">
                  <a16:creationId xmlns:a16="http://schemas.microsoft.com/office/drawing/2014/main" id="{08F217B5-E606-FA50-ED0B-9D20DCA76D8B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406DBB3A-803D-D34F-7C9A-FBF66ADED192}"/>
              </a:ext>
            </a:extLst>
          </p:cNvPr>
          <p:cNvSpPr/>
          <p:nvPr/>
        </p:nvSpPr>
        <p:spPr>
          <a:xfrm>
            <a:off x="8828479" y="4584037"/>
            <a:ext cx="1073337" cy="106532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37FBFD-916A-66BC-ED93-E7A901590164}"/>
              </a:ext>
            </a:extLst>
          </p:cNvPr>
          <p:cNvSpPr/>
          <p:nvPr/>
        </p:nvSpPr>
        <p:spPr>
          <a:xfrm>
            <a:off x="8881332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DF623C-949C-E9FC-F3E6-F16D144AE10A}"/>
              </a:ext>
            </a:extLst>
          </p:cNvPr>
          <p:cNvSpPr/>
          <p:nvPr/>
        </p:nvSpPr>
        <p:spPr>
          <a:xfrm>
            <a:off x="9195036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9BD862B-4762-C67B-5CD5-235A8D6C250C}"/>
              </a:ext>
            </a:extLst>
          </p:cNvPr>
          <p:cNvGrpSpPr/>
          <p:nvPr/>
        </p:nvGrpSpPr>
        <p:grpSpPr>
          <a:xfrm>
            <a:off x="7573483" y="4424037"/>
            <a:ext cx="1073337" cy="1065326"/>
            <a:chOff x="2317687" y="4636602"/>
            <a:chExt cx="923454" cy="923454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D996903D-7F2E-C30C-96D7-4FD55DDFA77F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24AC545-A132-CDCE-7FCD-B2FD0B8DA4E8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E06855C-B147-2276-DD36-A7E041932C70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456EC372-573E-98E8-9AD0-5763D876FDE5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B1D94F5-0AA6-9EE9-BF92-32457FDB172B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FACC380-00FE-6D0E-02C0-1D66BAA79084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4060C3F-842D-9EC8-9515-4D4F64A5490E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31" name="Chord 30">
              <a:extLst>
                <a:ext uri="{FF2B5EF4-FFF2-40B4-BE49-F238E27FC236}">
                  <a16:creationId xmlns:a16="http://schemas.microsoft.com/office/drawing/2014/main" id="{FC070A8F-1542-D4F5-BD96-79E23DCA5FE4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18FDBA9B-DF33-87D7-64D6-0D74B7A3D248}"/>
              </a:ext>
            </a:extLst>
          </p:cNvPr>
          <p:cNvSpPr/>
          <p:nvPr/>
        </p:nvSpPr>
        <p:spPr>
          <a:xfrm>
            <a:off x="7626336" y="422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5545849-16E8-FA7E-87FB-0D1D494096B2}"/>
              </a:ext>
            </a:extLst>
          </p:cNvPr>
          <p:cNvSpPr/>
          <p:nvPr/>
        </p:nvSpPr>
        <p:spPr>
          <a:xfrm>
            <a:off x="7940040" y="422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Black Polypropylene Full Contact Excalibur Long Sword 41.7&quot;">
            <a:extLst>
              <a:ext uri="{FF2B5EF4-FFF2-40B4-BE49-F238E27FC236}">
                <a16:creationId xmlns:a16="http://schemas.microsoft.com/office/drawing/2014/main" id="{21A8C460-7CEE-00D2-B734-5C6A5D5FE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9474" r="90000">
                        <a14:foregroundMark x1="9474" y1="16842" x2="9474" y2="16842"/>
                        <a14:foregroundMark x1="89737" y1="84868" x2="89737" y2="848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7038434" y="2719456"/>
            <a:ext cx="1803212" cy="180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8646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417B4-E870-3A2C-73F9-76B0542D2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F724F-05EA-18E6-E1C0-EC0456B12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Jeremy has a sword!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C187E-9333-D5B1-20D1-7DEC582F9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probably have made a combat model something like this…</a:t>
            </a:r>
          </a:p>
          <a:p>
            <a:endParaRPr lang="en-GB" dirty="0"/>
          </a:p>
          <a:p>
            <a:r>
              <a:rPr lang="en-GB" dirty="0"/>
              <a:t>Press button…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E6AB206-E7FB-D47A-3B8F-BA32406440A7}"/>
              </a:ext>
            </a:extLst>
          </p:cNvPr>
          <p:cNvGrpSpPr/>
          <p:nvPr/>
        </p:nvGrpSpPr>
        <p:grpSpPr>
          <a:xfrm>
            <a:off x="8828479" y="4584037"/>
            <a:ext cx="1073337" cy="1065326"/>
            <a:chOff x="2317687" y="4636602"/>
            <a:chExt cx="923454" cy="92345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4CE35B1-0C6D-7A37-1B79-8C7917E25406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75D8ADA-5F41-BCD5-37AD-C7DCCB4EFF83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67AE27E-AB53-52FD-C599-587241F88F62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8F151EB-D868-AFA8-F2A4-917745B2C378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50648BA-DA53-D014-5C23-816A55D0639A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CF4290B-78FD-398A-D778-83EB98442127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6E17C0E2-FF4A-535B-0339-F11E5B00580A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Chord 7">
              <a:extLst>
                <a:ext uri="{FF2B5EF4-FFF2-40B4-BE49-F238E27FC236}">
                  <a16:creationId xmlns:a16="http://schemas.microsoft.com/office/drawing/2014/main" id="{0ABE282C-224E-4A2B-9444-5D5B08D2373F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1B12AFB5-D28B-4390-56C5-50231785A1BF}"/>
              </a:ext>
            </a:extLst>
          </p:cNvPr>
          <p:cNvSpPr/>
          <p:nvPr/>
        </p:nvSpPr>
        <p:spPr>
          <a:xfrm>
            <a:off x="8828479" y="4584037"/>
            <a:ext cx="1073337" cy="106532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87E8E-A3B5-A659-8FA0-02FD6B66D690}"/>
              </a:ext>
            </a:extLst>
          </p:cNvPr>
          <p:cNvSpPr/>
          <p:nvPr/>
        </p:nvSpPr>
        <p:spPr>
          <a:xfrm>
            <a:off x="8881332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1D797D-96D5-58A3-50CC-6D8E8F130381}"/>
              </a:ext>
            </a:extLst>
          </p:cNvPr>
          <p:cNvSpPr/>
          <p:nvPr/>
        </p:nvSpPr>
        <p:spPr>
          <a:xfrm>
            <a:off x="9195036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098A96B-B031-3AC4-821E-17A7379151E0}"/>
              </a:ext>
            </a:extLst>
          </p:cNvPr>
          <p:cNvGrpSpPr/>
          <p:nvPr/>
        </p:nvGrpSpPr>
        <p:grpSpPr>
          <a:xfrm>
            <a:off x="7573483" y="4424037"/>
            <a:ext cx="1073337" cy="1065326"/>
            <a:chOff x="2317687" y="4636602"/>
            <a:chExt cx="923454" cy="923454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392C1F85-43EF-DD95-C6FC-EFB2F8F606CF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E99C286-C9BF-12BD-5793-2E1A24A71537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A43751CE-7D40-960D-28A5-C30296736916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B866746-8F15-1C0D-774F-548C33876047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221945B-D567-6960-1379-AE75911B671A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D7B4AE27-5A85-5DBD-CE1E-55CBB6EAF948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1FFBD40D-A6DC-95B2-72C8-9A974843EAB1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31" name="Chord 30">
              <a:extLst>
                <a:ext uri="{FF2B5EF4-FFF2-40B4-BE49-F238E27FC236}">
                  <a16:creationId xmlns:a16="http://schemas.microsoft.com/office/drawing/2014/main" id="{87C8D8FC-D758-3E0B-9519-3016B70F80B4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42B16EE5-D5E3-3378-E0EA-DFC2AB7ED5BB}"/>
              </a:ext>
            </a:extLst>
          </p:cNvPr>
          <p:cNvSpPr/>
          <p:nvPr/>
        </p:nvSpPr>
        <p:spPr>
          <a:xfrm>
            <a:off x="7626336" y="422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BBDD2DF-54BF-9A7E-5433-47328035F3CA}"/>
              </a:ext>
            </a:extLst>
          </p:cNvPr>
          <p:cNvSpPr/>
          <p:nvPr/>
        </p:nvSpPr>
        <p:spPr>
          <a:xfrm>
            <a:off x="7940040" y="422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Black Polypropylene Full Contact Excalibur Long Sword 41.7&quot;">
            <a:extLst>
              <a:ext uri="{FF2B5EF4-FFF2-40B4-BE49-F238E27FC236}">
                <a16:creationId xmlns:a16="http://schemas.microsoft.com/office/drawing/2014/main" id="{BEA0AD1B-236C-B827-408E-B4634C90C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9474" r="90000">
                        <a14:foregroundMark x1="9474" y1="16842" x2="9474" y2="16842"/>
                        <a14:foregroundMark x1="89737" y1="84868" x2="89737" y2="848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7038434" y="2719456"/>
            <a:ext cx="1803212" cy="180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77355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0F487-E883-3AD7-B840-5EC6506BD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056B-B419-FD96-3028-ED43E679A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Jeremy has a sword!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43863-1BBD-AA50-B436-057BC845A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probably have made a combat model something like this…</a:t>
            </a:r>
          </a:p>
          <a:p>
            <a:endParaRPr lang="en-GB" dirty="0"/>
          </a:p>
          <a:p>
            <a:r>
              <a:rPr lang="en-GB" dirty="0"/>
              <a:t>Press button…</a:t>
            </a:r>
          </a:p>
          <a:p>
            <a:endParaRPr lang="en-GB" dirty="0"/>
          </a:p>
          <a:p>
            <a:r>
              <a:rPr lang="en-GB" dirty="0"/>
              <a:t>Deal damage to everything in front…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D3188AF-85A2-A905-C52F-BA74949DC83C}"/>
              </a:ext>
            </a:extLst>
          </p:cNvPr>
          <p:cNvGrpSpPr/>
          <p:nvPr/>
        </p:nvGrpSpPr>
        <p:grpSpPr>
          <a:xfrm>
            <a:off x="8828479" y="4584037"/>
            <a:ext cx="1073337" cy="1065326"/>
            <a:chOff x="2317687" y="4636602"/>
            <a:chExt cx="923454" cy="92345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E495876-B27B-D7EB-B0B9-D3116C950F35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9587088-E519-C3CD-E237-20DBF7B8AD2C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9AC38AE-BAE0-CC03-21A6-0BC3B95BD61B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8222A7C-BEA1-A530-F155-93167FD631A7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DCF3DFD-8696-6C2D-EBC8-4DA0A2A81933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100D311-6DE7-635C-0E17-3A5848F22AFD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FBF0194-8F50-A253-4BCD-06917A9B1F1C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Chord 7">
              <a:extLst>
                <a:ext uri="{FF2B5EF4-FFF2-40B4-BE49-F238E27FC236}">
                  <a16:creationId xmlns:a16="http://schemas.microsoft.com/office/drawing/2014/main" id="{9B095DF3-A8C6-AFDB-2688-565FC4C8EF3C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7FB9A6C-485E-0F6A-F35E-3F8009429149}"/>
              </a:ext>
            </a:extLst>
          </p:cNvPr>
          <p:cNvSpPr/>
          <p:nvPr/>
        </p:nvSpPr>
        <p:spPr>
          <a:xfrm>
            <a:off x="8828479" y="4584037"/>
            <a:ext cx="1073337" cy="106532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C155D2-E9EE-5E3C-BD44-A6B514166D79}"/>
              </a:ext>
            </a:extLst>
          </p:cNvPr>
          <p:cNvSpPr/>
          <p:nvPr/>
        </p:nvSpPr>
        <p:spPr>
          <a:xfrm>
            <a:off x="8881332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B5365C-4B31-E8F8-659B-7289C8672411}"/>
              </a:ext>
            </a:extLst>
          </p:cNvPr>
          <p:cNvSpPr/>
          <p:nvPr/>
        </p:nvSpPr>
        <p:spPr>
          <a:xfrm>
            <a:off x="9195036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ACCC608-687E-D23A-D99C-635E074032BE}"/>
              </a:ext>
            </a:extLst>
          </p:cNvPr>
          <p:cNvGrpSpPr/>
          <p:nvPr/>
        </p:nvGrpSpPr>
        <p:grpSpPr>
          <a:xfrm>
            <a:off x="7573483" y="4424037"/>
            <a:ext cx="1073337" cy="1065326"/>
            <a:chOff x="2317687" y="4636602"/>
            <a:chExt cx="923454" cy="923454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8DB7194F-CC49-35EF-B8BD-C81DB5B7AEA5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EF5FEBF-ADA7-F3F3-0FB0-67C77753C60E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1CD16F2B-072E-3B2A-6C18-D77B615FD28F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EF37670-AEA5-E210-340A-E66AB285BD65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BC03677-E1C6-6F46-BDEE-9E1AC9565B08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D34F671-5FF9-BFD2-B3C7-7AE474888A7F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72A551E2-4DF9-6984-3CFC-D84CE2B34BA3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31" name="Chord 30">
              <a:extLst>
                <a:ext uri="{FF2B5EF4-FFF2-40B4-BE49-F238E27FC236}">
                  <a16:creationId xmlns:a16="http://schemas.microsoft.com/office/drawing/2014/main" id="{CB77B9D2-AD2E-21E9-31F1-DD1DAA5313F1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772E9983-ADFD-56D6-80AA-ED3D28333544}"/>
              </a:ext>
            </a:extLst>
          </p:cNvPr>
          <p:cNvSpPr/>
          <p:nvPr/>
        </p:nvSpPr>
        <p:spPr>
          <a:xfrm>
            <a:off x="7626336" y="422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526A2A6-5C5D-4BFD-3DBE-4BE4E2FDD9B9}"/>
              </a:ext>
            </a:extLst>
          </p:cNvPr>
          <p:cNvSpPr/>
          <p:nvPr/>
        </p:nvSpPr>
        <p:spPr>
          <a:xfrm>
            <a:off x="7940040" y="422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60248E2C-C4E3-2A08-1716-5509C243511D}"/>
              </a:ext>
            </a:extLst>
          </p:cNvPr>
          <p:cNvSpPr/>
          <p:nvPr/>
        </p:nvSpPr>
        <p:spPr>
          <a:xfrm rot="2700000">
            <a:off x="9030459" y="4826621"/>
            <a:ext cx="277265" cy="277265"/>
          </a:xfrm>
          <a:prstGeom prst="plus">
            <a:avLst>
              <a:gd name="adj" fmla="val 3874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886FB769-AB38-A3A6-BF8A-1AF09F9159A1}"/>
              </a:ext>
            </a:extLst>
          </p:cNvPr>
          <p:cNvSpPr/>
          <p:nvPr/>
        </p:nvSpPr>
        <p:spPr>
          <a:xfrm rot="2700000">
            <a:off x="9407188" y="4826690"/>
            <a:ext cx="277265" cy="277265"/>
          </a:xfrm>
          <a:prstGeom prst="plus">
            <a:avLst>
              <a:gd name="adj" fmla="val 3874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Black Polypropylene Full Contact Excalibur Long Sword 41.7&quot;">
            <a:extLst>
              <a:ext uri="{FF2B5EF4-FFF2-40B4-BE49-F238E27FC236}">
                <a16:creationId xmlns:a16="http://schemas.microsoft.com/office/drawing/2014/main" id="{DFCD802E-1B03-BF8A-173A-AA56BF7F4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9474" r="90000">
                        <a14:foregroundMark x1="9474" y1="16842" x2="9474" y2="16842"/>
                        <a14:foregroundMark x1="89737" y1="84868" x2="89737" y2="848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04699" flipH="1">
            <a:off x="8293429" y="4063647"/>
            <a:ext cx="1803212" cy="180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34430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2404B-A37A-B27B-3787-EB29F336C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This is fine in some situations…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3CD44-5A66-A7A3-4869-56D21B9DF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Knife kills in cod?</a:t>
            </a:r>
          </a:p>
          <a:p>
            <a:endParaRPr lang="en-GB" dirty="0"/>
          </a:p>
          <a:p>
            <a:r>
              <a:rPr lang="en-GB" dirty="0"/>
              <a:t>Do we care if we exactly hit? Or is good enough good enough?</a:t>
            </a:r>
          </a:p>
          <a:p>
            <a:endParaRPr lang="en-GB" dirty="0"/>
          </a:p>
          <a:p>
            <a:r>
              <a:rPr lang="en-GB" dirty="0"/>
              <a:t>Sometimes, missing matters…</a:t>
            </a:r>
          </a:p>
        </p:txBody>
      </p:sp>
    </p:spTree>
    <p:extLst>
      <p:ext uri="{BB962C8B-B14F-4D97-AF65-F5344CB8AC3E}">
        <p14:creationId xmlns:p14="http://schemas.microsoft.com/office/powerpoint/2010/main" val="36908906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3912E-E0DF-4255-2BB4-AF58C4AB5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F5888-1FCC-EA0E-C8A3-AAA0F5533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Jeremy has a sword!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0FF82-0AF2-7D4B-08FE-DDC853EA8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Sometimes we don’t want to deal damage till the weapon actually hits…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B3509F5-B9BB-D245-F498-A9277F83DC48}"/>
              </a:ext>
            </a:extLst>
          </p:cNvPr>
          <p:cNvGrpSpPr/>
          <p:nvPr/>
        </p:nvGrpSpPr>
        <p:grpSpPr>
          <a:xfrm>
            <a:off x="8828479" y="4584037"/>
            <a:ext cx="1073337" cy="1065326"/>
            <a:chOff x="2317687" y="4636602"/>
            <a:chExt cx="923454" cy="92345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FA788F7-4901-5FD7-2850-AEABE82F587F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A23A122-7E7A-DC77-AC4A-48C379E6E0CA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1CF7F9A-084F-9A2D-C840-4400AB9E20C4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E6C1CA9-74D0-973D-E4B7-F266E64278C5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E6B20E6-154D-3169-2FB2-EF2EE194CA91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BA07FFC-FED7-F8FF-7B8B-9C8D48EB2234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9F4B0969-B14C-E5DE-B62F-FB97AF8BC729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Chord 7">
              <a:extLst>
                <a:ext uri="{FF2B5EF4-FFF2-40B4-BE49-F238E27FC236}">
                  <a16:creationId xmlns:a16="http://schemas.microsoft.com/office/drawing/2014/main" id="{54BAB21C-4358-9DDD-AC93-6E06DF358BF1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4D90345-717E-0318-A200-9A9A1086BC8B}"/>
              </a:ext>
            </a:extLst>
          </p:cNvPr>
          <p:cNvSpPr/>
          <p:nvPr/>
        </p:nvSpPr>
        <p:spPr>
          <a:xfrm>
            <a:off x="8828479" y="4584037"/>
            <a:ext cx="1073337" cy="106532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F256D2-B205-ED80-67D1-AB8F83B25A48}"/>
              </a:ext>
            </a:extLst>
          </p:cNvPr>
          <p:cNvSpPr/>
          <p:nvPr/>
        </p:nvSpPr>
        <p:spPr>
          <a:xfrm>
            <a:off x="8881332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DC51A2-E72F-772A-8BFF-14407F698241}"/>
              </a:ext>
            </a:extLst>
          </p:cNvPr>
          <p:cNvSpPr/>
          <p:nvPr/>
        </p:nvSpPr>
        <p:spPr>
          <a:xfrm>
            <a:off x="9195036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D445D29-DD64-B04A-7A0D-1C499917434C}"/>
              </a:ext>
            </a:extLst>
          </p:cNvPr>
          <p:cNvGrpSpPr/>
          <p:nvPr/>
        </p:nvGrpSpPr>
        <p:grpSpPr>
          <a:xfrm>
            <a:off x="7573483" y="4424037"/>
            <a:ext cx="1073337" cy="1065326"/>
            <a:chOff x="2317687" y="4636602"/>
            <a:chExt cx="923454" cy="923454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20B63128-6762-7E98-805A-484D6FF0D32D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8907581-5DAC-44F4-3969-C974CE2293BA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5BB3111-F905-D05C-351A-DDBF04AF8433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2F33E725-4129-CA5E-AB17-C4FE76BD3544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E37116C-B733-2BF2-D356-B23AA38566AF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71498DA-6629-9B7F-D066-E84B2BE88C71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B88CDCF1-8492-9664-9A1C-34621BC5AC25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31" name="Chord 30">
              <a:extLst>
                <a:ext uri="{FF2B5EF4-FFF2-40B4-BE49-F238E27FC236}">
                  <a16:creationId xmlns:a16="http://schemas.microsoft.com/office/drawing/2014/main" id="{4A120BC0-46C0-E362-9738-C851E54F0D97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466861DE-BA55-FDAC-9F87-4310B18B87B3}"/>
              </a:ext>
            </a:extLst>
          </p:cNvPr>
          <p:cNvSpPr/>
          <p:nvPr/>
        </p:nvSpPr>
        <p:spPr>
          <a:xfrm>
            <a:off x="7626336" y="422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6AD978C-845F-F3B7-B3C1-47951F1FF14C}"/>
              </a:ext>
            </a:extLst>
          </p:cNvPr>
          <p:cNvSpPr/>
          <p:nvPr/>
        </p:nvSpPr>
        <p:spPr>
          <a:xfrm>
            <a:off x="7940040" y="422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Black Polypropylene Full Contact Excalibur Long Sword 41.7&quot;">
            <a:extLst>
              <a:ext uri="{FF2B5EF4-FFF2-40B4-BE49-F238E27FC236}">
                <a16:creationId xmlns:a16="http://schemas.microsoft.com/office/drawing/2014/main" id="{C508A195-9C83-39C5-F094-6D0BA9906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9474" r="90000">
                        <a14:foregroundMark x1="9474" y1="16842" x2="9474" y2="16842"/>
                        <a14:foregroundMark x1="89737" y1="84868" x2="89737" y2="848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031464" flipH="1">
            <a:off x="7015234" y="2756494"/>
            <a:ext cx="1803212" cy="180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23214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59389-615C-06B5-5DB6-5E41BB644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5FEC-0B40-8EE7-CC55-5A32EC3F2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Jeremy has a sword!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F311A-AD38-5F45-20E2-9AC43FF13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Sometimes we don’t want to deal damage till the weapon actually hits…</a:t>
            </a:r>
          </a:p>
          <a:p>
            <a:endParaRPr lang="en-GB" dirty="0"/>
          </a:p>
          <a:p>
            <a:r>
              <a:rPr lang="en-GB" dirty="0"/>
              <a:t>This is fine, we add a hitbox to the weapon.</a:t>
            </a:r>
          </a:p>
          <a:p>
            <a:pPr lvl="1"/>
            <a:r>
              <a:rPr lang="en-GB" dirty="0"/>
              <a:t>Also affectionally known as a hurt box.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D0BF4F7-C868-F98B-5388-7DDBDB460D50}"/>
              </a:ext>
            </a:extLst>
          </p:cNvPr>
          <p:cNvGrpSpPr/>
          <p:nvPr/>
        </p:nvGrpSpPr>
        <p:grpSpPr>
          <a:xfrm>
            <a:off x="8828479" y="4584037"/>
            <a:ext cx="1073337" cy="1065326"/>
            <a:chOff x="2317687" y="4636602"/>
            <a:chExt cx="923454" cy="92345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0B502AE-F86F-B631-FEA5-5B0F3965ECB0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4EDE308-E639-D4B6-5C93-C785CBE13989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8E671FD-8EC3-530D-9427-263503664ED0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D967A59-E801-DADF-2380-2D3A3110E695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E5EE575-96B5-3455-BB64-EE83B0D03EDB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5D9D8F1-0BC3-B90B-8BA4-09979ADCD70E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DC3A89F-D493-105E-6AAB-37F69A571593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Chord 7">
              <a:extLst>
                <a:ext uri="{FF2B5EF4-FFF2-40B4-BE49-F238E27FC236}">
                  <a16:creationId xmlns:a16="http://schemas.microsoft.com/office/drawing/2014/main" id="{75C50EA6-E04C-E9F2-4E2A-D4B6BA33E165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3099F9DF-DC83-C429-5922-FF4140D3599E}"/>
              </a:ext>
            </a:extLst>
          </p:cNvPr>
          <p:cNvSpPr/>
          <p:nvPr/>
        </p:nvSpPr>
        <p:spPr>
          <a:xfrm>
            <a:off x="8828479" y="4584037"/>
            <a:ext cx="1073337" cy="106532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C47A16-C02B-99EF-EE4D-5A2B78CF32C2}"/>
              </a:ext>
            </a:extLst>
          </p:cNvPr>
          <p:cNvSpPr/>
          <p:nvPr/>
        </p:nvSpPr>
        <p:spPr>
          <a:xfrm>
            <a:off x="8881332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662ADA-2F78-F3ED-20C2-B6232A83A34D}"/>
              </a:ext>
            </a:extLst>
          </p:cNvPr>
          <p:cNvSpPr/>
          <p:nvPr/>
        </p:nvSpPr>
        <p:spPr>
          <a:xfrm>
            <a:off x="9195036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6FAFF4F-9531-94C5-D1E9-C6370BFC7082}"/>
              </a:ext>
            </a:extLst>
          </p:cNvPr>
          <p:cNvGrpSpPr/>
          <p:nvPr/>
        </p:nvGrpSpPr>
        <p:grpSpPr>
          <a:xfrm>
            <a:off x="7573483" y="4424037"/>
            <a:ext cx="1073337" cy="1065326"/>
            <a:chOff x="2317687" y="4636602"/>
            <a:chExt cx="923454" cy="923454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363E6DAB-DF61-217D-A046-9561F13CB6C1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FCAF697-943A-B929-384C-89BC1647A2E9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832B2756-C477-06D0-C57B-B0F279963414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8785CDB4-BE8F-9528-0635-9508DD7C69EC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A4DD30A-B13B-B742-37F9-B89636FDFD8C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5133EA6-6A55-6424-EA14-3C026393D5BD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5DF58E7-CB99-5DB0-E670-EE1DEF145520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31" name="Chord 30">
              <a:extLst>
                <a:ext uri="{FF2B5EF4-FFF2-40B4-BE49-F238E27FC236}">
                  <a16:creationId xmlns:a16="http://schemas.microsoft.com/office/drawing/2014/main" id="{107FE1F1-19C0-A356-C97D-75B297686B76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7C957B46-70C8-C231-2206-FC77876C0479}"/>
              </a:ext>
            </a:extLst>
          </p:cNvPr>
          <p:cNvSpPr/>
          <p:nvPr/>
        </p:nvSpPr>
        <p:spPr>
          <a:xfrm>
            <a:off x="7626336" y="422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9497569-3076-6998-0548-2469A45D78EF}"/>
              </a:ext>
            </a:extLst>
          </p:cNvPr>
          <p:cNvSpPr/>
          <p:nvPr/>
        </p:nvSpPr>
        <p:spPr>
          <a:xfrm>
            <a:off x="7940040" y="422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Black Polypropylene Full Contact Excalibur Long Sword 41.7&quot;">
            <a:extLst>
              <a:ext uri="{FF2B5EF4-FFF2-40B4-BE49-F238E27FC236}">
                <a16:creationId xmlns:a16="http://schemas.microsoft.com/office/drawing/2014/main" id="{7480625A-E0E2-2CA2-4F04-CCD79F512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9474" r="90000">
                        <a14:foregroundMark x1="9474" y1="16842" x2="9474" y2="16842"/>
                        <a14:foregroundMark x1="89737" y1="84868" x2="89737" y2="848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031464" flipH="1">
            <a:off x="7015234" y="2756494"/>
            <a:ext cx="1803212" cy="180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B7560FA-9230-DC27-CE77-4D005DFCF88F}"/>
              </a:ext>
            </a:extLst>
          </p:cNvPr>
          <p:cNvSpPr/>
          <p:nvPr/>
        </p:nvSpPr>
        <p:spPr>
          <a:xfrm rot="18973770">
            <a:off x="7585010" y="2749788"/>
            <a:ext cx="305165" cy="13728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1133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D50B4-30BB-0B05-48BA-4D4787189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F7C88-CA5A-C111-A26E-AA8C772D9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Jeremy has a sword!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BD15C-B746-B866-57F4-DAA53FD40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Sometimes we don’t want to deal damage till the weapon actually hits…</a:t>
            </a:r>
          </a:p>
          <a:p>
            <a:endParaRPr lang="en-GB" dirty="0"/>
          </a:p>
          <a:p>
            <a:r>
              <a:rPr lang="en-GB" dirty="0"/>
              <a:t>This is fine, we add a hitbox to the weapon.</a:t>
            </a:r>
          </a:p>
          <a:p>
            <a:pPr lvl="1"/>
            <a:r>
              <a:rPr lang="en-GB" dirty="0"/>
              <a:t>Also affectionally known as a hurt box.</a:t>
            </a:r>
          </a:p>
          <a:p>
            <a:pPr lvl="1"/>
            <a:endParaRPr lang="en-GB" dirty="0"/>
          </a:p>
          <a:p>
            <a:r>
              <a:rPr lang="en-GB" dirty="0"/>
              <a:t>But this adds another problem…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56A1379-92EE-3FCB-E1A9-74971974D0D6}"/>
              </a:ext>
            </a:extLst>
          </p:cNvPr>
          <p:cNvGrpSpPr/>
          <p:nvPr/>
        </p:nvGrpSpPr>
        <p:grpSpPr>
          <a:xfrm>
            <a:off x="8828479" y="4584037"/>
            <a:ext cx="1073337" cy="1065326"/>
            <a:chOff x="2317687" y="4636602"/>
            <a:chExt cx="923454" cy="92345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D03A03D-AC21-8761-3A3B-8CF35B43DA33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AC49A23-9DA5-982A-9657-872722AED880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63C5538-21F5-2A1C-659E-E0E0B26F1DB0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A641B3F-4ECB-D12B-2E10-08A81BC355CB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9830BD0-52E4-1F3D-7B04-04C95825F41D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BBCADFB1-9C72-1E50-FC86-F0A3186AA3B5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1C83967-70E7-6AA1-FDAD-7C2BE5567EB4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Chord 7">
              <a:extLst>
                <a:ext uri="{FF2B5EF4-FFF2-40B4-BE49-F238E27FC236}">
                  <a16:creationId xmlns:a16="http://schemas.microsoft.com/office/drawing/2014/main" id="{CBF420DB-0458-0BB4-5256-54827BAEA028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E03104B9-FB3C-1FA2-512E-D8B1037A3F71}"/>
              </a:ext>
            </a:extLst>
          </p:cNvPr>
          <p:cNvSpPr/>
          <p:nvPr/>
        </p:nvSpPr>
        <p:spPr>
          <a:xfrm>
            <a:off x="8828479" y="4584037"/>
            <a:ext cx="1073337" cy="106532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661BD2-AF87-0B72-165C-CE22D6EAE2EC}"/>
              </a:ext>
            </a:extLst>
          </p:cNvPr>
          <p:cNvSpPr/>
          <p:nvPr/>
        </p:nvSpPr>
        <p:spPr>
          <a:xfrm>
            <a:off x="8881332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78FD59-5624-59E4-2553-60FB92221897}"/>
              </a:ext>
            </a:extLst>
          </p:cNvPr>
          <p:cNvSpPr/>
          <p:nvPr/>
        </p:nvSpPr>
        <p:spPr>
          <a:xfrm>
            <a:off x="9195036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5110064-6184-12EB-CB71-D79F6C81FD94}"/>
              </a:ext>
            </a:extLst>
          </p:cNvPr>
          <p:cNvGrpSpPr/>
          <p:nvPr/>
        </p:nvGrpSpPr>
        <p:grpSpPr>
          <a:xfrm>
            <a:off x="7573483" y="4424037"/>
            <a:ext cx="1073337" cy="1065326"/>
            <a:chOff x="2317687" y="4636602"/>
            <a:chExt cx="923454" cy="923454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72F2D41F-6EE1-550F-4904-83717CEDC475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A0D7843-00A5-5189-7C98-5612C15D6B70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2BA37E54-E200-8C55-3E66-99744DF6145B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D3090C0C-4738-EC20-D9FE-6BFA200CA67D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02840C6-D07E-947E-E8E9-F9279BD3AA04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5FC34674-1074-A102-8774-4034645BCB3D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32A046F1-46F4-2023-51AA-9675DC19E0B5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31" name="Chord 30">
              <a:extLst>
                <a:ext uri="{FF2B5EF4-FFF2-40B4-BE49-F238E27FC236}">
                  <a16:creationId xmlns:a16="http://schemas.microsoft.com/office/drawing/2014/main" id="{074BDD49-50FC-D9B5-38B8-71B71F7DC39F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7F7C9C2A-015F-6F1C-6664-9C229C5D7046}"/>
              </a:ext>
            </a:extLst>
          </p:cNvPr>
          <p:cNvSpPr/>
          <p:nvPr/>
        </p:nvSpPr>
        <p:spPr>
          <a:xfrm>
            <a:off x="7626336" y="422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4E3635F-4C68-6BB1-586C-637F4DD7DE15}"/>
              </a:ext>
            </a:extLst>
          </p:cNvPr>
          <p:cNvSpPr/>
          <p:nvPr/>
        </p:nvSpPr>
        <p:spPr>
          <a:xfrm>
            <a:off x="7940040" y="422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Black Polypropylene Full Contact Excalibur Long Sword 41.7&quot;">
            <a:extLst>
              <a:ext uri="{FF2B5EF4-FFF2-40B4-BE49-F238E27FC236}">
                <a16:creationId xmlns:a16="http://schemas.microsoft.com/office/drawing/2014/main" id="{314CB524-9AE1-5B57-C1F7-29B92911B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9474" r="90000">
                        <a14:foregroundMark x1="9474" y1="16842" x2="9474" y2="16842"/>
                        <a14:foregroundMark x1="89737" y1="84868" x2="89737" y2="848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031464" flipH="1">
            <a:off x="7015234" y="2756494"/>
            <a:ext cx="1803212" cy="180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EC4CC87-2091-DBFA-AA55-E8827DD8EAEC}"/>
              </a:ext>
            </a:extLst>
          </p:cNvPr>
          <p:cNvSpPr/>
          <p:nvPr/>
        </p:nvSpPr>
        <p:spPr>
          <a:xfrm rot="18973770">
            <a:off x="7585010" y="2749788"/>
            <a:ext cx="305165" cy="13728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44450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0EDDD-7E88-04C7-AA49-3B2FD5426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680D927-54D8-D500-8B69-8D764402FFB4}"/>
              </a:ext>
            </a:extLst>
          </p:cNvPr>
          <p:cNvSpPr/>
          <p:nvPr/>
        </p:nvSpPr>
        <p:spPr>
          <a:xfrm rot="1984104">
            <a:off x="1349679" y="4715604"/>
            <a:ext cx="1378038" cy="1964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Black Polypropylene Full Contact Excalibur Long Sword 41.7&quot;">
            <a:extLst>
              <a:ext uri="{FF2B5EF4-FFF2-40B4-BE49-F238E27FC236}">
                <a16:creationId xmlns:a16="http://schemas.microsoft.com/office/drawing/2014/main" id="{02A1310B-8E18-71B8-5DBF-22085CA10C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9474" r="90000">
                        <a14:foregroundMark x1="9474" y1="16842" x2="9474" y2="16842"/>
                        <a14:foregroundMark x1="89737" y1="84868" x2="89737" y2="848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358950" flipH="1">
            <a:off x="918430" y="3731752"/>
            <a:ext cx="1803212" cy="180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B85939-542F-29D2-CC97-74FE5AA3D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Jeremy has a sword!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0DF68-C999-78B5-CCA1-7C5F0269B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Jeremy puts the sword away and goes to say hello to his good friend, not evil Jeremy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6A9FDE8-89A6-8F9E-ACEA-1FAFE639C61E}"/>
              </a:ext>
            </a:extLst>
          </p:cNvPr>
          <p:cNvGrpSpPr/>
          <p:nvPr/>
        </p:nvGrpSpPr>
        <p:grpSpPr>
          <a:xfrm>
            <a:off x="8828479" y="4584037"/>
            <a:ext cx="1073337" cy="1065326"/>
            <a:chOff x="2317687" y="4636602"/>
            <a:chExt cx="923454" cy="92345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64BFF0F-DC8D-FF79-DB7C-48A6A296047C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B44DC60-D371-6348-05A5-AF801A03BF6D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EBD646B-FC59-1FE2-CD69-265AA77EC585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A52139D5-82EA-6E2D-7A1B-AAA4BE001BBA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8940869-D4ED-6FDD-88F7-A00A6C84FC23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8C717D18-BB74-08E9-A6FB-099B1339383F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8B6A67A5-3F11-1F89-4950-78ADD8687DA4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Chord 7">
              <a:extLst>
                <a:ext uri="{FF2B5EF4-FFF2-40B4-BE49-F238E27FC236}">
                  <a16:creationId xmlns:a16="http://schemas.microsoft.com/office/drawing/2014/main" id="{1DA282F6-C0CD-3DC7-C2C0-73CB7CE61404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079B41E-18C9-6CF5-C2ED-7D777C9CA0F8}"/>
              </a:ext>
            </a:extLst>
          </p:cNvPr>
          <p:cNvSpPr/>
          <p:nvPr/>
        </p:nvSpPr>
        <p:spPr>
          <a:xfrm>
            <a:off x="8828479" y="4584037"/>
            <a:ext cx="1073337" cy="106532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27A505-DED4-C7DA-AEB6-D12348D340B6}"/>
              </a:ext>
            </a:extLst>
          </p:cNvPr>
          <p:cNvSpPr/>
          <p:nvPr/>
        </p:nvSpPr>
        <p:spPr>
          <a:xfrm>
            <a:off x="8881332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4AF015-F7DE-BC14-54BA-52D36102FBA8}"/>
              </a:ext>
            </a:extLst>
          </p:cNvPr>
          <p:cNvSpPr/>
          <p:nvPr/>
        </p:nvSpPr>
        <p:spPr>
          <a:xfrm>
            <a:off x="9195036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6FADC1D-5B9D-B41B-3E54-55D74B67B0A8}"/>
              </a:ext>
            </a:extLst>
          </p:cNvPr>
          <p:cNvGrpSpPr/>
          <p:nvPr/>
        </p:nvGrpSpPr>
        <p:grpSpPr>
          <a:xfrm>
            <a:off x="1328389" y="4473358"/>
            <a:ext cx="1073337" cy="1065326"/>
            <a:chOff x="2317687" y="4636602"/>
            <a:chExt cx="923454" cy="923454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220D92CC-9FCF-EC65-B900-F78604D73E0D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D3696F3-8796-129A-3C1C-CA935C3FAD9F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C7DFE69-56A9-9114-C202-A363A508C17D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41C06A2-1DD3-36B2-7B8D-BBD232C5C284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7062DE3-5B57-635C-4CF7-B509D9EA7F63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A1953070-5D07-F81E-732D-C33F9EDA3B16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9F622B3E-74EA-C6BA-A739-64A74818B900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31" name="Chord 30">
              <a:extLst>
                <a:ext uri="{FF2B5EF4-FFF2-40B4-BE49-F238E27FC236}">
                  <a16:creationId xmlns:a16="http://schemas.microsoft.com/office/drawing/2014/main" id="{041AAA83-EA00-87FC-A859-E834C6933B6F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93B45283-6549-C464-5128-4DE1BD72D64F}"/>
              </a:ext>
            </a:extLst>
          </p:cNvPr>
          <p:cNvSpPr/>
          <p:nvPr/>
        </p:nvSpPr>
        <p:spPr>
          <a:xfrm>
            <a:off x="1381242" y="4271161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7201681-7C28-14E1-7E42-E1CD14C28097}"/>
              </a:ext>
            </a:extLst>
          </p:cNvPr>
          <p:cNvSpPr/>
          <p:nvPr/>
        </p:nvSpPr>
        <p:spPr>
          <a:xfrm>
            <a:off x="1694946" y="4271161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3891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FEADE-3285-09F5-433B-FAF6FA624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96A8AA7-8CC9-F75C-7F12-A9A5908AF387}"/>
              </a:ext>
            </a:extLst>
          </p:cNvPr>
          <p:cNvSpPr/>
          <p:nvPr/>
        </p:nvSpPr>
        <p:spPr>
          <a:xfrm rot="1984104">
            <a:off x="7792543" y="4826282"/>
            <a:ext cx="1378038" cy="1964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Black Polypropylene Full Contact Excalibur Long Sword 41.7&quot;">
            <a:extLst>
              <a:ext uri="{FF2B5EF4-FFF2-40B4-BE49-F238E27FC236}">
                <a16:creationId xmlns:a16="http://schemas.microsoft.com/office/drawing/2014/main" id="{C60C03C7-3F23-BF9A-A0C4-6922E4537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9474" r="90000">
                        <a14:foregroundMark x1="9474" y1="16842" x2="9474" y2="16842"/>
                        <a14:foregroundMark x1="89737" y1="84868" x2="89737" y2="848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358950" flipH="1">
            <a:off x="7361294" y="3842430"/>
            <a:ext cx="1803212" cy="180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E0D9FA-523E-D39F-39F1-15D014590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Jeremy has a sword!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B2B09-09DA-3D83-9FF1-60282402C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Jeremy puts the sword away and goes to say hello to his good friend, not evil Jeremy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8287F75-2E0F-B0E8-B3B3-A27A0DAD5560}"/>
              </a:ext>
            </a:extLst>
          </p:cNvPr>
          <p:cNvGrpSpPr/>
          <p:nvPr/>
        </p:nvGrpSpPr>
        <p:grpSpPr>
          <a:xfrm>
            <a:off x="8828479" y="4584037"/>
            <a:ext cx="1073337" cy="1065326"/>
            <a:chOff x="2317687" y="4636602"/>
            <a:chExt cx="923454" cy="92345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DB68F47-CE6E-4E4F-2AAA-251D7DBB3651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5F40B6D-EF76-28E4-5273-F115621E3EB8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65098C3-B69C-3AA4-1769-3066630E714C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A5E895F-35DC-8FBA-D6C3-F4E4370815C2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4878ABF-82D3-EA31-02D2-E5A1678C17E1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E9D430E-706A-AE69-6197-EF97EAE4EEF2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48989A1-650C-F3A1-ADEC-E4900A7E443E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Chord 7">
              <a:extLst>
                <a:ext uri="{FF2B5EF4-FFF2-40B4-BE49-F238E27FC236}">
                  <a16:creationId xmlns:a16="http://schemas.microsoft.com/office/drawing/2014/main" id="{336007D6-BBE5-0ECE-8EF1-1A7AE65426C7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14E9B73-7394-8655-38E4-84AD66D464A2}"/>
              </a:ext>
            </a:extLst>
          </p:cNvPr>
          <p:cNvSpPr/>
          <p:nvPr/>
        </p:nvSpPr>
        <p:spPr>
          <a:xfrm>
            <a:off x="8828479" y="4584037"/>
            <a:ext cx="1073337" cy="106532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EAF935-B8BD-ECFB-68DD-FABF5E01D6E0}"/>
              </a:ext>
            </a:extLst>
          </p:cNvPr>
          <p:cNvSpPr/>
          <p:nvPr/>
        </p:nvSpPr>
        <p:spPr>
          <a:xfrm>
            <a:off x="8881332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E1DE6B-0717-D5D7-D4E0-70C6F023CDC2}"/>
              </a:ext>
            </a:extLst>
          </p:cNvPr>
          <p:cNvSpPr/>
          <p:nvPr/>
        </p:nvSpPr>
        <p:spPr>
          <a:xfrm>
            <a:off x="9195036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6132336-238A-9511-F18A-D824D5D5A662}"/>
              </a:ext>
            </a:extLst>
          </p:cNvPr>
          <p:cNvGrpSpPr/>
          <p:nvPr/>
        </p:nvGrpSpPr>
        <p:grpSpPr>
          <a:xfrm>
            <a:off x="7771253" y="4584036"/>
            <a:ext cx="1073337" cy="1065326"/>
            <a:chOff x="2317687" y="4636602"/>
            <a:chExt cx="923454" cy="923454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D84FE9E8-860C-3AF0-60CB-BECAE117EB35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83AE051-E5FF-207E-AEC9-98AA6AB285AA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AA5B94E7-CBEF-57B6-4348-1E3C0A81FA7F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7E077677-0CEA-1F7B-3DE7-E9781C21461A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3F91F42-8308-3149-C5F5-AA18A3EE691E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304B4AC4-815D-A55C-E3E7-CA876CB855C0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635F33B-E05B-2511-C2A9-A6BA4EB78BB2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31" name="Chord 30">
              <a:extLst>
                <a:ext uri="{FF2B5EF4-FFF2-40B4-BE49-F238E27FC236}">
                  <a16:creationId xmlns:a16="http://schemas.microsoft.com/office/drawing/2014/main" id="{1E44642D-7008-AA66-A278-186DB00B1E1C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3FF1F513-BF19-1C6B-1188-D4393BDDCD59}"/>
              </a:ext>
            </a:extLst>
          </p:cNvPr>
          <p:cNvSpPr/>
          <p:nvPr/>
        </p:nvSpPr>
        <p:spPr>
          <a:xfrm>
            <a:off x="7824106" y="4381839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5C6A39A-B213-DEB4-5526-DB2575B593DE}"/>
              </a:ext>
            </a:extLst>
          </p:cNvPr>
          <p:cNvSpPr/>
          <p:nvPr/>
        </p:nvSpPr>
        <p:spPr>
          <a:xfrm>
            <a:off x="8137810" y="4381839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00352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C55C1-623D-E127-AF20-2C4D5BD98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4B0DBB5-791A-3CA4-479B-9686B6D1D0ED}"/>
              </a:ext>
            </a:extLst>
          </p:cNvPr>
          <p:cNvSpPr/>
          <p:nvPr/>
        </p:nvSpPr>
        <p:spPr>
          <a:xfrm rot="1984104">
            <a:off x="7792543" y="4826282"/>
            <a:ext cx="1378038" cy="1964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Black Polypropylene Full Contact Excalibur Long Sword 41.7&quot;">
            <a:extLst>
              <a:ext uri="{FF2B5EF4-FFF2-40B4-BE49-F238E27FC236}">
                <a16:creationId xmlns:a16="http://schemas.microsoft.com/office/drawing/2014/main" id="{E6A61EFD-8E0F-8C1A-9271-386E56987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9474" r="90000">
                        <a14:foregroundMark x1="9474" y1="16842" x2="9474" y2="16842"/>
                        <a14:foregroundMark x1="89737" y1="84868" x2="89737" y2="8486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358950" flipH="1">
            <a:off x="7361294" y="3842430"/>
            <a:ext cx="1803212" cy="180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9A2925-CE89-4E3B-DB45-70900DDD7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Jeremy has a sword!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0C8FC-9043-AD6B-9474-4F03A0DEA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Uh oh…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C57ACCE-18DB-E0C6-10F0-B9BF97245EFE}"/>
              </a:ext>
            </a:extLst>
          </p:cNvPr>
          <p:cNvGrpSpPr/>
          <p:nvPr/>
        </p:nvGrpSpPr>
        <p:grpSpPr>
          <a:xfrm>
            <a:off x="8828479" y="4584037"/>
            <a:ext cx="1073337" cy="1065326"/>
            <a:chOff x="2317687" y="4636602"/>
            <a:chExt cx="923454" cy="92345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436CE52-4363-18A4-5728-D7020F399240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D13C326-B9A4-780B-5111-BBE58DD9B7E6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39BA71B9-0907-7404-313B-48E3DA46B5A5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4065C40-731E-E7F2-EDD9-6EF737D6D213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9293105-19C5-7D99-9769-3B385EAA3C42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38197E0-05DD-B468-CD72-F3F475BDDB25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9B1A184-5BCC-96C9-3780-41ACA1876D79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Chord 7">
              <a:extLst>
                <a:ext uri="{FF2B5EF4-FFF2-40B4-BE49-F238E27FC236}">
                  <a16:creationId xmlns:a16="http://schemas.microsoft.com/office/drawing/2014/main" id="{5D762E43-A995-7A3C-F29D-F8BCC748B200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D4734B4-20A6-A724-32B4-902863AA3726}"/>
              </a:ext>
            </a:extLst>
          </p:cNvPr>
          <p:cNvSpPr/>
          <p:nvPr/>
        </p:nvSpPr>
        <p:spPr>
          <a:xfrm>
            <a:off x="8828479" y="4584037"/>
            <a:ext cx="1073337" cy="106532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59729A-7D5B-B81C-D0EC-B63FD6AF1F34}"/>
              </a:ext>
            </a:extLst>
          </p:cNvPr>
          <p:cNvSpPr/>
          <p:nvPr/>
        </p:nvSpPr>
        <p:spPr>
          <a:xfrm>
            <a:off x="8881332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BFC1C2-B01B-44EA-4FFE-621E11D89C83}"/>
              </a:ext>
            </a:extLst>
          </p:cNvPr>
          <p:cNvSpPr/>
          <p:nvPr/>
        </p:nvSpPr>
        <p:spPr>
          <a:xfrm>
            <a:off x="9195036" y="4381840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0F09644-FCAF-595E-FB36-4786F0DBB58B}"/>
              </a:ext>
            </a:extLst>
          </p:cNvPr>
          <p:cNvGrpSpPr/>
          <p:nvPr/>
        </p:nvGrpSpPr>
        <p:grpSpPr>
          <a:xfrm>
            <a:off x="7771253" y="4584036"/>
            <a:ext cx="1073337" cy="1065326"/>
            <a:chOff x="2317687" y="4636602"/>
            <a:chExt cx="923454" cy="923454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544BA9-1801-2293-A05F-4A7463448134}"/>
                </a:ext>
              </a:extLst>
            </p:cNvPr>
            <p:cNvSpPr/>
            <p:nvPr/>
          </p:nvSpPr>
          <p:spPr>
            <a:xfrm>
              <a:off x="2317687" y="4636602"/>
              <a:ext cx="923454" cy="923454"/>
            </a:xfrm>
            <a:prstGeom prst="roundRect">
              <a:avLst/>
            </a:prstGeom>
            <a:solidFill>
              <a:schemeClr val="accent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A18EDA9-A3FA-5159-71C7-70F99B6D9DFA}"/>
                </a:ext>
              </a:extLst>
            </p:cNvPr>
            <p:cNvGrpSpPr/>
            <p:nvPr/>
          </p:nvGrpSpPr>
          <p:grpSpPr>
            <a:xfrm>
              <a:off x="2478128" y="4835776"/>
              <a:ext cx="262551" cy="262551"/>
              <a:chOff x="2516863" y="4835778"/>
              <a:chExt cx="262551" cy="262551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89314E93-7B09-FDD3-75D2-08A4DB18DD23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2B2D1566-0218-DFF6-C611-84EFA08D9424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A06BAE6-3DBF-3B00-2DA0-23BC143975F4}"/>
                </a:ext>
              </a:extLst>
            </p:cNvPr>
            <p:cNvGrpSpPr/>
            <p:nvPr/>
          </p:nvGrpSpPr>
          <p:grpSpPr>
            <a:xfrm>
              <a:off x="2802826" y="4835777"/>
              <a:ext cx="262551" cy="262551"/>
              <a:chOff x="2516863" y="4835778"/>
              <a:chExt cx="262551" cy="262551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F2F8410-7715-1C29-BC66-15FEDF52A440}"/>
                  </a:ext>
                </a:extLst>
              </p:cNvPr>
              <p:cNvSpPr/>
              <p:nvPr/>
            </p:nvSpPr>
            <p:spPr>
              <a:xfrm>
                <a:off x="2516863" y="4835778"/>
                <a:ext cx="262551" cy="26255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A3C7EA78-15D5-B0BB-D544-A7988C2DF83E}"/>
                  </a:ext>
                </a:extLst>
              </p:cNvPr>
              <p:cNvSpPr/>
              <p:nvPr/>
            </p:nvSpPr>
            <p:spPr>
              <a:xfrm>
                <a:off x="2579009" y="4897924"/>
                <a:ext cx="138258" cy="13825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31" name="Chord 30">
              <a:extLst>
                <a:ext uri="{FF2B5EF4-FFF2-40B4-BE49-F238E27FC236}">
                  <a16:creationId xmlns:a16="http://schemas.microsoft.com/office/drawing/2014/main" id="{EC5D27CE-DBD4-9C74-AABC-545BB609A0BD}"/>
                </a:ext>
              </a:extLst>
            </p:cNvPr>
            <p:cNvSpPr/>
            <p:nvPr/>
          </p:nvSpPr>
          <p:spPr>
            <a:xfrm rot="17484082">
              <a:off x="2671551" y="5119602"/>
              <a:ext cx="262551" cy="262551"/>
            </a:xfrm>
            <a:prstGeom prst="chord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592DC4E1-98F4-4034-0E5A-CD4A279256C2}"/>
              </a:ext>
            </a:extLst>
          </p:cNvPr>
          <p:cNvSpPr/>
          <p:nvPr/>
        </p:nvSpPr>
        <p:spPr>
          <a:xfrm>
            <a:off x="7824106" y="4381839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71A40C-9012-8ADC-7EEA-9956CCCA7954}"/>
              </a:ext>
            </a:extLst>
          </p:cNvPr>
          <p:cNvSpPr/>
          <p:nvPr/>
        </p:nvSpPr>
        <p:spPr>
          <a:xfrm>
            <a:off x="8137810" y="4381839"/>
            <a:ext cx="640973" cy="8439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Cross 16">
            <a:extLst>
              <a:ext uri="{FF2B5EF4-FFF2-40B4-BE49-F238E27FC236}">
                <a16:creationId xmlns:a16="http://schemas.microsoft.com/office/drawing/2014/main" id="{17ADF481-6D10-C702-3FC4-32909A673283}"/>
              </a:ext>
            </a:extLst>
          </p:cNvPr>
          <p:cNvSpPr/>
          <p:nvPr/>
        </p:nvSpPr>
        <p:spPr>
          <a:xfrm rot="2700000">
            <a:off x="9407188" y="4826690"/>
            <a:ext cx="277265" cy="277265"/>
          </a:xfrm>
          <a:prstGeom prst="plus">
            <a:avLst>
              <a:gd name="adj" fmla="val 3874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A6872E00-2F7D-0B41-99DC-57577AC89BF6}"/>
              </a:ext>
            </a:extLst>
          </p:cNvPr>
          <p:cNvSpPr/>
          <p:nvPr/>
        </p:nvSpPr>
        <p:spPr>
          <a:xfrm rot="2700000">
            <a:off x="9025010" y="4826690"/>
            <a:ext cx="277265" cy="277265"/>
          </a:xfrm>
          <a:prstGeom prst="plus">
            <a:avLst>
              <a:gd name="adj" fmla="val 38741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1208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2EF02-0E0F-0EC7-1F31-D85B6D99A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This is a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2E457-74D3-F7BA-FAF9-E090CC669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Melee weapons are not always on…</a:t>
            </a:r>
          </a:p>
          <a:p>
            <a:endParaRPr lang="en-GB" dirty="0"/>
          </a:p>
          <a:p>
            <a:r>
              <a:rPr lang="en-GB" dirty="0"/>
              <a:t>We </a:t>
            </a:r>
            <a:r>
              <a:rPr lang="en-GB" i="1" dirty="0"/>
              <a:t>could </a:t>
            </a:r>
            <a:r>
              <a:rPr lang="en-GB" dirty="0"/>
              <a:t>write a state machine to track when we are attacking and when not. </a:t>
            </a:r>
          </a:p>
          <a:p>
            <a:endParaRPr lang="en-GB" dirty="0"/>
          </a:p>
          <a:p>
            <a:r>
              <a:rPr lang="en-GB" dirty="0"/>
              <a:t>But this doesn’t wholly fix the problem…</a:t>
            </a:r>
          </a:p>
        </p:txBody>
      </p:sp>
    </p:spTree>
    <p:extLst>
      <p:ext uri="{BB962C8B-B14F-4D97-AF65-F5344CB8AC3E}">
        <p14:creationId xmlns:p14="http://schemas.microsoft.com/office/powerpoint/2010/main" val="28619429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nline Media 4" title="Dark Souls 3 Hitboxes: Midir">
            <a:hlinkClick r:id="" action="ppaction://media"/>
            <a:extLst>
              <a:ext uri="{FF2B5EF4-FFF2-40B4-BE49-F238E27FC236}">
                <a16:creationId xmlns:a16="http://schemas.microsoft.com/office/drawing/2014/main" id="{663FED0E-B376-B5F7-1ACA-93D6CC7BFE4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70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DE775-2DB9-3342-C62D-95692C636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Animation Notify States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E0453-3D16-AD73-4E8E-AFA0678E9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Animation Notify States, allow the program to generate events when parts of an animation play.</a:t>
            </a:r>
          </a:p>
          <a:p>
            <a:endParaRPr lang="en-GB" dirty="0"/>
          </a:p>
          <a:p>
            <a:r>
              <a:rPr lang="en-GB" dirty="0"/>
              <a:t>For example you can raise a notify event when the feet hit the floor </a:t>
            </a:r>
            <a:r>
              <a:rPr lang="en-GB"/>
              <a:t>in a run </a:t>
            </a:r>
            <a:r>
              <a:rPr lang="en-GB" dirty="0"/>
              <a:t>animation.</a:t>
            </a:r>
          </a:p>
          <a:p>
            <a:endParaRPr lang="en-GB" dirty="0"/>
          </a:p>
          <a:p>
            <a:r>
              <a:rPr lang="en-GB" dirty="0"/>
              <a:t> We can also raise these events to notify the code when an animation is actively doing damage and when not.</a:t>
            </a:r>
          </a:p>
          <a:p>
            <a:endParaRPr lang="en-GB" dirty="0"/>
          </a:p>
          <a:p>
            <a:r>
              <a:rPr lang="en-GB" dirty="0">
                <a:hlinkClick r:id="rId2"/>
              </a:rPr>
              <a:t>https://dev.epicgames.com/documentation/en-us/unreal-engine/animation-notifications-notifies?application_version=4.27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35410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1372</TotalTime>
  <Words>978</Words>
  <Application>Microsoft Office PowerPoint</Application>
  <PresentationFormat>Widescreen</PresentationFormat>
  <Paragraphs>168</Paragraphs>
  <Slides>45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Aptos</vt:lpstr>
      <vt:lpstr>Custom Design</vt:lpstr>
      <vt:lpstr>1_Custom Design</vt:lpstr>
      <vt:lpstr>2_Custom Design</vt:lpstr>
      <vt:lpstr>3_Custom Design</vt:lpstr>
      <vt:lpstr>18-1 Hit and Hurt</vt:lpstr>
      <vt:lpstr>Contents</vt:lpstr>
      <vt:lpstr>Hit Boxes </vt:lpstr>
      <vt:lpstr>Hit Boxes </vt:lpstr>
      <vt:lpstr>Hit Boxes </vt:lpstr>
      <vt:lpstr>Hit Boxes </vt:lpstr>
      <vt:lpstr>Guns</vt:lpstr>
      <vt:lpstr>Quick refresh time…</vt:lpstr>
      <vt:lpstr>Teleport locomotion</vt:lpstr>
      <vt:lpstr>Physics</vt:lpstr>
      <vt:lpstr>Guns</vt:lpstr>
      <vt:lpstr>PowerPoint Presentation</vt:lpstr>
      <vt:lpstr>PowerPoint Presentation</vt:lpstr>
      <vt:lpstr>PowerPoint Presentation</vt:lpstr>
      <vt:lpstr>The difference…</vt:lpstr>
      <vt:lpstr>The difference…</vt:lpstr>
      <vt:lpstr>The difference…</vt:lpstr>
      <vt:lpstr>The difference…</vt:lpstr>
      <vt:lpstr>Extreme Speed</vt:lpstr>
      <vt:lpstr>“Hit scan”</vt:lpstr>
      <vt:lpstr>Where do bullets come from?</vt:lpstr>
      <vt:lpstr>Where do bullets come from?</vt:lpstr>
      <vt:lpstr>Where do bullets come from?</vt:lpstr>
      <vt:lpstr>PowerPoint Presentation</vt:lpstr>
      <vt:lpstr>Where do bullets come from?</vt:lpstr>
      <vt:lpstr>In ADS Mode…</vt:lpstr>
      <vt:lpstr>In ADS Mode…</vt:lpstr>
      <vt:lpstr>Where do bullets come from?</vt:lpstr>
      <vt:lpstr>Where do bullets come from?</vt:lpstr>
      <vt:lpstr>There is another slightly cheeky approach</vt:lpstr>
      <vt:lpstr>Hurt boxes</vt:lpstr>
      <vt:lpstr>Jeremy has a sword!</vt:lpstr>
      <vt:lpstr>Jeremy has a sword!</vt:lpstr>
      <vt:lpstr>Jeremy has a sword!</vt:lpstr>
      <vt:lpstr>Jeremy has a sword!</vt:lpstr>
      <vt:lpstr>This is fine in some situations…</vt:lpstr>
      <vt:lpstr>Jeremy has a sword!</vt:lpstr>
      <vt:lpstr>Jeremy has a sword!</vt:lpstr>
      <vt:lpstr>Jeremy has a sword!</vt:lpstr>
      <vt:lpstr>Jeremy has a sword!</vt:lpstr>
      <vt:lpstr>Jeremy has a sword!</vt:lpstr>
      <vt:lpstr>Jeremy has a sword!</vt:lpstr>
      <vt:lpstr>This is a problem</vt:lpstr>
      <vt:lpstr>PowerPoint Presentation</vt:lpstr>
      <vt:lpstr>Animation Notify States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Patrick Merritt</dc:creator>
  <cp:lastModifiedBy>Patrick Merritt</cp:lastModifiedBy>
  <cp:revision>6</cp:revision>
  <dcterms:created xsi:type="dcterms:W3CDTF">2021-09-13T14:48:00Z</dcterms:created>
  <dcterms:modified xsi:type="dcterms:W3CDTF">2025-01-28T14:15:11Z</dcterms:modified>
</cp:coreProperties>
</file>