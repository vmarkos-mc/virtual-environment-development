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0" r:id="rId1"/>
    <p:sldMasterId id="2147483722" r:id="rId2"/>
    <p:sldMasterId id="2147483734" r:id="rId3"/>
    <p:sldMasterId id="2147483746" r:id="rId4"/>
  </p:sldMasterIdLst>
  <p:sldIdLst>
    <p:sldId id="256" r:id="rId5"/>
    <p:sldId id="259" r:id="rId6"/>
    <p:sldId id="277" r:id="rId7"/>
    <p:sldId id="278" r:id="rId8"/>
    <p:sldId id="279" r:id="rId9"/>
    <p:sldId id="281" r:id="rId10"/>
    <p:sldId id="282" r:id="rId11"/>
    <p:sldId id="280" r:id="rId12"/>
    <p:sldId id="289" r:id="rId13"/>
    <p:sldId id="290" r:id="rId14"/>
    <p:sldId id="288" r:id="rId15"/>
    <p:sldId id="291" r:id="rId16"/>
    <p:sldId id="293" r:id="rId17"/>
    <p:sldId id="292" r:id="rId18"/>
    <p:sldId id="261" r:id="rId19"/>
    <p:sldId id="262" r:id="rId20"/>
    <p:sldId id="263" r:id="rId21"/>
    <p:sldId id="260" r:id="rId22"/>
    <p:sldId id="264" r:id="rId23"/>
    <p:sldId id="265" r:id="rId24"/>
    <p:sldId id="266" r:id="rId25"/>
    <p:sldId id="267" r:id="rId26"/>
    <p:sldId id="268" r:id="rId27"/>
    <p:sldId id="269" r:id="rId28"/>
    <p:sldId id="271" r:id="rId29"/>
    <p:sldId id="298" r:id="rId30"/>
    <p:sldId id="270" r:id="rId31"/>
    <p:sldId id="296" r:id="rId32"/>
    <p:sldId id="272" r:id="rId33"/>
    <p:sldId id="275" r:id="rId34"/>
    <p:sldId id="273" r:id="rId35"/>
    <p:sldId id="297" r:id="rId36"/>
    <p:sldId id="274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EFBEC"/>
    <a:srgbClr val="ED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Merritt" userId="b92c223c-8880-48c6-9b0c-d25ee1bca468" providerId="ADAL" clId="{B0BA8528-E698-4F37-A56B-EBD14F798BD9}"/>
    <pc:docChg chg="custSel modSld">
      <pc:chgData name="Patrick Merritt" userId="b92c223c-8880-48c6-9b0c-d25ee1bca468" providerId="ADAL" clId="{B0BA8528-E698-4F37-A56B-EBD14F798BD9}" dt="2023-12-19T13:31:42.567" v="56" actId="20577"/>
      <pc:docMkLst>
        <pc:docMk/>
      </pc:docMkLst>
      <pc:sldChg chg="modSp mod">
        <pc:chgData name="Patrick Merritt" userId="b92c223c-8880-48c6-9b0c-d25ee1bca468" providerId="ADAL" clId="{B0BA8528-E698-4F37-A56B-EBD14F798BD9}" dt="2023-12-19T13:23:24.167" v="41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B0BA8528-E698-4F37-A56B-EBD14F798BD9}" dt="2023-12-19T13:31:02.833" v="42" actId="20577"/>
        <pc:sldMkLst>
          <pc:docMk/>
          <pc:sldMk cId="2629441607" sldId="264"/>
        </pc:sldMkLst>
      </pc:sldChg>
      <pc:sldChg chg="modSp mod">
        <pc:chgData name="Patrick Merritt" userId="b92c223c-8880-48c6-9b0c-d25ee1bca468" providerId="ADAL" clId="{B0BA8528-E698-4F37-A56B-EBD14F798BD9}" dt="2023-12-19T13:31:42.567" v="56" actId="20577"/>
        <pc:sldMkLst>
          <pc:docMk/>
          <pc:sldMk cId="3519961626" sldId="281"/>
        </pc:sldMkLst>
      </pc:sldChg>
    </pc:docChg>
  </pc:docChgLst>
  <pc:docChgLst>
    <pc:chgData name="Patrick Merritt" userId="b92c223c-8880-48c6-9b0c-d25ee1bca468" providerId="ADAL" clId="{0ABCD1D4-EB9A-46C0-B1A4-725011174127}"/>
    <pc:docChg chg="delSld modSld">
      <pc:chgData name="Patrick Merritt" userId="b92c223c-8880-48c6-9b0c-d25ee1bca468" providerId="ADAL" clId="{0ABCD1D4-EB9A-46C0-B1A4-725011174127}" dt="2023-12-20T11:45:07.234" v="33" actId="47"/>
      <pc:docMkLst>
        <pc:docMk/>
      </pc:docMkLst>
      <pc:sldChg chg="modSp mod">
        <pc:chgData name="Patrick Merritt" userId="b92c223c-8880-48c6-9b0c-d25ee1bca468" providerId="ADAL" clId="{0ABCD1D4-EB9A-46C0-B1A4-725011174127}" dt="2023-12-20T11:44:57.952" v="32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0ABCD1D4-EB9A-46C0-B1A4-725011174127}" dt="2023-12-20T11:45:07.234" v="33" actId="47"/>
        <pc:sldMkLst>
          <pc:docMk/>
          <pc:sldMk cId="1102325555" sldId="258"/>
        </pc:sldMkLst>
      </pc:sldChg>
    </pc:docChg>
  </pc:docChgLst>
  <pc:docChgLst>
    <pc:chgData name="Patrick Merritt" userId="b92c223c-8880-48c6-9b0c-d25ee1bca468" providerId="ADAL" clId="{D384CEBE-BE98-4C3F-8F1E-6AD1F22AE020}"/>
    <pc:docChg chg="undo custSel addSld delSld modSld sldOrd">
      <pc:chgData name="Patrick Merritt" userId="b92c223c-8880-48c6-9b0c-d25ee1bca468" providerId="ADAL" clId="{D384CEBE-BE98-4C3F-8F1E-6AD1F22AE020}" dt="2023-12-14T12:18:09.058" v="6338" actId="207"/>
      <pc:docMkLst>
        <pc:docMk/>
      </pc:docMkLst>
      <pc:sldChg chg="modSp new mod">
        <pc:chgData name="Patrick Merritt" userId="b92c223c-8880-48c6-9b0c-d25ee1bca468" providerId="ADAL" clId="{D384CEBE-BE98-4C3F-8F1E-6AD1F22AE020}" dt="2023-12-14T10:14:26.650" v="107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32481721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598668132" sldId="257"/>
        </pc:sldMkLst>
      </pc:sldChg>
      <pc:sldChg chg="modSp new mod">
        <pc:chgData name="Patrick Merritt" userId="b92c223c-8880-48c6-9b0c-d25ee1bca468" providerId="ADAL" clId="{D384CEBE-BE98-4C3F-8F1E-6AD1F22AE020}" dt="2023-12-14T11:05:34.033" v="3710" actId="20577"/>
        <pc:sldMkLst>
          <pc:docMk/>
          <pc:sldMk cId="4090023474" sldId="257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17:22.769" v="441" actId="20577"/>
        <pc:sldMkLst>
          <pc:docMk/>
          <pc:sldMk cId="2171259363" sldId="25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6903847" sldId="25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22:53.701" v="664" actId="20577"/>
        <pc:sldMkLst>
          <pc:docMk/>
          <pc:sldMk cId="2197901773" sldId="259"/>
        </pc:sldMkLst>
      </pc:sldChg>
      <pc:sldChg chg="modSp add mod">
        <pc:chgData name="Patrick Merritt" userId="b92c223c-8880-48c6-9b0c-d25ee1bca468" providerId="ADAL" clId="{D384CEBE-BE98-4C3F-8F1E-6AD1F22AE020}" dt="2023-12-14T10:24:11.050" v="867" actId="313"/>
        <pc:sldMkLst>
          <pc:docMk/>
          <pc:sldMk cId="3824764564" sldId="260"/>
        </pc:sldMkLst>
      </pc:sldChg>
      <pc:sldChg chg="modSp new mod">
        <pc:chgData name="Patrick Merritt" userId="b92c223c-8880-48c6-9b0c-d25ee1bca468" providerId="ADAL" clId="{D384CEBE-BE98-4C3F-8F1E-6AD1F22AE020}" dt="2023-12-14T10:24:39.111" v="920" actId="5793"/>
        <pc:sldMkLst>
          <pc:docMk/>
          <pc:sldMk cId="1141273340" sldId="26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79843640" sldId="261"/>
        </pc:sldMkLst>
      </pc:sldChg>
      <pc:sldChg chg="new del">
        <pc:chgData name="Patrick Merritt" userId="b92c223c-8880-48c6-9b0c-d25ee1bca468" providerId="ADAL" clId="{D384CEBE-BE98-4C3F-8F1E-6AD1F22AE020}" dt="2023-12-14T10:24:23.260" v="870" actId="47"/>
        <pc:sldMkLst>
          <pc:docMk/>
          <pc:sldMk cId="149360825" sldId="26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71473882" sldId="262"/>
        </pc:sldMkLst>
      </pc:sldChg>
      <pc:sldChg chg="addSp delSp modSp new mod">
        <pc:chgData name="Patrick Merritt" userId="b92c223c-8880-48c6-9b0c-d25ee1bca468" providerId="ADAL" clId="{D384CEBE-BE98-4C3F-8F1E-6AD1F22AE020}" dt="2023-12-14T10:26:15.948" v="1048" actId="20577"/>
        <pc:sldMkLst>
          <pc:docMk/>
          <pc:sldMk cId="3866769334" sldId="262"/>
        </pc:sldMkLst>
      </pc:sldChg>
      <pc:sldChg chg="modSp add mod">
        <pc:chgData name="Patrick Merritt" userId="b92c223c-8880-48c6-9b0c-d25ee1bca468" providerId="ADAL" clId="{D384CEBE-BE98-4C3F-8F1E-6AD1F22AE020}" dt="2023-12-14T10:28:59.611" v="1395" actId="313"/>
        <pc:sldMkLst>
          <pc:docMk/>
          <pc:sldMk cId="635429887" sldId="26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37141227" sldId="264"/>
        </pc:sldMkLst>
      </pc:sldChg>
      <pc:sldChg chg="modSp add mod">
        <pc:chgData name="Patrick Merritt" userId="b92c223c-8880-48c6-9b0c-d25ee1bca468" providerId="ADAL" clId="{D384CEBE-BE98-4C3F-8F1E-6AD1F22AE020}" dt="2023-12-14T10:29:48.614" v="1491" actId="20577"/>
        <pc:sldMkLst>
          <pc:docMk/>
          <pc:sldMk cId="4124873510" sldId="264"/>
        </pc:sldMkLst>
      </pc:sldChg>
      <pc:sldChg chg="modSp new mod">
        <pc:chgData name="Patrick Merritt" userId="b92c223c-8880-48c6-9b0c-d25ee1bca468" providerId="ADAL" clId="{D384CEBE-BE98-4C3F-8F1E-6AD1F22AE020}" dt="2023-12-14T10:34:50.798" v="1832" actId="2057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09185629" sldId="265"/>
        </pc:sldMkLst>
      </pc:sldChg>
      <pc:sldChg chg="modSp new mod">
        <pc:chgData name="Patrick Merritt" userId="b92c223c-8880-48c6-9b0c-d25ee1bca468" providerId="ADAL" clId="{D384CEBE-BE98-4C3F-8F1E-6AD1F22AE020}" dt="2023-12-14T10:35:34.002" v="1934" actId="2057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68969185" sldId="266"/>
        </pc:sldMkLst>
      </pc:sldChg>
      <pc:sldChg chg="addSp delSp modSp add mod">
        <pc:chgData name="Patrick Merritt" userId="b92c223c-8880-48c6-9b0c-d25ee1bca468" providerId="ADAL" clId="{D384CEBE-BE98-4C3F-8F1E-6AD1F22AE020}" dt="2023-12-14T10:39:47.341" v="2200" actId="5793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231087" sldId="26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0:19.688" v="2512" actId="2057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24497700" sldId="26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1:37.078" v="2612" actId="20577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965830803" sldId="270"/>
        </pc:sldMkLst>
      </pc:sldChg>
      <pc:sldChg chg="addSp delSp modSp new mod ord modClrScheme chgLayout">
        <pc:chgData name="Patrick Merritt" userId="b92c223c-8880-48c6-9b0c-d25ee1bca468" providerId="ADAL" clId="{D384CEBE-BE98-4C3F-8F1E-6AD1F22AE020}" dt="2023-12-14T10:53:34.277" v="2687"/>
        <pc:sldMkLst>
          <pc:docMk/>
          <pc:sldMk cId="3125995448" sldId="270"/>
        </pc:sldMkLst>
      </pc:sldChg>
      <pc:sldChg chg="modSp add mod ord">
        <pc:chgData name="Patrick Merritt" userId="b92c223c-8880-48c6-9b0c-d25ee1bca468" providerId="ADAL" clId="{D384CEBE-BE98-4C3F-8F1E-6AD1F22AE020}" dt="2023-12-14T10:54:00.338" v="2760" actId="20577"/>
        <pc:sldMkLst>
          <pc:docMk/>
          <pc:sldMk cId="269786884" sldId="27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752346792" sldId="27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6:49.994" v="3025" actId="20577"/>
        <pc:sldMkLst>
          <pc:docMk/>
          <pc:sldMk cId="2442787233" sldId="27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83400223" sldId="272"/>
        </pc:sldMkLst>
      </pc:sldChg>
      <pc:sldChg chg="modSp new mod">
        <pc:chgData name="Patrick Merritt" userId="b92c223c-8880-48c6-9b0c-d25ee1bca468" providerId="ADAL" clId="{D384CEBE-BE98-4C3F-8F1E-6AD1F22AE020}" dt="2023-12-14T11:02:45.861" v="3295" actId="5793"/>
        <pc:sldMkLst>
          <pc:docMk/>
          <pc:sldMk cId="324901865" sldId="27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33621702" sldId="273"/>
        </pc:sldMkLst>
      </pc:sldChg>
      <pc:sldChg chg="modSp new mod">
        <pc:chgData name="Patrick Merritt" userId="b92c223c-8880-48c6-9b0c-d25ee1bca468" providerId="ADAL" clId="{D384CEBE-BE98-4C3F-8F1E-6AD1F22AE020}" dt="2023-12-14T11:04:27.110" v="3590" actId="20577"/>
        <pc:sldMkLst>
          <pc:docMk/>
          <pc:sldMk cId="897306204" sldId="27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68371442" sldId="274"/>
        </pc:sldMkLst>
      </pc:sldChg>
      <pc:sldChg chg="modSp new mod">
        <pc:chgData name="Patrick Merritt" userId="b92c223c-8880-48c6-9b0c-d25ee1bca468" providerId="ADAL" clId="{D384CEBE-BE98-4C3F-8F1E-6AD1F22AE020}" dt="2023-12-14T11:09:01.275" v="4150" actId="20577"/>
        <pc:sldMkLst>
          <pc:docMk/>
          <pc:sldMk cId="1671767789" sldId="27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113594896" sldId="275"/>
        </pc:sldMkLst>
      </pc:sldChg>
      <pc:sldChg chg="addSp delSp modSp new mod">
        <pc:chgData name="Patrick Merritt" userId="b92c223c-8880-48c6-9b0c-d25ee1bca468" providerId="ADAL" clId="{D384CEBE-BE98-4C3F-8F1E-6AD1F22AE020}" dt="2023-12-14T11:10:37.971" v="4206" actId="2057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42571437" sldId="277"/>
        </pc:sldMkLst>
      </pc:sldChg>
      <pc:sldChg chg="addSp modSp add mod">
        <pc:chgData name="Patrick Merritt" userId="b92c223c-8880-48c6-9b0c-d25ee1bca468" providerId="ADAL" clId="{D384CEBE-BE98-4C3F-8F1E-6AD1F22AE020}" dt="2023-12-14T11:11:12.077" v="4212" actId="1582"/>
        <pc:sldMkLst>
          <pc:docMk/>
          <pc:sldMk cId="2732513907" sldId="277"/>
        </pc:sldMkLst>
      </pc:sldChg>
      <pc:sldChg chg="addSp delSp modSp new mod setBg modClrScheme chgLayout">
        <pc:chgData name="Patrick Merritt" userId="b92c223c-8880-48c6-9b0c-d25ee1bca468" providerId="ADAL" clId="{D384CEBE-BE98-4C3F-8F1E-6AD1F22AE020}" dt="2023-12-14T11:17:33.705" v="4272" actId="26606"/>
        <pc:sldMkLst>
          <pc:docMk/>
          <pc:sldMk cId="481169942" sldId="27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41283983" sldId="278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3:40.372" v="5033" actId="20577"/>
        <pc:sldMkLst>
          <pc:docMk/>
          <pc:sldMk cId="57437478" sldId="27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37118319" sldId="279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0:33.744" v="4663" actId="20577"/>
        <pc:sldMkLst>
          <pc:docMk/>
          <pc:sldMk cId="639206012" sldId="28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5401093" sldId="281"/>
        </pc:sldMkLst>
      </pc:sldChg>
      <pc:sldChg chg="modSp new mod">
        <pc:chgData name="Patrick Merritt" userId="b92c223c-8880-48c6-9b0c-d25ee1bca468" providerId="ADAL" clId="{D384CEBE-BE98-4C3F-8F1E-6AD1F22AE020}" dt="2023-12-14T11:36:22.565" v="6001" actId="27636"/>
        <pc:sldMkLst>
          <pc:docMk/>
          <pc:sldMk cId="2747582081" sldId="28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1:30:37.241" v="5805" actId="313"/>
        <pc:sldMkLst>
          <pc:docMk/>
          <pc:sldMk cId="4085231695" sldId="282"/>
        </pc:sldMkLst>
      </pc:sldChg>
      <pc:sldChg chg="addSp modSp new mod">
        <pc:chgData name="Patrick Merritt" userId="b92c223c-8880-48c6-9b0c-d25ee1bca468" providerId="ADAL" clId="{D384CEBE-BE98-4C3F-8F1E-6AD1F22AE020}" dt="2023-12-14T11:32:54.785" v="5820" actId="27636"/>
        <pc:sldMkLst>
          <pc:docMk/>
          <pc:sldMk cId="861414133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75355655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7526534" sldId="284"/>
        </pc:sldMkLst>
      </pc:sldChg>
      <pc:sldChg chg="addSp modSp add mod">
        <pc:chgData name="Patrick Merritt" userId="b92c223c-8880-48c6-9b0c-d25ee1bca468" providerId="ADAL" clId="{D384CEBE-BE98-4C3F-8F1E-6AD1F22AE020}" dt="2023-12-14T11:33:11.217" v="5827" actId="1076"/>
        <pc:sldMkLst>
          <pc:docMk/>
          <pc:sldMk cId="1690954885" sldId="284"/>
        </pc:sldMkLst>
      </pc:sldChg>
      <pc:sldChg chg="modSp new mod">
        <pc:chgData name="Patrick Merritt" userId="b92c223c-8880-48c6-9b0c-d25ee1bca468" providerId="ADAL" clId="{D384CEBE-BE98-4C3F-8F1E-6AD1F22AE020}" dt="2023-12-14T11:38:31.535" v="6096" actId="27636"/>
        <pc:sldMkLst>
          <pc:docMk/>
          <pc:sldMk cId="47810242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3942558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21497073" sldId="286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1:51.891" v="6229" actId="22"/>
        <pc:sldMkLst>
          <pc:docMk/>
          <pc:sldMk cId="4225291369" sldId="286"/>
        </pc:sldMkLst>
      </pc:sldChg>
      <pc:sldChg chg="add ord">
        <pc:chgData name="Patrick Merritt" userId="b92c223c-8880-48c6-9b0c-d25ee1bca468" providerId="ADAL" clId="{D384CEBE-BE98-4C3F-8F1E-6AD1F22AE020}" dt="2023-12-14T12:01:18.624" v="6220"/>
        <pc:sldMkLst>
          <pc:docMk/>
          <pc:sldMk cId="2373353585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171293960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91405496" sldId="288"/>
        </pc:sldMkLst>
      </pc:sldChg>
      <pc:sldChg chg="addSp delSp modSp new mod">
        <pc:chgData name="Patrick Merritt" userId="b92c223c-8880-48c6-9b0c-d25ee1bca468" providerId="ADAL" clId="{D384CEBE-BE98-4C3F-8F1E-6AD1F22AE020}" dt="2023-12-14T12:02:55.047" v="6281" actId="20577"/>
        <pc:sldMkLst>
          <pc:docMk/>
          <pc:sldMk cId="1932368986" sldId="28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8:42.663" v="6306" actId="5793"/>
        <pc:sldMkLst>
          <pc:docMk/>
          <pc:sldMk cId="1920045742" sldId="289"/>
        </pc:sldMkLst>
      </pc:sldChg>
      <pc:sldChg chg="addSp modSp add mod">
        <pc:chgData name="Patrick Merritt" userId="b92c223c-8880-48c6-9b0c-d25ee1bca468" providerId="ADAL" clId="{D384CEBE-BE98-4C3F-8F1E-6AD1F22AE020}" dt="2023-12-14T12:18:09.058" v="6338" actId="207"/>
        <pc:sldMkLst>
          <pc:docMk/>
          <pc:sldMk cId="1357407568" sldId="290"/>
        </pc:sldMkLst>
      </pc:sldChg>
      <pc:sldChg chg="new del">
        <pc:chgData name="Patrick Merritt" userId="b92c223c-8880-48c6-9b0c-d25ee1bca468" providerId="ADAL" clId="{D384CEBE-BE98-4C3F-8F1E-6AD1F22AE020}" dt="2023-12-14T12:08:03.734" v="6284" actId="47"/>
        <pc:sldMkLst>
          <pc:docMk/>
          <pc:sldMk cId="1565928494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1356135" sldId="290"/>
        </pc:sldMkLst>
      </pc:sldChg>
      <pc:sldChg chg="modSp new del mod">
        <pc:chgData name="Patrick Merritt" userId="b92c223c-8880-48c6-9b0c-d25ee1bca468" providerId="ADAL" clId="{D384CEBE-BE98-4C3F-8F1E-6AD1F22AE020}" dt="2023-12-14T12:10:32.660" v="6331" actId="47"/>
        <pc:sldMkLst>
          <pc:docMk/>
          <pc:sldMk cId="2293263866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02592564" sldId="29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678482395" sldId="29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228849730" sldId="29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664712549" sldId="29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827035631" sldId="29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59619629" sldId="29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435094948" sldId="29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58622669" sldId="29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70768544" sldId="30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31293" sldId="30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277474212" sldId="30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216974133" sldId="30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74397540" sldId="30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973386" sldId="30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93215013" sldId="30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015670441" sldId="307"/>
        </pc:sldMkLst>
      </pc:sldChg>
    </pc:docChg>
  </pc:docChgLst>
  <pc:docChgLst>
    <pc:chgData name="Patrick Merritt" userId="b92c223c-8880-48c6-9b0c-d25ee1bca468" providerId="ADAL" clId="{E7A11E1E-CE06-4DE3-915B-4A696C29326E}"/>
    <pc:docChg chg="undo custSel addSld delSld modSld sldOrd">
      <pc:chgData name="Patrick Merritt" userId="b92c223c-8880-48c6-9b0c-d25ee1bca468" providerId="ADAL" clId="{E7A11E1E-CE06-4DE3-915B-4A696C29326E}" dt="2024-01-05T13:57:56.414" v="4569" actId="20577"/>
      <pc:docMkLst>
        <pc:docMk/>
      </pc:docMkLst>
      <pc:sldChg chg="modSp mod">
        <pc:chgData name="Patrick Merritt" userId="b92c223c-8880-48c6-9b0c-d25ee1bca468" providerId="ADAL" clId="{E7A11E1E-CE06-4DE3-915B-4A696C29326E}" dt="2024-01-05T11:35:56.629" v="61" actId="20577"/>
        <pc:sldMkLst>
          <pc:docMk/>
          <pc:sldMk cId="4090023474" sldId="25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171259363" sldId="260"/>
        </pc:sldMkLst>
      </pc:sldChg>
      <pc:sldChg chg="modSp new mod">
        <pc:chgData name="Patrick Merritt" userId="b92c223c-8880-48c6-9b0c-d25ee1bca468" providerId="ADAL" clId="{E7A11E1E-CE06-4DE3-915B-4A696C29326E}" dt="2024-01-05T11:39:57.692" v="405" actId="20577"/>
        <pc:sldMkLst>
          <pc:docMk/>
          <pc:sldMk cId="3220211011" sldId="260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197901773" sldId="261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1:45:12.643" v="562" actId="1076"/>
        <pc:sldMkLst>
          <pc:docMk/>
          <pc:sldMk cId="4255940389" sldId="261"/>
        </pc:sldMkLst>
      </pc:sldChg>
      <pc:sldChg chg="delSp modSp add mod ord">
        <pc:chgData name="Patrick Merritt" userId="b92c223c-8880-48c6-9b0c-d25ee1bca468" providerId="ADAL" clId="{E7A11E1E-CE06-4DE3-915B-4A696C29326E}" dt="2024-01-05T11:57:51.968" v="1150"/>
        <pc:sldMkLst>
          <pc:docMk/>
          <pc:sldMk cId="194009912" sldId="26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824764564" sldId="262"/>
        </pc:sldMkLst>
      </pc:sldChg>
      <pc:sldChg chg="new del">
        <pc:chgData name="Patrick Merritt" userId="b92c223c-8880-48c6-9b0c-d25ee1bca468" providerId="ADAL" clId="{E7A11E1E-CE06-4DE3-915B-4A696C29326E}" dt="2024-01-05T11:49:56.604" v="694" actId="47"/>
        <pc:sldMkLst>
          <pc:docMk/>
          <pc:sldMk cId="87283948" sldId="263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141273340" sldId="263"/>
        </pc:sldMkLst>
      </pc:sldChg>
      <pc:sldChg chg="modSp add del mod">
        <pc:chgData name="Patrick Merritt" userId="b92c223c-8880-48c6-9b0c-d25ee1bca468" providerId="ADAL" clId="{E7A11E1E-CE06-4DE3-915B-4A696C29326E}" dt="2024-01-05T11:49:42.532" v="691" actId="47"/>
        <pc:sldMkLst>
          <pc:docMk/>
          <pc:sldMk cId="3185771743" sldId="263"/>
        </pc:sldMkLst>
      </pc:sldChg>
      <pc:sldChg chg="addSp delSp modSp add mod ord">
        <pc:chgData name="Patrick Merritt" userId="b92c223c-8880-48c6-9b0c-d25ee1bca468" providerId="ADAL" clId="{E7A11E1E-CE06-4DE3-915B-4A696C29326E}" dt="2024-01-05T11:57:51.968" v="1150"/>
        <pc:sldMkLst>
          <pc:docMk/>
          <pc:sldMk cId="1381975443" sldId="264"/>
        </pc:sldMkLst>
      </pc:sldChg>
      <pc:sldChg chg="modSp add mod ord">
        <pc:chgData name="Patrick Merritt" userId="b92c223c-8880-48c6-9b0c-d25ee1bca468" providerId="ADAL" clId="{E7A11E1E-CE06-4DE3-915B-4A696C29326E}" dt="2024-01-05T11:57:51.968" v="1150"/>
        <pc:sldMkLst>
          <pc:docMk/>
          <pc:sldMk cId="1646518234" sldId="265"/>
        </pc:sldMkLst>
      </pc:sldChg>
      <pc:sldChg chg="addSp modSp new mod modClrScheme chgLayout">
        <pc:chgData name="Patrick Merritt" userId="b92c223c-8880-48c6-9b0c-d25ee1bca468" providerId="ADAL" clId="{E7A11E1E-CE06-4DE3-915B-4A696C29326E}" dt="2024-01-05T11:58:44.490" v="1302"/>
        <pc:sldMkLst>
          <pc:docMk/>
          <pc:sldMk cId="899640561" sldId="266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2:05:22.156" v="1388" actId="478"/>
        <pc:sldMkLst>
          <pc:docMk/>
          <pc:sldMk cId="1828174363" sldId="267"/>
        </pc:sldMkLst>
      </pc:sldChg>
      <pc:sldChg chg="modSp new del mod">
        <pc:chgData name="Patrick Merritt" userId="b92c223c-8880-48c6-9b0c-d25ee1bca468" providerId="ADAL" clId="{E7A11E1E-CE06-4DE3-915B-4A696C29326E}" dt="2024-01-05T11:57:53.439" v="1151" actId="47"/>
        <pc:sldMkLst>
          <pc:docMk/>
          <pc:sldMk cId="4245200267" sldId="267"/>
        </pc:sldMkLst>
      </pc:sldChg>
      <pc:sldChg chg="addSp modSp add">
        <pc:chgData name="Patrick Merritt" userId="b92c223c-8880-48c6-9b0c-d25ee1bca468" providerId="ADAL" clId="{E7A11E1E-CE06-4DE3-915B-4A696C29326E}" dt="2024-01-05T12:05:41.076" v="1393" actId="11529"/>
        <pc:sldMkLst>
          <pc:docMk/>
          <pc:sldMk cId="4070213266" sldId="268"/>
        </pc:sldMkLst>
      </pc:sldChg>
      <pc:sldChg chg="addSp delSp modSp add mod">
        <pc:chgData name="Patrick Merritt" userId="b92c223c-8880-48c6-9b0c-d25ee1bca468" providerId="ADAL" clId="{E7A11E1E-CE06-4DE3-915B-4A696C29326E}" dt="2024-01-05T12:07:56.988" v="1442" actId="478"/>
        <pc:sldMkLst>
          <pc:docMk/>
          <pc:sldMk cId="201773658" sldId="26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4277664154" sldId="269"/>
        </pc:sldMkLst>
      </pc:sldChg>
      <pc:sldChg chg="addSp modSp add mod">
        <pc:chgData name="Patrick Merritt" userId="b92c223c-8880-48c6-9b0c-d25ee1bca468" providerId="ADAL" clId="{E7A11E1E-CE06-4DE3-915B-4A696C29326E}" dt="2024-01-05T12:09:19.165" v="1474" actId="20577"/>
        <pc:sldMkLst>
          <pc:docMk/>
          <pc:sldMk cId="2551126643" sldId="270"/>
        </pc:sldMkLst>
      </pc:sldChg>
      <pc:sldChg chg="delSp add del">
        <pc:chgData name="Patrick Merritt" userId="b92c223c-8880-48c6-9b0c-d25ee1bca468" providerId="ADAL" clId="{E7A11E1E-CE06-4DE3-915B-4A696C29326E}" dt="2024-01-05T12:09:10.949" v="1471" actId="47"/>
        <pc:sldMkLst>
          <pc:docMk/>
          <pc:sldMk cId="2192935530" sldId="271"/>
        </pc:sldMkLst>
      </pc:sldChg>
      <pc:sldChg chg="modSp add mod">
        <pc:chgData name="Patrick Merritt" userId="b92c223c-8880-48c6-9b0c-d25ee1bca468" providerId="ADAL" clId="{E7A11E1E-CE06-4DE3-915B-4A696C29326E}" dt="2024-01-05T12:09:57.316" v="1527" actId="5793"/>
        <pc:sldMkLst>
          <pc:docMk/>
          <pc:sldMk cId="2686793011" sldId="271"/>
        </pc:sldMkLst>
      </pc:sldChg>
      <pc:sldChg chg="addSp delSp modSp add mod">
        <pc:chgData name="Patrick Merritt" userId="b92c223c-8880-48c6-9b0c-d25ee1bca468" providerId="ADAL" clId="{E7A11E1E-CE06-4DE3-915B-4A696C29326E}" dt="2024-01-05T12:11:09.292" v="1557" actId="14100"/>
        <pc:sldMkLst>
          <pc:docMk/>
          <pc:sldMk cId="28505729" sldId="272"/>
        </pc:sldMkLst>
      </pc:sldChg>
      <pc:sldChg chg="add del">
        <pc:chgData name="Patrick Merritt" userId="b92c223c-8880-48c6-9b0c-d25ee1bca468" providerId="ADAL" clId="{E7A11E1E-CE06-4DE3-915B-4A696C29326E}" dt="2024-01-05T12:09:11.997" v="1472" actId="47"/>
        <pc:sldMkLst>
          <pc:docMk/>
          <pc:sldMk cId="3115219905" sldId="27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125995448" sldId="272"/>
        </pc:sldMkLst>
      </pc:sldChg>
      <pc:sldChg chg="addSp modSp add mod">
        <pc:chgData name="Patrick Merritt" userId="b92c223c-8880-48c6-9b0c-d25ee1bca468" providerId="ADAL" clId="{E7A11E1E-CE06-4DE3-915B-4A696C29326E}" dt="2024-01-05T12:11:31.051" v="1565" actId="20577"/>
        <pc:sldMkLst>
          <pc:docMk/>
          <pc:sldMk cId="856013186" sldId="273"/>
        </pc:sldMkLst>
      </pc:sldChg>
      <pc:sldChg chg="addSp delSp modSp add mod">
        <pc:chgData name="Patrick Merritt" userId="b92c223c-8880-48c6-9b0c-d25ee1bca468" providerId="ADAL" clId="{E7A11E1E-CE06-4DE3-915B-4A696C29326E}" dt="2024-01-05T12:14:37.356" v="1775" actId="167"/>
        <pc:sldMkLst>
          <pc:docMk/>
          <pc:sldMk cId="2735444027" sldId="274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24901865" sldId="275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2:29:30.027" v="2305" actId="20577"/>
        <pc:sldMkLst>
          <pc:docMk/>
          <pc:sldMk cId="3564156289" sldId="275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3:04:01.851" v="2606" actId="20577"/>
        <pc:sldMkLst>
          <pc:docMk/>
          <pc:sldMk cId="1200111887" sldId="276"/>
        </pc:sldMkLst>
      </pc:sldChg>
      <pc:sldChg chg="modSp new del mod">
        <pc:chgData name="Patrick Merritt" userId="b92c223c-8880-48c6-9b0c-d25ee1bca468" providerId="ADAL" clId="{E7A11E1E-CE06-4DE3-915B-4A696C29326E}" dt="2024-01-05T13:16:11.411" v="3107" actId="47"/>
        <pc:sldMkLst>
          <pc:docMk/>
          <pc:sldMk cId="2687465402" sldId="277"/>
        </pc:sldMkLst>
      </pc:sldChg>
      <pc:sldChg chg="modSp new mod">
        <pc:chgData name="Patrick Merritt" userId="b92c223c-8880-48c6-9b0c-d25ee1bca468" providerId="ADAL" clId="{E7A11E1E-CE06-4DE3-915B-4A696C29326E}" dt="2024-01-05T13:17:24.611" v="3207" actId="20577"/>
        <pc:sldMkLst>
          <pc:docMk/>
          <pc:sldMk cId="1260970175" sldId="278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541414701" sldId="278"/>
        </pc:sldMkLst>
      </pc:sldChg>
      <pc:sldChg chg="modSp new del mod">
        <pc:chgData name="Patrick Merritt" userId="b92c223c-8880-48c6-9b0c-d25ee1bca468" providerId="ADAL" clId="{E7A11E1E-CE06-4DE3-915B-4A696C29326E}" dt="2024-01-05T13:29:07.444" v="3571" actId="680"/>
        <pc:sldMkLst>
          <pc:docMk/>
          <pc:sldMk cId="1183092239" sldId="279"/>
        </pc:sldMkLst>
      </pc:sldChg>
      <pc:sldChg chg="addSp delSp modSp new add del mod modClrScheme delAnim modAnim chgLayout">
        <pc:chgData name="Patrick Merritt" userId="b92c223c-8880-48c6-9b0c-d25ee1bca468" providerId="ADAL" clId="{E7A11E1E-CE06-4DE3-915B-4A696C29326E}" dt="2024-01-05T13:46:56.139" v="4212" actId="20577"/>
        <pc:sldMkLst>
          <pc:docMk/>
          <pc:sldMk cId="1562694714" sldId="27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732513907" sldId="279"/>
        </pc:sldMkLst>
      </pc:sldChg>
      <pc:sldChg chg="modSp new del mod">
        <pc:chgData name="Patrick Merritt" userId="b92c223c-8880-48c6-9b0c-d25ee1bca468" providerId="ADAL" clId="{E7A11E1E-CE06-4DE3-915B-4A696C29326E}" dt="2024-01-05T13:16:10.180" v="3106" actId="47"/>
        <pc:sldMkLst>
          <pc:docMk/>
          <pc:sldMk cId="2840096935" sldId="279"/>
        </pc:sldMkLst>
      </pc:sldChg>
      <pc:sldChg chg="addSp delSp modSp new mod">
        <pc:chgData name="Patrick Merritt" userId="b92c223c-8880-48c6-9b0c-d25ee1bca468" providerId="ADAL" clId="{E7A11E1E-CE06-4DE3-915B-4A696C29326E}" dt="2024-01-05T13:44:33.182" v="4105" actId="1076"/>
        <pc:sldMkLst>
          <pc:docMk/>
          <pc:sldMk cId="2989599628" sldId="280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50183293" sldId="281"/>
        </pc:sldMkLst>
      </pc:sldChg>
      <pc:sldChg chg="addSp delSp modSp new mod">
        <pc:chgData name="Patrick Merritt" userId="b92c223c-8880-48c6-9b0c-d25ee1bca468" providerId="ADAL" clId="{E7A11E1E-CE06-4DE3-915B-4A696C29326E}" dt="2024-01-05T13:57:56.414" v="4569" actId="20577"/>
        <pc:sldMkLst>
          <pc:docMk/>
          <pc:sldMk cId="4176621276" sldId="281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946047" sldId="28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4067051680" sldId="284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951863759" sldId="285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866769334" sldId="287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57197811" sldId="288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893304074" sldId="28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257472396" sldId="290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413556152" sldId="29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764408726" sldId="293"/>
        </pc:sldMkLst>
      </pc:sldChg>
    </pc:docChg>
  </pc:docChgLst>
  <pc:docChgLst>
    <pc:chgData name="Patrick Merritt" userId="b92c223c-8880-48c6-9b0c-d25ee1bca468" providerId="ADAL" clId="{25637283-C8EB-455D-B077-C4092FB35210}"/>
    <pc:docChg chg="undo custSel addSld delSld modSld">
      <pc:chgData name="Patrick Merritt" userId="b92c223c-8880-48c6-9b0c-d25ee1bca468" providerId="ADAL" clId="{25637283-C8EB-455D-B077-C4092FB35210}" dt="2024-02-28T10:51:47.775" v="3962" actId="5793"/>
      <pc:docMkLst>
        <pc:docMk/>
      </pc:docMkLst>
      <pc:sldChg chg="modSp mod">
        <pc:chgData name="Patrick Merritt" userId="b92c223c-8880-48c6-9b0c-d25ee1bca468" providerId="ADAL" clId="{25637283-C8EB-455D-B077-C4092FB35210}" dt="2024-02-28T08:13:00.063" v="1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25637283-C8EB-455D-B077-C4092FB35210}" dt="2024-02-28T08:27:59.582" v="30" actId="20577"/>
        <pc:sldMkLst>
          <pc:docMk/>
          <pc:sldMk cId="4090023474" sldId="259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3220211011" sldId="260"/>
        </pc:sldMkLst>
      </pc:sldChg>
      <pc:sldChg chg="modSp new mod">
        <pc:chgData name="Patrick Merritt" userId="b92c223c-8880-48c6-9b0c-d25ee1bca468" providerId="ADAL" clId="{25637283-C8EB-455D-B077-C4092FB35210}" dt="2024-02-28T08:35:32.532" v="367" actId="20577"/>
        <pc:sldMkLst>
          <pc:docMk/>
          <pc:sldMk cId="3569512027" sldId="260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34:36.544" v="359" actId="20577"/>
        <pc:sldMkLst>
          <pc:docMk/>
          <pc:sldMk cId="2373401095" sldId="26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4255940389" sldId="26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94009912" sldId="262"/>
        </pc:sldMkLst>
      </pc:sldChg>
      <pc:sldChg chg="addSp delSp new mod modClrScheme chgLayout">
        <pc:chgData name="Patrick Merritt" userId="b92c223c-8880-48c6-9b0c-d25ee1bca468" providerId="ADAL" clId="{25637283-C8EB-455D-B077-C4092FB35210}" dt="2024-02-28T08:36:50.798" v="370" actId="22"/>
        <pc:sldMkLst>
          <pc:docMk/>
          <pc:sldMk cId="267534423" sldId="262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49:49.907" v="531" actId="20577"/>
        <pc:sldMkLst>
          <pc:docMk/>
          <pc:sldMk cId="3616242699" sldId="263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50:42.057" v="538" actId="22"/>
        <pc:sldMkLst>
          <pc:docMk/>
          <pc:sldMk cId="999326190" sldId="264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381975443" sldId="264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646518234" sldId="265"/>
        </pc:sldMkLst>
      </pc:sldChg>
      <pc:sldChg chg="addSp modSp new mod">
        <pc:chgData name="Patrick Merritt" userId="b92c223c-8880-48c6-9b0c-d25ee1bca468" providerId="ADAL" clId="{25637283-C8EB-455D-B077-C4092FB35210}" dt="2024-02-28T08:51:36.743" v="609" actId="20577"/>
        <pc:sldMkLst>
          <pc:docMk/>
          <pc:sldMk cId="3494792815" sldId="265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899640561" sldId="266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53:55.467" v="724" actId="20577"/>
        <pc:sldMkLst>
          <pc:docMk/>
          <pc:sldMk cId="1079950984" sldId="266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55:32.830" v="731" actId="22"/>
        <pc:sldMkLst>
          <pc:docMk/>
          <pc:sldMk cId="1717678091" sldId="267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828174363" sldId="267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16:26.487" v="2690" actId="20577"/>
        <pc:sldMkLst>
          <pc:docMk/>
          <pc:sldMk cId="1400080146" sldId="268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4070213266" sldId="268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01773658" sldId="269"/>
        </pc:sldMkLst>
      </pc:sldChg>
      <pc:sldChg chg="modSp new mod">
        <pc:chgData name="Patrick Merritt" userId="b92c223c-8880-48c6-9b0c-d25ee1bca468" providerId="ADAL" clId="{25637283-C8EB-455D-B077-C4092FB35210}" dt="2024-02-28T09:19:34.843" v="2828" actId="20577"/>
        <pc:sldMkLst>
          <pc:docMk/>
          <pc:sldMk cId="2112717936" sldId="269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551126643" sldId="270"/>
        </pc:sldMkLst>
      </pc:sldChg>
      <pc:sldChg chg="addSp delSp modSp new mod">
        <pc:chgData name="Patrick Merritt" userId="b92c223c-8880-48c6-9b0c-d25ee1bca468" providerId="ADAL" clId="{25637283-C8EB-455D-B077-C4092FB35210}" dt="2024-02-28T09:04:38.689" v="1271" actId="20577"/>
        <pc:sldMkLst>
          <pc:docMk/>
          <pc:sldMk cId="4037738653" sldId="270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686793011" sldId="271"/>
        </pc:sldMkLst>
      </pc:sldChg>
      <pc:sldChg chg="modSp new mod">
        <pc:chgData name="Patrick Merritt" userId="b92c223c-8880-48c6-9b0c-d25ee1bca468" providerId="ADAL" clId="{25637283-C8EB-455D-B077-C4092FB35210}" dt="2024-02-28T09:08:54.911" v="2040" actId="20577"/>
        <pc:sldMkLst>
          <pc:docMk/>
          <pc:sldMk cId="3438953258" sldId="27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8505729" sldId="272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09:23.104" v="2085" actId="20577"/>
        <pc:sldMkLst>
          <pc:docMk/>
          <pc:sldMk cId="1402157570" sldId="272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856013186" sldId="273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10:08.731" v="2126" actId="20577"/>
        <pc:sldMkLst>
          <pc:docMk/>
          <pc:sldMk cId="1934888768" sldId="273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12:32.704" v="2512"/>
        <pc:sldMkLst>
          <pc:docMk/>
          <pc:sldMk cId="2091103060" sldId="274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735444027" sldId="274"/>
        </pc:sldMkLst>
      </pc:sldChg>
      <pc:sldChg chg="addSp modSp add mod">
        <pc:chgData name="Patrick Merritt" userId="b92c223c-8880-48c6-9b0c-d25ee1bca468" providerId="ADAL" clId="{25637283-C8EB-455D-B077-C4092FB35210}" dt="2024-02-28T09:15:55.392" v="2660" actId="20577"/>
        <pc:sldMkLst>
          <pc:docMk/>
          <pc:sldMk cId="2974521360" sldId="275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3564156289" sldId="275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200111887" sldId="276"/>
        </pc:sldMkLst>
      </pc:sldChg>
      <pc:sldChg chg="addSp delSp modSp new mod">
        <pc:chgData name="Patrick Merritt" userId="b92c223c-8880-48c6-9b0c-d25ee1bca468" providerId="ADAL" clId="{25637283-C8EB-455D-B077-C4092FB35210}" dt="2024-02-28T09:18:03.233" v="2735" actId="14100"/>
        <pc:sldMkLst>
          <pc:docMk/>
          <pc:sldMk cId="2625136815" sldId="276"/>
        </pc:sldMkLst>
      </pc:sldChg>
      <pc:sldChg chg="addSp delSp modSp new mod">
        <pc:chgData name="Patrick Merritt" userId="b92c223c-8880-48c6-9b0c-d25ee1bca468" providerId="ADAL" clId="{25637283-C8EB-455D-B077-C4092FB35210}" dt="2024-02-28T09:25:01.080" v="2868" actId="1076"/>
        <pc:sldMkLst>
          <pc:docMk/>
          <pc:sldMk cId="2692410870" sldId="277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260970175" sldId="278"/>
        </pc:sldMkLst>
      </pc:sldChg>
      <pc:sldChg chg="addSp delSp modSp new mod">
        <pc:chgData name="Patrick Merritt" userId="b92c223c-8880-48c6-9b0c-d25ee1bca468" providerId="ADAL" clId="{25637283-C8EB-455D-B077-C4092FB35210}" dt="2024-02-28T09:27:58.893" v="2912" actId="1076"/>
        <pc:sldMkLst>
          <pc:docMk/>
          <pc:sldMk cId="1610835265" sldId="278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562694714" sldId="279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32:07.360" v="3227" actId="20577"/>
        <pc:sldMkLst>
          <pc:docMk/>
          <pc:sldMk cId="3056776035" sldId="279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34:26.299" v="3274" actId="1076"/>
        <pc:sldMkLst>
          <pc:docMk/>
          <pc:sldMk cId="958348644" sldId="280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989599628" sldId="280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53:30.523" v="3367" actId="20577"/>
        <pc:sldMkLst>
          <pc:docMk/>
          <pc:sldMk cId="3009848713" sldId="28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4176621276" sldId="281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57:14.490" v="3387" actId="20577"/>
        <pc:sldMkLst>
          <pc:docMk/>
          <pc:sldMk cId="1064862004" sldId="282"/>
        </pc:sldMkLst>
      </pc:sldChg>
      <pc:sldChg chg="addSp delSp modSp new mod">
        <pc:chgData name="Patrick Merritt" userId="b92c223c-8880-48c6-9b0c-d25ee1bca468" providerId="ADAL" clId="{25637283-C8EB-455D-B077-C4092FB35210}" dt="2024-02-28T10:03:28.512" v="3507" actId="1076"/>
        <pc:sldMkLst>
          <pc:docMk/>
          <pc:sldMk cId="3015757081" sldId="283"/>
        </pc:sldMkLst>
      </pc:sldChg>
      <pc:sldChg chg="addSp delSp modSp new mod">
        <pc:chgData name="Patrick Merritt" userId="b92c223c-8880-48c6-9b0c-d25ee1bca468" providerId="ADAL" clId="{25637283-C8EB-455D-B077-C4092FB35210}" dt="2024-02-28T10:02:20.182" v="3484" actId="20577"/>
        <pc:sldMkLst>
          <pc:docMk/>
          <pc:sldMk cId="132292203" sldId="284"/>
        </pc:sldMkLst>
      </pc:sldChg>
      <pc:sldChg chg="addSp delSp modSp new mod">
        <pc:chgData name="Patrick Merritt" userId="b92c223c-8880-48c6-9b0c-d25ee1bca468" providerId="ADAL" clId="{25637283-C8EB-455D-B077-C4092FB35210}" dt="2024-02-28T10:20:26.559" v="3801" actId="22"/>
        <pc:sldMkLst>
          <pc:docMk/>
          <pc:sldMk cId="1353253882" sldId="285"/>
        </pc:sldMkLst>
      </pc:sldChg>
      <pc:sldChg chg="addSp delSp modSp new mod">
        <pc:chgData name="Patrick Merritt" userId="b92c223c-8880-48c6-9b0c-d25ee1bca468" providerId="ADAL" clId="{25637283-C8EB-455D-B077-C4092FB35210}" dt="2024-02-28T10:19:44.773" v="3781"/>
        <pc:sldMkLst>
          <pc:docMk/>
          <pc:sldMk cId="1890071987" sldId="286"/>
        </pc:sldMkLst>
      </pc:sldChg>
      <pc:sldChg chg="addSp delSp modSp new mod">
        <pc:chgData name="Patrick Merritt" userId="b92c223c-8880-48c6-9b0c-d25ee1bca468" providerId="ADAL" clId="{25637283-C8EB-455D-B077-C4092FB35210}" dt="2024-02-28T10:22:37.711" v="3828" actId="20577"/>
        <pc:sldMkLst>
          <pc:docMk/>
          <pc:sldMk cId="3460072270" sldId="287"/>
        </pc:sldMkLst>
      </pc:sldChg>
      <pc:sldChg chg="addSp delSp modSp new mod">
        <pc:chgData name="Patrick Merritt" userId="b92c223c-8880-48c6-9b0c-d25ee1bca468" providerId="ADAL" clId="{25637283-C8EB-455D-B077-C4092FB35210}" dt="2024-02-28T10:30:52.133" v="3879" actId="20577"/>
        <pc:sldMkLst>
          <pc:docMk/>
          <pc:sldMk cId="1762301233" sldId="288"/>
        </pc:sldMkLst>
      </pc:sldChg>
      <pc:sldChg chg="addSp delSp modSp new mod">
        <pc:chgData name="Patrick Merritt" userId="b92c223c-8880-48c6-9b0c-d25ee1bca468" providerId="ADAL" clId="{25637283-C8EB-455D-B077-C4092FB35210}" dt="2024-02-28T10:31:47.885" v="3900" actId="5793"/>
        <pc:sldMkLst>
          <pc:docMk/>
          <pc:sldMk cId="480151300" sldId="289"/>
        </pc:sldMkLst>
      </pc:sldChg>
      <pc:sldChg chg="addSp delSp modSp add mod">
        <pc:chgData name="Patrick Merritt" userId="b92c223c-8880-48c6-9b0c-d25ee1bca468" providerId="ADAL" clId="{25637283-C8EB-455D-B077-C4092FB35210}" dt="2024-02-28T10:41:54.035" v="3939" actId="22"/>
        <pc:sldMkLst>
          <pc:docMk/>
          <pc:sldMk cId="1119150662" sldId="290"/>
        </pc:sldMkLst>
      </pc:sldChg>
      <pc:sldChg chg="addSp delSp modSp new mod">
        <pc:chgData name="Patrick Merritt" userId="b92c223c-8880-48c6-9b0c-d25ee1bca468" providerId="ADAL" clId="{25637283-C8EB-455D-B077-C4092FB35210}" dt="2024-02-28T10:51:47.775" v="3962" actId="5793"/>
        <pc:sldMkLst>
          <pc:docMk/>
          <pc:sldMk cId="1001096454" sldId="291"/>
        </pc:sldMkLst>
      </pc:sldChg>
    </pc:docChg>
  </pc:docChgLst>
  <pc:docChgLst>
    <pc:chgData name="Patrick Merritt" userId="b92c223c-8880-48c6-9b0c-d25ee1bca468" providerId="ADAL" clId="{42DF792E-68D2-4FFB-8006-997EE746745C}"/>
    <pc:docChg chg="undo custSel addSld delSld modSld">
      <pc:chgData name="Patrick Merritt" userId="b92c223c-8880-48c6-9b0c-d25ee1bca468" providerId="ADAL" clId="{42DF792E-68D2-4FFB-8006-997EE746745C}" dt="2023-12-19T15:01:45.813" v="1809" actId="20577"/>
      <pc:docMkLst>
        <pc:docMk/>
      </pc:docMkLst>
      <pc:sldChg chg="modSp mod">
        <pc:chgData name="Patrick Merritt" userId="b92c223c-8880-48c6-9b0c-d25ee1bca468" providerId="ADAL" clId="{42DF792E-68D2-4FFB-8006-997EE746745C}" dt="2023-12-19T14:56:12.785" v="1263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42DF792E-68D2-4FFB-8006-997EE746745C}" dt="2023-12-19T14:56:12.785" v="1263"/>
        <pc:sldMkLst>
          <pc:docMk/>
          <pc:sldMk cId="4090023474" sldId="257"/>
        </pc:sldMkLst>
      </pc:sldChg>
      <pc:sldChg chg="modSp new mod">
        <pc:chgData name="Patrick Merritt" userId="b92c223c-8880-48c6-9b0c-d25ee1bca468" providerId="ADAL" clId="{42DF792E-68D2-4FFB-8006-997EE746745C}" dt="2023-12-19T14:56:12.785" v="1263"/>
        <pc:sldMkLst>
          <pc:docMk/>
          <pc:sldMk cId="1102325555" sldId="25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4006123558" sldId="25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288268294" sldId="259"/>
        </pc:sldMkLst>
      </pc:sldChg>
      <pc:sldChg chg="modSp new mod">
        <pc:chgData name="Patrick Merritt" userId="b92c223c-8880-48c6-9b0c-d25ee1bca468" providerId="ADAL" clId="{42DF792E-68D2-4FFB-8006-997EE746745C}" dt="2023-12-19T14:56:12.785" v="1263"/>
        <pc:sldMkLst>
          <pc:docMk/>
          <pc:sldMk cId="3764636564" sldId="259"/>
        </pc:sldMkLst>
      </pc:sldChg>
      <pc:sldChg chg="modSp new mod">
        <pc:chgData name="Patrick Merritt" userId="b92c223c-8880-48c6-9b0c-d25ee1bca468" providerId="ADAL" clId="{42DF792E-68D2-4FFB-8006-997EE746745C}" dt="2023-12-19T14:56:12.785" v="1263"/>
        <pc:sldMkLst>
          <pc:docMk/>
          <pc:sldMk cId="1075416141" sldId="260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739289295" sldId="260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4204195" sldId="261"/>
        </pc:sldMkLst>
      </pc:sldChg>
      <pc:sldChg chg="addSp delSp modSp new mod modClrScheme chgLayout">
        <pc:chgData name="Patrick Merritt" userId="b92c223c-8880-48c6-9b0c-d25ee1bca468" providerId="ADAL" clId="{42DF792E-68D2-4FFB-8006-997EE746745C}" dt="2023-12-19T13:53:38.770" v="907" actId="732"/>
        <pc:sldMkLst>
          <pc:docMk/>
          <pc:sldMk cId="3983270316" sldId="261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261975854" sldId="262"/>
        </pc:sldMkLst>
      </pc:sldChg>
      <pc:sldChg chg="modSp new del mod">
        <pc:chgData name="Patrick Merritt" userId="b92c223c-8880-48c6-9b0c-d25ee1bca468" providerId="ADAL" clId="{42DF792E-68D2-4FFB-8006-997EE746745C}" dt="2023-12-19T13:38:55.937" v="562" actId="47"/>
        <pc:sldMkLst>
          <pc:docMk/>
          <pc:sldMk cId="2673607205" sldId="262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196658162" sldId="263"/>
        </pc:sldMkLst>
      </pc:sldChg>
      <pc:sldChg chg="modSp add mod">
        <pc:chgData name="Patrick Merritt" userId="b92c223c-8880-48c6-9b0c-d25ee1bca468" providerId="ADAL" clId="{42DF792E-68D2-4FFB-8006-997EE746745C}" dt="2023-12-19T14:56:12.785" v="1263"/>
        <pc:sldMkLst>
          <pc:docMk/>
          <pc:sldMk cId="3193418125" sldId="263"/>
        </pc:sldMkLst>
      </pc:sldChg>
      <pc:sldChg chg="addSp modSp add mod">
        <pc:chgData name="Patrick Merritt" userId="b92c223c-8880-48c6-9b0c-d25ee1bca468" providerId="ADAL" clId="{42DF792E-68D2-4FFB-8006-997EE746745C}" dt="2023-12-19T13:53:29.450" v="906" actId="732"/>
        <pc:sldMkLst>
          <pc:docMk/>
          <pc:sldMk cId="2475839904" sldId="26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29441607" sldId="26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852430347" sldId="265"/>
        </pc:sldMkLst>
      </pc:sldChg>
      <pc:sldChg chg="addSp modSp new mod">
        <pc:chgData name="Patrick Merritt" userId="b92c223c-8880-48c6-9b0c-d25ee1bca468" providerId="ADAL" clId="{42DF792E-68D2-4FFB-8006-997EE746745C}" dt="2023-12-19T13:53:21.353" v="905" actId="732"/>
        <pc:sldMkLst>
          <pc:docMk/>
          <pc:sldMk cId="4220806833" sldId="265"/>
        </pc:sldMkLst>
      </pc:sldChg>
      <pc:sldChg chg="addSp delSp modSp add mod">
        <pc:chgData name="Patrick Merritt" userId="b92c223c-8880-48c6-9b0c-d25ee1bca468" providerId="ADAL" clId="{42DF792E-68D2-4FFB-8006-997EE746745C}" dt="2023-12-19T13:53:14.748" v="904" actId="732"/>
        <pc:sldMkLst>
          <pc:docMk/>
          <pc:sldMk cId="1204821529" sldId="266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143789540" sldId="266"/>
        </pc:sldMkLst>
      </pc:sldChg>
      <pc:sldChg chg="addSp delSp modSp add mod">
        <pc:chgData name="Patrick Merritt" userId="b92c223c-8880-48c6-9b0c-d25ee1bca468" providerId="ADAL" clId="{42DF792E-68D2-4FFB-8006-997EE746745C}" dt="2023-12-19T13:53:04.584" v="903" actId="732"/>
        <pc:sldMkLst>
          <pc:docMk/>
          <pc:sldMk cId="138283189" sldId="26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624448114" sldId="26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940620572" sldId="268"/>
        </pc:sldMkLst>
      </pc:sldChg>
      <pc:sldChg chg="addSp delSp modSp add mod">
        <pc:chgData name="Patrick Merritt" userId="b92c223c-8880-48c6-9b0c-d25ee1bca468" providerId="ADAL" clId="{42DF792E-68D2-4FFB-8006-997EE746745C}" dt="2023-12-19T13:52:47.692" v="902" actId="732"/>
        <pc:sldMkLst>
          <pc:docMk/>
          <pc:sldMk cId="2606323532" sldId="26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437213477" sldId="269"/>
        </pc:sldMkLst>
      </pc:sldChg>
      <pc:sldChg chg="addSp new mod">
        <pc:chgData name="Patrick Merritt" userId="b92c223c-8880-48c6-9b0c-d25ee1bca468" providerId="ADAL" clId="{42DF792E-68D2-4FFB-8006-997EE746745C}" dt="2023-12-19T14:11:20.113" v="909" actId="22"/>
        <pc:sldMkLst>
          <pc:docMk/>
          <pc:sldMk cId="3067296891" sldId="269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364181911" sldId="270"/>
        </pc:sldMkLst>
      </pc:sldChg>
      <pc:sldChg chg="addSp delSp modSp new mod">
        <pc:chgData name="Patrick Merritt" userId="b92c223c-8880-48c6-9b0c-d25ee1bca468" providerId="ADAL" clId="{42DF792E-68D2-4FFB-8006-997EE746745C}" dt="2023-12-19T14:18:19.306" v="919" actId="18131"/>
        <pc:sldMkLst>
          <pc:docMk/>
          <pc:sldMk cId="3000209206" sldId="270"/>
        </pc:sldMkLst>
      </pc:sldChg>
      <pc:sldChg chg="addSp delSp modSp new mod">
        <pc:chgData name="Patrick Merritt" userId="b92c223c-8880-48c6-9b0c-d25ee1bca468" providerId="ADAL" clId="{42DF792E-68D2-4FFB-8006-997EE746745C}" dt="2023-12-19T14:20:28.901" v="930" actId="1076"/>
        <pc:sldMkLst>
          <pc:docMk/>
          <pc:sldMk cId="27238211" sldId="271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401724132" sldId="271"/>
        </pc:sldMkLst>
      </pc:sldChg>
      <pc:sldChg chg="addSp modSp new mod">
        <pc:chgData name="Patrick Merritt" userId="b92c223c-8880-48c6-9b0c-d25ee1bca468" providerId="ADAL" clId="{42DF792E-68D2-4FFB-8006-997EE746745C}" dt="2023-12-19T14:22:02.396" v="954" actId="207"/>
        <pc:sldMkLst>
          <pc:docMk/>
          <pc:sldMk cId="1382082173" sldId="272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649526996" sldId="272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182712779" sldId="273"/>
        </pc:sldMkLst>
      </pc:sldChg>
      <pc:sldChg chg="addSp modSp new mod">
        <pc:chgData name="Patrick Merritt" userId="b92c223c-8880-48c6-9b0c-d25ee1bca468" providerId="ADAL" clId="{42DF792E-68D2-4FFB-8006-997EE746745C}" dt="2023-12-19T14:24:20.008" v="959" actId="1076"/>
        <pc:sldMkLst>
          <pc:docMk/>
          <pc:sldMk cId="4199535154" sldId="273"/>
        </pc:sldMkLst>
      </pc:sldChg>
      <pc:sldChg chg="addSp new mod">
        <pc:chgData name="Patrick Merritt" userId="b92c223c-8880-48c6-9b0c-d25ee1bca468" providerId="ADAL" clId="{42DF792E-68D2-4FFB-8006-997EE746745C}" dt="2023-12-19T14:25:16.057" v="961" actId="22"/>
        <pc:sldMkLst>
          <pc:docMk/>
          <pc:sldMk cId="237246477" sldId="27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98367199" sldId="27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886003805" sldId="275"/>
        </pc:sldMkLst>
      </pc:sldChg>
      <pc:sldChg chg="addSp delSp modSp new mod">
        <pc:chgData name="Patrick Merritt" userId="b92c223c-8880-48c6-9b0c-d25ee1bca468" providerId="ADAL" clId="{42DF792E-68D2-4FFB-8006-997EE746745C}" dt="2023-12-19T14:35:19.843" v="970" actId="14100"/>
        <pc:sldMkLst>
          <pc:docMk/>
          <pc:sldMk cId="3585922048" sldId="275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67257206" sldId="276"/>
        </pc:sldMkLst>
      </pc:sldChg>
      <pc:sldChg chg="addSp delSp modSp new mod modClrScheme chgLayout">
        <pc:chgData name="Patrick Merritt" userId="b92c223c-8880-48c6-9b0c-d25ee1bca468" providerId="ADAL" clId="{42DF792E-68D2-4FFB-8006-997EE746745C}" dt="2023-12-19T14:56:12.785" v="1263"/>
        <pc:sldMkLst>
          <pc:docMk/>
          <pc:sldMk cId="1987770348" sldId="276"/>
        </pc:sldMkLst>
      </pc:sldChg>
      <pc:sldChg chg="addSp delSp modSp new mod modClrScheme chgLayout">
        <pc:chgData name="Patrick Merritt" userId="b92c223c-8880-48c6-9b0c-d25ee1bca468" providerId="ADAL" clId="{42DF792E-68D2-4FFB-8006-997EE746745C}" dt="2023-12-19T14:57:12.502" v="1335" actId="207"/>
        <pc:sldMkLst>
          <pc:docMk/>
          <pc:sldMk cId="1190732726" sldId="27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877363793" sldId="277"/>
        </pc:sldMkLst>
      </pc:sldChg>
      <pc:sldChg chg="addSp modSp new mod modClrScheme chgLayout">
        <pc:chgData name="Patrick Merritt" userId="b92c223c-8880-48c6-9b0c-d25ee1bca468" providerId="ADAL" clId="{42DF792E-68D2-4FFB-8006-997EE746745C}" dt="2023-12-19T15:01:45.813" v="1809" actId="20577"/>
        <pc:sldMkLst>
          <pc:docMk/>
          <pc:sldMk cId="1056294071" sldId="27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30142546" sldId="27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69978787" sldId="279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83611571" sldId="280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519961626" sldId="281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834705654" sldId="283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507591953" sldId="28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706905928" sldId="285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761621274" sldId="286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405829582" sldId="28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928451974" sldId="288"/>
        </pc:sldMkLst>
      </pc:sldChg>
    </pc:docChg>
  </pc:docChgLst>
  <pc:docChgLst>
    <pc:chgData name="Patrick Merritt" userId="b92c223c-8880-48c6-9b0c-d25ee1bca468" providerId="ADAL" clId="{A9BA1197-51BB-42D3-A97B-4D3A28EFCEA0}"/>
    <pc:docChg chg="undo custSel addSld delSld modSld">
      <pc:chgData name="Patrick Merritt" userId="b92c223c-8880-48c6-9b0c-d25ee1bca468" providerId="ADAL" clId="{A9BA1197-51BB-42D3-A97B-4D3A28EFCEA0}" dt="2023-12-18T12:21:04.239" v="8039" actId="5793"/>
      <pc:docMkLst>
        <pc:docMk/>
      </pc:docMkLst>
      <pc:sldChg chg="modSp mod">
        <pc:chgData name="Patrick Merritt" userId="b92c223c-8880-48c6-9b0c-d25ee1bca468" providerId="ADAL" clId="{A9BA1197-51BB-42D3-A97B-4D3A28EFCEA0}" dt="2023-12-18T10:42:38.536" v="20" actId="20577"/>
        <pc:sldMkLst>
          <pc:docMk/>
          <pc:sldMk cId="4090023474" sldId="25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171259363" sldId="258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0:50:56.633" v="1085" actId="5793"/>
        <pc:sldMkLst>
          <pc:docMk/>
          <pc:sldMk cId="3076130439" sldId="258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197901773" sldId="259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0:45:06.620" v="428" actId="5793"/>
        <pc:sldMkLst>
          <pc:docMk/>
          <pc:sldMk cId="3866356596" sldId="259"/>
        </pc:sldMkLst>
      </pc:sldChg>
      <pc:sldChg chg="modSp new del mod">
        <pc:chgData name="Patrick Merritt" userId="b92c223c-8880-48c6-9b0c-d25ee1bca468" providerId="ADAL" clId="{A9BA1197-51BB-42D3-A97B-4D3A28EFCEA0}" dt="2023-12-18T10:45:35.739" v="507" actId="47"/>
        <pc:sldMkLst>
          <pc:docMk/>
          <pc:sldMk cId="919879905" sldId="260"/>
        </pc:sldMkLst>
      </pc:sldChg>
      <pc:sldChg chg="modSp new mod">
        <pc:chgData name="Patrick Merritt" userId="b92c223c-8880-48c6-9b0c-d25ee1bca468" providerId="ADAL" clId="{A9BA1197-51BB-42D3-A97B-4D3A28EFCEA0}" dt="2023-12-18T10:48:43.836" v="754" actId="20577"/>
        <pc:sldMkLst>
          <pc:docMk/>
          <pc:sldMk cId="1030628254" sldId="26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824764564" sldId="26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141273340" sldId="261"/>
        </pc:sldMkLst>
      </pc:sldChg>
      <pc:sldChg chg="add">
        <pc:chgData name="Patrick Merritt" userId="b92c223c-8880-48c6-9b0c-d25ee1bca468" providerId="ADAL" clId="{A9BA1197-51BB-42D3-A97B-4D3A28EFCEA0}" dt="2023-12-18T10:48:40.480" v="753" actId="2890"/>
        <pc:sldMkLst>
          <pc:docMk/>
          <pc:sldMk cId="3274393645" sldId="261"/>
        </pc:sldMkLst>
      </pc:sldChg>
      <pc:sldChg chg="modSp new mod">
        <pc:chgData name="Patrick Merritt" userId="b92c223c-8880-48c6-9b0c-d25ee1bca468" providerId="ADAL" clId="{A9BA1197-51BB-42D3-A97B-4D3A28EFCEA0}" dt="2023-12-18T10:52:50.618" v="1200" actId="20577"/>
        <pc:sldMkLst>
          <pc:docMk/>
          <pc:sldMk cId="523429448" sldId="26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866769334" sldId="26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635429887" sldId="263"/>
        </pc:sldMkLst>
      </pc:sldChg>
      <pc:sldChg chg="new del">
        <pc:chgData name="Patrick Merritt" userId="b92c223c-8880-48c6-9b0c-d25ee1bca468" providerId="ADAL" clId="{A9BA1197-51BB-42D3-A97B-4D3A28EFCEA0}" dt="2023-12-18T10:54:47.054" v="1205" actId="47"/>
        <pc:sldMkLst>
          <pc:docMk/>
          <pc:sldMk cId="1571888115" sldId="263"/>
        </pc:sldMkLst>
      </pc:sldChg>
      <pc:sldChg chg="new del">
        <pc:chgData name="Patrick Merritt" userId="b92c223c-8880-48c6-9b0c-d25ee1bca468" providerId="ADAL" clId="{A9BA1197-51BB-42D3-A97B-4D3A28EFCEA0}" dt="2023-12-18T10:54:21.802" v="1203" actId="47"/>
        <pc:sldMkLst>
          <pc:docMk/>
          <pc:sldMk cId="2998760356" sldId="264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02:24.857" v="1441" actId="20577"/>
        <pc:sldMkLst>
          <pc:docMk/>
          <pc:sldMk cId="3615270891" sldId="264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124873510" sldId="264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324938249" sldId="265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04:33.113" v="1805" actId="20577"/>
        <pc:sldMkLst>
          <pc:docMk/>
          <pc:sldMk cId="1384249482" sldId="265"/>
        </pc:sldMkLst>
      </pc:sldChg>
      <pc:sldChg chg="addSp delSp modSp new del mod modClrScheme chgLayout">
        <pc:chgData name="Patrick Merritt" userId="b92c223c-8880-48c6-9b0c-d25ee1bca468" providerId="ADAL" clId="{A9BA1197-51BB-42D3-A97B-4D3A28EFCEA0}" dt="2023-12-18T11:02:28.893" v="1442" actId="47"/>
        <pc:sldMkLst>
          <pc:docMk/>
          <pc:sldMk cId="3731458093" sldId="265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897488428" sldId="266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08:57.835" v="2265"/>
        <pc:sldMkLst>
          <pc:docMk/>
          <pc:sldMk cId="3587661452" sldId="266"/>
        </pc:sldMkLst>
      </pc:sldChg>
      <pc:sldChg chg="add del">
        <pc:chgData name="Patrick Merritt" userId="b92c223c-8880-48c6-9b0c-d25ee1bca468" providerId="ADAL" clId="{A9BA1197-51BB-42D3-A97B-4D3A28EFCEA0}" dt="2023-12-18T11:05:39.823" v="1912" actId="47"/>
        <pc:sldMkLst>
          <pc:docMk/>
          <pc:sldMk cId="1532729633" sldId="267"/>
        </pc:sldMkLst>
      </pc:sldChg>
      <pc:sldChg chg="addSp delSp modSp new mod">
        <pc:chgData name="Patrick Merritt" userId="b92c223c-8880-48c6-9b0c-d25ee1bca468" providerId="ADAL" clId="{A9BA1197-51BB-42D3-A97B-4D3A28EFCEA0}" dt="2023-12-18T11:10:59.441" v="2588" actId="20577"/>
        <pc:sldMkLst>
          <pc:docMk/>
          <pc:sldMk cId="3391932264" sldId="26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66469310" sldId="268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13:27.986" v="3020" actId="20577"/>
        <pc:sldMkLst>
          <pc:docMk/>
          <pc:sldMk cId="537815886" sldId="268"/>
        </pc:sldMkLst>
      </pc:sldChg>
      <pc:sldChg chg="modSp new mod">
        <pc:chgData name="Patrick Merritt" userId="b92c223c-8880-48c6-9b0c-d25ee1bca468" providerId="ADAL" clId="{A9BA1197-51BB-42D3-A97B-4D3A28EFCEA0}" dt="2023-12-18T11:16:36.962" v="3578" actId="5793"/>
        <pc:sldMkLst>
          <pc:docMk/>
          <pc:sldMk cId="419591805" sldId="269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277664154" sldId="269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18:51.867" v="3772" actId="20577"/>
        <pc:sldMkLst>
          <pc:docMk/>
          <pc:sldMk cId="1040891428" sldId="27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125995448" sldId="27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69786884" sldId="271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24:42.267" v="4476" actId="20577"/>
        <pc:sldMkLst>
          <pc:docMk/>
          <pc:sldMk cId="3535696024" sldId="271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442787233" sldId="272"/>
        </pc:sldMkLst>
      </pc:sldChg>
      <pc:sldChg chg="modSp new mod">
        <pc:chgData name="Patrick Merritt" userId="b92c223c-8880-48c6-9b0c-d25ee1bca468" providerId="ADAL" clId="{A9BA1197-51BB-42D3-A97B-4D3A28EFCEA0}" dt="2023-12-18T11:25:32.938" v="4605" actId="20577"/>
        <pc:sldMkLst>
          <pc:docMk/>
          <pc:sldMk cId="3008755037" sldId="27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24901865" sldId="273"/>
        </pc:sldMkLst>
      </pc:sldChg>
      <pc:sldChg chg="modSp new mod">
        <pc:chgData name="Patrick Merritt" userId="b92c223c-8880-48c6-9b0c-d25ee1bca468" providerId="ADAL" clId="{A9BA1197-51BB-42D3-A97B-4D3A28EFCEA0}" dt="2023-12-18T11:41:50.028" v="5135" actId="20577"/>
        <pc:sldMkLst>
          <pc:docMk/>
          <pc:sldMk cId="461794191" sldId="273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897306204" sldId="274"/>
        </pc:sldMkLst>
      </pc:sldChg>
      <pc:sldChg chg="addSp delSp modSp new mod">
        <pc:chgData name="Patrick Merritt" userId="b92c223c-8880-48c6-9b0c-d25ee1bca468" providerId="ADAL" clId="{A9BA1197-51BB-42D3-A97B-4D3A28EFCEA0}" dt="2023-12-18T11:41:22.595" v="5096" actId="20577"/>
        <pc:sldMkLst>
          <pc:docMk/>
          <pc:sldMk cId="984372452" sldId="274"/>
        </pc:sldMkLst>
      </pc:sldChg>
      <pc:sldChg chg="modSp new mod">
        <pc:chgData name="Patrick Merritt" userId="b92c223c-8880-48c6-9b0c-d25ee1bca468" providerId="ADAL" clId="{A9BA1197-51BB-42D3-A97B-4D3A28EFCEA0}" dt="2023-12-18T11:44:16.413" v="5619" actId="20577"/>
        <pc:sldMkLst>
          <pc:docMk/>
          <pc:sldMk cId="113240421" sldId="275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671767789" sldId="275"/>
        </pc:sldMkLst>
      </pc:sldChg>
      <pc:sldChg chg="addSp modSp new mod modClrScheme chgLayout">
        <pc:chgData name="Patrick Merritt" userId="b92c223c-8880-48c6-9b0c-d25ee1bca468" providerId="ADAL" clId="{A9BA1197-51BB-42D3-A97B-4D3A28EFCEA0}" dt="2023-12-18T11:48:18.500" v="5851" actId="20577"/>
        <pc:sldMkLst>
          <pc:docMk/>
          <pc:sldMk cId="2381729718" sldId="27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732513907" sldId="277"/>
        </pc:sldMkLst>
      </pc:sldChg>
      <pc:sldChg chg="modSp new mod">
        <pc:chgData name="Patrick Merritt" userId="b92c223c-8880-48c6-9b0c-d25ee1bca468" providerId="ADAL" clId="{A9BA1197-51BB-42D3-A97B-4D3A28EFCEA0}" dt="2023-12-18T11:52:07.126" v="6111" actId="313"/>
        <pc:sldMkLst>
          <pc:docMk/>
          <pc:sldMk cId="3595361527" sldId="27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81169942" sldId="278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57:31.744" v="6154"/>
        <pc:sldMkLst>
          <pc:docMk/>
          <pc:sldMk cId="3408099803" sldId="278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57437478" sldId="279"/>
        </pc:sldMkLst>
      </pc:sldChg>
      <pc:sldChg chg="addSp delSp modSp new mod">
        <pc:chgData name="Patrick Merritt" userId="b92c223c-8880-48c6-9b0c-d25ee1bca468" providerId="ADAL" clId="{A9BA1197-51BB-42D3-A97B-4D3A28EFCEA0}" dt="2023-12-18T11:53:04.568" v="6131" actId="12"/>
        <pc:sldMkLst>
          <pc:docMk/>
          <pc:sldMk cId="1572062253" sldId="279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639206012" sldId="280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2:03:03.230" v="6505" actId="20577"/>
        <pc:sldMkLst>
          <pc:docMk/>
          <pc:sldMk cId="988291103" sldId="280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2:06:07.351" v="6557" actId="27636"/>
        <pc:sldMkLst>
          <pc:docMk/>
          <pc:sldMk cId="1800106693" sldId="281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747582081" sldId="281"/>
        </pc:sldMkLst>
      </pc:sldChg>
      <pc:sldChg chg="modSp new mod">
        <pc:chgData name="Patrick Merritt" userId="b92c223c-8880-48c6-9b0c-d25ee1bca468" providerId="ADAL" clId="{A9BA1197-51BB-42D3-A97B-4D3A28EFCEA0}" dt="2023-12-18T12:06:20.725" v="6567" actId="5793"/>
        <pc:sldMkLst>
          <pc:docMk/>
          <pc:sldMk cId="204494961" sldId="28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085231695" sldId="28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861414133" sldId="283"/>
        </pc:sldMkLst>
      </pc:sldChg>
      <pc:sldChg chg="modSp new mod">
        <pc:chgData name="Patrick Merritt" userId="b92c223c-8880-48c6-9b0c-d25ee1bca468" providerId="ADAL" clId="{A9BA1197-51BB-42D3-A97B-4D3A28EFCEA0}" dt="2023-12-18T12:11:10.253" v="7200" actId="20577"/>
        <pc:sldMkLst>
          <pc:docMk/>
          <pc:sldMk cId="2606639962" sldId="283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690954885" sldId="284"/>
        </pc:sldMkLst>
      </pc:sldChg>
      <pc:sldChg chg="modSp new mod">
        <pc:chgData name="Patrick Merritt" userId="b92c223c-8880-48c6-9b0c-d25ee1bca468" providerId="ADAL" clId="{A9BA1197-51BB-42D3-A97B-4D3A28EFCEA0}" dt="2023-12-18T12:13:43.637" v="7583" actId="20577"/>
        <pc:sldMkLst>
          <pc:docMk/>
          <pc:sldMk cId="3201941291" sldId="284"/>
        </pc:sldMkLst>
      </pc:sldChg>
      <pc:sldChg chg="addSp delSp modSp new mod">
        <pc:chgData name="Patrick Merritt" userId="b92c223c-8880-48c6-9b0c-d25ee1bca468" providerId="ADAL" clId="{A9BA1197-51BB-42D3-A97B-4D3A28EFCEA0}" dt="2023-12-18T12:19:13.542" v="7818" actId="20577"/>
        <pc:sldMkLst>
          <pc:docMk/>
          <pc:sldMk cId="472658482" sldId="285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78102423" sldId="285"/>
        </pc:sldMkLst>
      </pc:sldChg>
      <pc:sldChg chg="modSp new mod">
        <pc:chgData name="Patrick Merritt" userId="b92c223c-8880-48c6-9b0c-d25ee1bca468" providerId="ADAL" clId="{A9BA1197-51BB-42D3-A97B-4D3A28EFCEA0}" dt="2023-12-18T12:19:24.781" v="7827" actId="20577"/>
        <pc:sldMkLst>
          <pc:docMk/>
          <pc:sldMk cId="2060456983" sldId="28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225291369" sldId="28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373353585" sldId="287"/>
        </pc:sldMkLst>
      </pc:sldChg>
      <pc:sldChg chg="modSp new mod">
        <pc:chgData name="Patrick Merritt" userId="b92c223c-8880-48c6-9b0c-d25ee1bca468" providerId="ADAL" clId="{A9BA1197-51BB-42D3-A97B-4D3A28EFCEA0}" dt="2023-12-18T12:21:04.239" v="8039" actId="5793"/>
        <pc:sldMkLst>
          <pc:docMk/>
          <pc:sldMk cId="4109730789" sldId="28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932368986" sldId="288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920045742" sldId="289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357407568" sldId="290"/>
        </pc:sldMkLst>
      </pc:sldChg>
    </pc:docChg>
  </pc:docChgLst>
  <pc:docChgLst>
    <pc:chgData name="Patrick Merritt" userId="b92c223c-8880-48c6-9b0c-d25ee1bca468" providerId="ADAL" clId="{902DB7BE-E38F-43CA-AB69-77395EAAECCD}"/>
    <pc:docChg chg="undo custSel addSld delSld modSld sldOrd">
      <pc:chgData name="Patrick Merritt" userId="b92c223c-8880-48c6-9b0c-d25ee1bca468" providerId="ADAL" clId="{902DB7BE-E38F-43CA-AB69-77395EAAECCD}" dt="2024-04-04T10:40:17.090" v="2653" actId="14100"/>
      <pc:docMkLst>
        <pc:docMk/>
      </pc:docMkLst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2410254458" sldId="260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595966668" sldId="261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1974910284" sldId="262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171046264" sldId="263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537051472" sldId="264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196394022" sldId="265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476658101" sldId="266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3170401979" sldId="267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3767513092" sldId="268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2199724851" sldId="269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4180453076" sldId="270"/>
        </pc:sldMkLst>
      </pc:sldChg>
      <pc:sldChg chg="addSp delSp mod ord">
        <pc:chgData name="Patrick Merritt" userId="b92c223c-8880-48c6-9b0c-d25ee1bca468" providerId="ADAL" clId="{902DB7BE-E38F-43CA-AB69-77395EAAECCD}" dt="2024-04-04T10:39:47.267" v="2645" actId="22"/>
        <pc:sldMkLst>
          <pc:docMk/>
          <pc:sldMk cId="3318646315" sldId="271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253791050" sldId="272"/>
        </pc:sldMkLst>
      </pc:sldChg>
      <pc:sldChg chg="addSp delSp modSp mod ord">
        <pc:chgData name="Patrick Merritt" userId="b92c223c-8880-48c6-9b0c-d25ee1bca468" providerId="ADAL" clId="{902DB7BE-E38F-43CA-AB69-77395EAAECCD}" dt="2024-04-03T11:20:25.353" v="2411" actId="22"/>
        <pc:sldMkLst>
          <pc:docMk/>
          <pc:sldMk cId="3889099913" sldId="273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828679120" sldId="274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4218717467" sldId="275"/>
        </pc:sldMkLst>
      </pc:sldChg>
      <pc:sldChg chg="ord">
        <pc:chgData name="Patrick Merritt" userId="b92c223c-8880-48c6-9b0c-d25ee1bca468" providerId="ADAL" clId="{902DB7BE-E38F-43CA-AB69-77395EAAECCD}" dt="2024-04-03T10:54:16.901" v="1964"/>
        <pc:sldMkLst>
          <pc:docMk/>
          <pc:sldMk cId="2438987509" sldId="276"/>
        </pc:sldMkLst>
      </pc:sldChg>
      <pc:sldChg chg="addSp modSp new mod modClrScheme chgLayout">
        <pc:chgData name="Patrick Merritt" userId="b92c223c-8880-48c6-9b0c-d25ee1bca468" providerId="ADAL" clId="{902DB7BE-E38F-43CA-AB69-77395EAAECCD}" dt="2024-04-03T09:07:44.001" v="38" actId="20577"/>
        <pc:sldMkLst>
          <pc:docMk/>
          <pc:sldMk cId="1034598264" sldId="277"/>
        </pc:sldMkLst>
      </pc:sldChg>
      <pc:sldChg chg="addSp delSp modSp new mod modClrScheme chgLayout">
        <pc:chgData name="Patrick Merritt" userId="b92c223c-8880-48c6-9b0c-d25ee1bca468" providerId="ADAL" clId="{902DB7BE-E38F-43CA-AB69-77395EAAECCD}" dt="2024-04-03T09:10:33.671" v="310" actId="20577"/>
        <pc:sldMkLst>
          <pc:docMk/>
          <pc:sldMk cId="1886463188" sldId="278"/>
        </pc:sldMkLst>
      </pc:sldChg>
      <pc:sldChg chg="addSp delSp modSp new mod modClrScheme chgLayout">
        <pc:chgData name="Patrick Merritt" userId="b92c223c-8880-48c6-9b0c-d25ee1bca468" providerId="ADAL" clId="{902DB7BE-E38F-43CA-AB69-77395EAAECCD}" dt="2024-04-03T09:16:06.600" v="504" actId="5793"/>
        <pc:sldMkLst>
          <pc:docMk/>
          <pc:sldMk cId="1951131646" sldId="279"/>
        </pc:sldMkLst>
      </pc:sldChg>
      <pc:sldChg chg="addSp modSp new mod">
        <pc:chgData name="Patrick Merritt" userId="b92c223c-8880-48c6-9b0c-d25ee1bca468" providerId="ADAL" clId="{902DB7BE-E38F-43CA-AB69-77395EAAECCD}" dt="2024-04-03T09:25:20.423" v="523" actId="22"/>
        <pc:sldMkLst>
          <pc:docMk/>
          <pc:sldMk cId="2973712648" sldId="280"/>
        </pc:sldMkLst>
      </pc:sldChg>
      <pc:sldChg chg="addSp delSp modSp add mod modClrScheme chgLayout">
        <pc:chgData name="Patrick Merritt" userId="b92c223c-8880-48c6-9b0c-d25ee1bca468" providerId="ADAL" clId="{902DB7BE-E38F-43CA-AB69-77395EAAECCD}" dt="2024-04-03T09:23:28.475" v="522" actId="1076"/>
        <pc:sldMkLst>
          <pc:docMk/>
          <pc:sldMk cId="3880158615" sldId="281"/>
        </pc:sldMkLst>
      </pc:sldChg>
      <pc:sldChg chg="addSp delSp add mod">
        <pc:chgData name="Patrick Merritt" userId="b92c223c-8880-48c6-9b0c-d25ee1bca468" providerId="ADAL" clId="{902DB7BE-E38F-43CA-AB69-77395EAAECCD}" dt="2024-04-03T09:23:10.424" v="516" actId="22"/>
        <pc:sldMkLst>
          <pc:docMk/>
          <pc:sldMk cId="3813280031" sldId="282"/>
        </pc:sldMkLst>
      </pc:sldChg>
      <pc:sldChg chg="addSp delSp modSp new del mod">
        <pc:chgData name="Patrick Merritt" userId="b92c223c-8880-48c6-9b0c-d25ee1bca468" providerId="ADAL" clId="{902DB7BE-E38F-43CA-AB69-77395EAAECCD}" dt="2024-04-03T12:07:55.661" v="2643" actId="2696"/>
        <pc:sldMkLst>
          <pc:docMk/>
          <pc:sldMk cId="3560209362" sldId="283"/>
        </pc:sldMkLst>
      </pc:sldChg>
      <pc:sldChg chg="addSp delSp modSp new del mod">
        <pc:chgData name="Patrick Merritt" userId="b92c223c-8880-48c6-9b0c-d25ee1bca468" providerId="ADAL" clId="{902DB7BE-E38F-43CA-AB69-77395EAAECCD}" dt="2024-04-03T12:07:55.661" v="2643" actId="2696"/>
        <pc:sldMkLst>
          <pc:docMk/>
          <pc:sldMk cId="2087292632" sldId="284"/>
        </pc:sldMkLst>
      </pc:sldChg>
      <pc:sldChg chg="addSp delSp new del mod modClrScheme chgLayout">
        <pc:chgData name="Patrick Merritt" userId="b92c223c-8880-48c6-9b0c-d25ee1bca468" providerId="ADAL" clId="{902DB7BE-E38F-43CA-AB69-77395EAAECCD}" dt="2024-04-03T10:48:07.364" v="1853" actId="47"/>
        <pc:sldMkLst>
          <pc:docMk/>
          <pc:sldMk cId="3289153854" sldId="285"/>
        </pc:sldMkLst>
      </pc:sldChg>
      <pc:sldChg chg="addSp modSp add del mod ord">
        <pc:chgData name="Patrick Merritt" userId="b92c223c-8880-48c6-9b0c-d25ee1bca468" providerId="ADAL" clId="{902DB7BE-E38F-43CA-AB69-77395EAAECCD}" dt="2024-04-03T12:07:55.661" v="2643" actId="2696"/>
        <pc:sldMkLst>
          <pc:docMk/>
          <pc:sldMk cId="131250636" sldId="286"/>
        </pc:sldMkLst>
      </pc:sldChg>
      <pc:sldChg chg="new del">
        <pc:chgData name="Patrick Merritt" userId="b92c223c-8880-48c6-9b0c-d25ee1bca468" providerId="ADAL" clId="{902DB7BE-E38F-43CA-AB69-77395EAAECCD}" dt="2024-04-03T10:00:23.419" v="1200" actId="47"/>
        <pc:sldMkLst>
          <pc:docMk/>
          <pc:sldMk cId="307227801" sldId="287"/>
        </pc:sldMkLst>
      </pc:sldChg>
      <pc:sldChg chg="addSp delSp modSp new mod ord modClrScheme chgLayout">
        <pc:chgData name="Patrick Merritt" userId="b92c223c-8880-48c6-9b0c-d25ee1bca468" providerId="ADAL" clId="{902DB7BE-E38F-43CA-AB69-77395EAAECCD}" dt="2024-04-03T10:22:57.430" v="1543" actId="27614"/>
        <pc:sldMkLst>
          <pc:docMk/>
          <pc:sldMk cId="470909103" sldId="288"/>
        </pc:sldMkLst>
      </pc:sldChg>
      <pc:sldChg chg="addSp delSp modSp new mod ord modClrScheme chgLayout">
        <pc:chgData name="Patrick Merritt" userId="b92c223c-8880-48c6-9b0c-d25ee1bca468" providerId="ADAL" clId="{902DB7BE-E38F-43CA-AB69-77395EAAECCD}" dt="2024-04-03T10:21:58.838" v="1527" actId="27636"/>
        <pc:sldMkLst>
          <pc:docMk/>
          <pc:sldMk cId="4033338507" sldId="289"/>
        </pc:sldMkLst>
      </pc:sldChg>
      <pc:sldChg chg="addSp delSp modSp new mod modClrScheme chgLayout">
        <pc:chgData name="Patrick Merritt" userId="b92c223c-8880-48c6-9b0c-d25ee1bca468" providerId="ADAL" clId="{902DB7BE-E38F-43CA-AB69-77395EAAECCD}" dt="2024-04-03T10:22:14.018" v="1541" actId="22"/>
        <pc:sldMkLst>
          <pc:docMk/>
          <pc:sldMk cId="1774197341" sldId="290"/>
        </pc:sldMkLst>
      </pc:sldChg>
      <pc:sldChg chg="addSp delSp modSp new mod">
        <pc:chgData name="Patrick Merritt" userId="b92c223c-8880-48c6-9b0c-d25ee1bca468" providerId="ADAL" clId="{902DB7BE-E38F-43CA-AB69-77395EAAECCD}" dt="2024-04-03T10:47:31.988" v="1850" actId="22"/>
        <pc:sldMkLst>
          <pc:docMk/>
          <pc:sldMk cId="1674385683" sldId="291"/>
        </pc:sldMkLst>
      </pc:sldChg>
      <pc:sldChg chg="addSp delSp modSp new mod modClrScheme chgLayout">
        <pc:chgData name="Patrick Merritt" userId="b92c223c-8880-48c6-9b0c-d25ee1bca468" providerId="ADAL" clId="{902DB7BE-E38F-43CA-AB69-77395EAAECCD}" dt="2024-04-03T10:44:19.486" v="1849" actId="1076"/>
        <pc:sldMkLst>
          <pc:docMk/>
          <pc:sldMk cId="247744231" sldId="292"/>
        </pc:sldMkLst>
      </pc:sldChg>
      <pc:sldChg chg="addSp delSp new mod modClrScheme chgLayout">
        <pc:chgData name="Patrick Merritt" userId="b92c223c-8880-48c6-9b0c-d25ee1bca468" providerId="ADAL" clId="{902DB7BE-E38F-43CA-AB69-77395EAAECCD}" dt="2024-04-03T10:50:01.806" v="1856" actId="22"/>
        <pc:sldMkLst>
          <pc:docMk/>
          <pc:sldMk cId="2008250522" sldId="293"/>
        </pc:sldMkLst>
      </pc:sldChg>
      <pc:sldChg chg="addSp delSp new del mod modClrScheme chgLayout">
        <pc:chgData name="Patrick Merritt" userId="b92c223c-8880-48c6-9b0c-d25ee1bca468" providerId="ADAL" clId="{902DB7BE-E38F-43CA-AB69-77395EAAECCD}" dt="2024-04-03T12:07:55.661" v="2643" actId="2696"/>
        <pc:sldMkLst>
          <pc:docMk/>
          <pc:sldMk cId="3144348628" sldId="294"/>
        </pc:sldMkLst>
      </pc:sldChg>
      <pc:sldChg chg="addSp modSp add del mod">
        <pc:chgData name="Patrick Merritt" userId="b92c223c-8880-48c6-9b0c-d25ee1bca468" providerId="ADAL" clId="{902DB7BE-E38F-43CA-AB69-77395EAAECCD}" dt="2024-04-03T12:07:55.661" v="2643" actId="2696"/>
        <pc:sldMkLst>
          <pc:docMk/>
          <pc:sldMk cId="2113184077" sldId="295"/>
        </pc:sldMkLst>
      </pc:sldChg>
      <pc:sldChg chg="addSp delSp modSp new mod modClrScheme chgLayout">
        <pc:chgData name="Patrick Merritt" userId="b92c223c-8880-48c6-9b0c-d25ee1bca468" providerId="ADAL" clId="{902DB7BE-E38F-43CA-AB69-77395EAAECCD}" dt="2024-04-03T11:01:32.888" v="2407" actId="20577"/>
        <pc:sldMkLst>
          <pc:docMk/>
          <pc:sldMk cId="4163333644" sldId="296"/>
        </pc:sldMkLst>
      </pc:sldChg>
      <pc:sldChg chg="addSp delSp modSp add mod">
        <pc:chgData name="Patrick Merritt" userId="b92c223c-8880-48c6-9b0c-d25ee1bca468" providerId="ADAL" clId="{902DB7BE-E38F-43CA-AB69-77395EAAECCD}" dt="2024-04-03T11:27:21.919" v="2642" actId="20577"/>
        <pc:sldMkLst>
          <pc:docMk/>
          <pc:sldMk cId="1901837468" sldId="297"/>
        </pc:sldMkLst>
      </pc:sldChg>
      <pc:sldChg chg="addSp modSp new mod">
        <pc:chgData name="Patrick Merritt" userId="b92c223c-8880-48c6-9b0c-d25ee1bca468" providerId="ADAL" clId="{902DB7BE-E38F-43CA-AB69-77395EAAECCD}" dt="2024-04-04T10:40:17.090" v="2653" actId="14100"/>
        <pc:sldMkLst>
          <pc:docMk/>
          <pc:sldMk cId="1696750080" sldId="298"/>
        </pc:sldMkLst>
      </pc:sldChg>
    </pc:docChg>
  </pc:docChgLst>
  <pc:docChgLst>
    <pc:chgData name="Patrick Merritt" userId="b92c223c-8880-48c6-9b0c-d25ee1bca468" providerId="ADAL" clId="{FC3677FD-5D87-43E9-A71A-9AA53A82D2C2}"/>
    <pc:docChg chg="custSel addSld delSld modSld">
      <pc:chgData name="Patrick Merritt" userId="b92c223c-8880-48c6-9b0c-d25ee1bca468" providerId="ADAL" clId="{FC3677FD-5D87-43E9-A71A-9AA53A82D2C2}" dt="2023-12-18T13:46:21.594" v="7165" actId="20577"/>
      <pc:docMkLst>
        <pc:docMk/>
      </pc:docMkLst>
      <pc:sldChg chg="modSp mod">
        <pc:chgData name="Patrick Merritt" userId="b92c223c-8880-48c6-9b0c-d25ee1bca468" providerId="ADAL" clId="{FC3677FD-5D87-43E9-A71A-9AA53A82D2C2}" dt="2023-12-18T12:21:57.046" v="1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FC3677FD-5D87-43E9-A71A-9AA53A82D2C2}" dt="2023-12-18T12:22:15.573" v="16" actId="20577"/>
        <pc:sldMkLst>
          <pc:docMk/>
          <pc:sldMk cId="4090023474" sldId="25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076130439" sldId="258"/>
        </pc:sldMkLst>
      </pc:sldChg>
      <pc:sldChg chg="modSp new mod">
        <pc:chgData name="Patrick Merritt" userId="b92c223c-8880-48c6-9b0c-d25ee1bca468" providerId="ADAL" clId="{FC3677FD-5D87-43E9-A71A-9AA53A82D2C2}" dt="2023-12-18T12:24:23.712" v="358" actId="5793"/>
        <pc:sldMkLst>
          <pc:docMk/>
          <pc:sldMk cId="4006123558" sldId="258"/>
        </pc:sldMkLst>
      </pc:sldChg>
      <pc:sldChg chg="modSp new mod">
        <pc:chgData name="Patrick Merritt" userId="b92c223c-8880-48c6-9b0c-d25ee1bca468" providerId="ADAL" clId="{FC3677FD-5D87-43E9-A71A-9AA53A82D2C2}" dt="2023-12-18T12:23:34.663" v="238" actId="20577"/>
        <pc:sldMkLst>
          <pc:docMk/>
          <pc:sldMk cId="3288268294" sldId="25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866356596" sldId="25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030628254" sldId="260"/>
        </pc:sldMkLst>
      </pc:sldChg>
      <pc:sldChg chg="modSp new mod">
        <pc:chgData name="Patrick Merritt" userId="b92c223c-8880-48c6-9b0c-d25ee1bca468" providerId="ADAL" clId="{FC3677FD-5D87-43E9-A71A-9AA53A82D2C2}" dt="2023-12-18T12:26:08.487" v="600" actId="5793"/>
        <pc:sldMkLst>
          <pc:docMk/>
          <pc:sldMk cId="3739289295" sldId="260"/>
        </pc:sldMkLst>
      </pc:sldChg>
      <pc:sldChg chg="addSp delSp modSp new mod">
        <pc:chgData name="Patrick Merritt" userId="b92c223c-8880-48c6-9b0c-d25ee1bca468" providerId="ADAL" clId="{FC3677FD-5D87-43E9-A71A-9AA53A82D2C2}" dt="2023-12-18T12:28:10.760" v="704" actId="27636"/>
        <pc:sldMkLst>
          <pc:docMk/>
          <pc:sldMk cId="14204195" sldId="26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274393645" sldId="26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523429448" sldId="262"/>
        </pc:sldMkLst>
      </pc:sldChg>
      <pc:sldChg chg="modSp new mod">
        <pc:chgData name="Patrick Merritt" userId="b92c223c-8880-48c6-9b0c-d25ee1bca468" providerId="ADAL" clId="{FC3677FD-5D87-43E9-A71A-9AA53A82D2C2}" dt="2023-12-18T12:30:08.852" v="874" actId="27636"/>
        <pc:sldMkLst>
          <pc:docMk/>
          <pc:sldMk cId="2261975854" sldId="262"/>
        </pc:sldMkLst>
      </pc:sldChg>
      <pc:sldChg chg="modSp add mod">
        <pc:chgData name="Patrick Merritt" userId="b92c223c-8880-48c6-9b0c-d25ee1bca468" providerId="ADAL" clId="{FC3677FD-5D87-43E9-A71A-9AA53A82D2C2}" dt="2023-12-18T12:33:15.654" v="1164" actId="20577"/>
        <pc:sldMkLst>
          <pc:docMk/>
          <pc:sldMk cId="1196658162" sldId="263"/>
        </pc:sldMkLst>
      </pc:sldChg>
      <pc:sldChg chg="modSp new mod">
        <pc:chgData name="Patrick Merritt" userId="b92c223c-8880-48c6-9b0c-d25ee1bca468" providerId="ADAL" clId="{FC3677FD-5D87-43E9-A71A-9AA53A82D2C2}" dt="2023-12-18T12:41:32.967" v="2055" actId="20577"/>
        <pc:sldMkLst>
          <pc:docMk/>
          <pc:sldMk cId="2629441607" sldId="26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615270891" sldId="26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384249482" sldId="265"/>
        </pc:sldMkLst>
      </pc:sldChg>
      <pc:sldChg chg="addSp delSp modSp new mod">
        <pc:chgData name="Patrick Merritt" userId="b92c223c-8880-48c6-9b0c-d25ee1bca468" providerId="ADAL" clId="{FC3677FD-5D87-43E9-A71A-9AA53A82D2C2}" dt="2023-12-18T12:38:43.263" v="1740" actId="5793"/>
        <pc:sldMkLst>
          <pc:docMk/>
          <pc:sldMk cId="3852430347" sldId="265"/>
        </pc:sldMkLst>
      </pc:sldChg>
      <pc:sldChg chg="modSp new mod">
        <pc:chgData name="Patrick Merritt" userId="b92c223c-8880-48c6-9b0c-d25ee1bca468" providerId="ADAL" clId="{FC3677FD-5D87-43E9-A71A-9AA53A82D2C2}" dt="2023-12-18T12:43:26.456" v="2358" actId="5793"/>
        <pc:sldMkLst>
          <pc:docMk/>
          <pc:sldMk cId="2143789540" sldId="266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587661452" sldId="266"/>
        </pc:sldMkLst>
      </pc:sldChg>
      <pc:sldChg chg="modSp new mod">
        <pc:chgData name="Patrick Merritt" userId="b92c223c-8880-48c6-9b0c-d25ee1bca468" providerId="ADAL" clId="{FC3677FD-5D87-43E9-A71A-9AA53A82D2C2}" dt="2023-12-18T12:44:31.789" v="2367" actId="27636"/>
        <pc:sldMkLst>
          <pc:docMk/>
          <pc:sldMk cId="1624448114" sldId="26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391932264" sldId="26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537815886" sldId="268"/>
        </pc:sldMkLst>
      </pc:sldChg>
      <pc:sldChg chg="modSp new mod">
        <pc:chgData name="Patrick Merritt" userId="b92c223c-8880-48c6-9b0c-d25ee1bca468" providerId="ADAL" clId="{FC3677FD-5D87-43E9-A71A-9AA53A82D2C2}" dt="2023-12-18T12:47:27.967" v="2819" actId="20577"/>
        <pc:sldMkLst>
          <pc:docMk/>
          <pc:sldMk cId="940620572" sldId="268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19591805" sldId="269"/>
        </pc:sldMkLst>
      </pc:sldChg>
      <pc:sldChg chg="addSp delSp modSp new mod modClrScheme chgLayout">
        <pc:chgData name="Patrick Merritt" userId="b92c223c-8880-48c6-9b0c-d25ee1bca468" providerId="ADAL" clId="{FC3677FD-5D87-43E9-A71A-9AA53A82D2C2}" dt="2023-12-18T12:48:51.207" v="2911" actId="20577"/>
        <pc:sldMkLst>
          <pc:docMk/>
          <pc:sldMk cId="437213477" sldId="26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040891428" sldId="270"/>
        </pc:sldMkLst>
      </pc:sldChg>
      <pc:sldChg chg="delSp modSp new mod modClrScheme chgLayout">
        <pc:chgData name="Patrick Merritt" userId="b92c223c-8880-48c6-9b0c-d25ee1bca468" providerId="ADAL" clId="{FC3677FD-5D87-43E9-A71A-9AA53A82D2C2}" dt="2023-12-18T12:50:23.885" v="3138" actId="700"/>
        <pc:sldMkLst>
          <pc:docMk/>
          <pc:sldMk cId="2364181911" sldId="270"/>
        </pc:sldMkLst>
      </pc:sldChg>
      <pc:sldChg chg="modSp new mod">
        <pc:chgData name="Patrick Merritt" userId="b92c223c-8880-48c6-9b0c-d25ee1bca468" providerId="ADAL" clId="{FC3677FD-5D87-43E9-A71A-9AA53A82D2C2}" dt="2023-12-18T12:52:18.025" v="3447" actId="20577"/>
        <pc:sldMkLst>
          <pc:docMk/>
          <pc:sldMk cId="1401724132" sldId="27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535696024" sldId="271"/>
        </pc:sldMkLst>
      </pc:sldChg>
      <pc:sldChg chg="modSp new mod">
        <pc:chgData name="Patrick Merritt" userId="b92c223c-8880-48c6-9b0c-d25ee1bca468" providerId="ADAL" clId="{FC3677FD-5D87-43E9-A71A-9AA53A82D2C2}" dt="2023-12-18T12:52:53.653" v="3543" actId="313"/>
        <pc:sldMkLst>
          <pc:docMk/>
          <pc:sldMk cId="1649526996" sldId="272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008755037" sldId="272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61794191" sldId="273"/>
        </pc:sldMkLst>
      </pc:sldChg>
      <pc:sldChg chg="addSp delSp modSp new mod">
        <pc:chgData name="Patrick Merritt" userId="b92c223c-8880-48c6-9b0c-d25ee1bca468" providerId="ADAL" clId="{FC3677FD-5D87-43E9-A71A-9AA53A82D2C2}" dt="2023-12-18T13:00:32.951" v="3570" actId="20577"/>
        <pc:sldMkLst>
          <pc:docMk/>
          <pc:sldMk cId="2182712779" sldId="273"/>
        </pc:sldMkLst>
      </pc:sldChg>
      <pc:sldChg chg="addSp delSp modSp new mod">
        <pc:chgData name="Patrick Merritt" userId="b92c223c-8880-48c6-9b0c-d25ee1bca468" providerId="ADAL" clId="{FC3677FD-5D87-43E9-A71A-9AA53A82D2C2}" dt="2023-12-18T13:02:11.283" v="3613"/>
        <pc:sldMkLst>
          <pc:docMk/>
          <pc:sldMk cId="298367199" sldId="27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984372452" sldId="27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13240421" sldId="275"/>
        </pc:sldMkLst>
      </pc:sldChg>
      <pc:sldChg chg="modSp new mod">
        <pc:chgData name="Patrick Merritt" userId="b92c223c-8880-48c6-9b0c-d25ee1bca468" providerId="ADAL" clId="{FC3677FD-5D87-43E9-A71A-9AA53A82D2C2}" dt="2023-12-18T13:01:44.104" v="3612" actId="20577"/>
        <pc:sldMkLst>
          <pc:docMk/>
          <pc:sldMk cId="2886003805" sldId="275"/>
        </pc:sldMkLst>
      </pc:sldChg>
      <pc:sldChg chg="modSp new mod">
        <pc:chgData name="Patrick Merritt" userId="b92c223c-8880-48c6-9b0c-d25ee1bca468" providerId="ADAL" clId="{FC3677FD-5D87-43E9-A71A-9AA53A82D2C2}" dt="2023-12-18T13:05:13.184" v="4044" actId="20577"/>
        <pc:sldMkLst>
          <pc:docMk/>
          <pc:sldMk cId="367257206" sldId="276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381729718" sldId="276"/>
        </pc:sldMkLst>
      </pc:sldChg>
      <pc:sldChg chg="modSp new mod">
        <pc:chgData name="Patrick Merritt" userId="b92c223c-8880-48c6-9b0c-d25ee1bca468" providerId="ADAL" clId="{FC3677FD-5D87-43E9-A71A-9AA53A82D2C2}" dt="2023-12-18T13:07:05.870" v="4158" actId="20577"/>
        <pc:sldMkLst>
          <pc:docMk/>
          <pc:sldMk cId="2877363793" sldId="27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595361527" sldId="277"/>
        </pc:sldMkLst>
      </pc:sldChg>
      <pc:sldChg chg="modSp new mod">
        <pc:chgData name="Patrick Merritt" userId="b92c223c-8880-48c6-9b0c-d25ee1bca468" providerId="ADAL" clId="{FC3677FD-5D87-43E9-A71A-9AA53A82D2C2}" dt="2023-12-18T13:09:04.584" v="4344" actId="20577"/>
        <pc:sldMkLst>
          <pc:docMk/>
          <pc:sldMk cId="2630142546" sldId="278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408099803" sldId="278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572062253" sldId="279"/>
        </pc:sldMkLst>
      </pc:sldChg>
      <pc:sldChg chg="modSp new mod">
        <pc:chgData name="Patrick Merritt" userId="b92c223c-8880-48c6-9b0c-d25ee1bca468" providerId="ADAL" clId="{FC3677FD-5D87-43E9-A71A-9AA53A82D2C2}" dt="2023-12-18T13:23:26.465" v="5891" actId="20577"/>
        <pc:sldMkLst>
          <pc:docMk/>
          <pc:sldMk cId="2669978787" sldId="27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988291103" sldId="280"/>
        </pc:sldMkLst>
      </pc:sldChg>
      <pc:sldChg chg="modSp new mod">
        <pc:chgData name="Patrick Merritt" userId="b92c223c-8880-48c6-9b0c-d25ee1bca468" providerId="ADAL" clId="{FC3677FD-5D87-43E9-A71A-9AA53A82D2C2}" dt="2023-12-18T13:12:20.264" v="4788" actId="20577"/>
        <pc:sldMkLst>
          <pc:docMk/>
          <pc:sldMk cId="2683611571" sldId="280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800106693" sldId="281"/>
        </pc:sldMkLst>
      </pc:sldChg>
      <pc:sldChg chg="modSp new mod">
        <pc:chgData name="Patrick Merritt" userId="b92c223c-8880-48c6-9b0c-d25ee1bca468" providerId="ADAL" clId="{FC3677FD-5D87-43E9-A71A-9AA53A82D2C2}" dt="2023-12-18T13:16:00.121" v="5300" actId="20577"/>
        <pc:sldMkLst>
          <pc:docMk/>
          <pc:sldMk cId="3519961626" sldId="28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04494961" sldId="282"/>
        </pc:sldMkLst>
      </pc:sldChg>
      <pc:sldChg chg="modSp new del mod">
        <pc:chgData name="Patrick Merritt" userId="b92c223c-8880-48c6-9b0c-d25ee1bca468" providerId="ADAL" clId="{FC3677FD-5D87-43E9-A71A-9AA53A82D2C2}" dt="2023-12-18T13:21:52.275" v="5823" actId="47"/>
        <pc:sldMkLst>
          <pc:docMk/>
          <pc:sldMk cId="2982461699" sldId="282"/>
        </pc:sldMkLst>
      </pc:sldChg>
      <pc:sldChg chg="addSp delSp modSp new mod">
        <pc:chgData name="Patrick Merritt" userId="b92c223c-8880-48c6-9b0c-d25ee1bca468" providerId="ADAL" clId="{FC3677FD-5D87-43E9-A71A-9AA53A82D2C2}" dt="2023-12-18T13:28:21.834" v="5959"/>
        <pc:sldMkLst>
          <pc:docMk/>
          <pc:sldMk cId="1834705654" sldId="283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606639962" sldId="283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201941291" sldId="284"/>
        </pc:sldMkLst>
      </pc:sldChg>
      <pc:sldChg chg="modSp new mod">
        <pc:chgData name="Patrick Merritt" userId="b92c223c-8880-48c6-9b0c-d25ee1bca468" providerId="ADAL" clId="{FC3677FD-5D87-43E9-A71A-9AA53A82D2C2}" dt="2023-12-18T13:28:30.921" v="5966" actId="20577"/>
        <pc:sldMkLst>
          <pc:docMk/>
          <pc:sldMk cId="3507591953" sldId="28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72658482" sldId="285"/>
        </pc:sldMkLst>
      </pc:sldChg>
      <pc:sldChg chg="modSp new mod">
        <pc:chgData name="Patrick Merritt" userId="b92c223c-8880-48c6-9b0c-d25ee1bca468" providerId="ADAL" clId="{FC3677FD-5D87-43E9-A71A-9AA53A82D2C2}" dt="2023-12-18T13:29:31.921" v="6041" actId="20577"/>
        <pc:sldMkLst>
          <pc:docMk/>
          <pc:sldMk cId="2706905928" sldId="285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060456983" sldId="286"/>
        </pc:sldMkLst>
      </pc:sldChg>
      <pc:sldChg chg="modSp new mod">
        <pc:chgData name="Patrick Merritt" userId="b92c223c-8880-48c6-9b0c-d25ee1bca468" providerId="ADAL" clId="{FC3677FD-5D87-43E9-A71A-9AA53A82D2C2}" dt="2023-12-18T13:39:20.505" v="6767" actId="20577"/>
        <pc:sldMkLst>
          <pc:docMk/>
          <pc:sldMk cId="3761621274" sldId="286"/>
        </pc:sldMkLst>
      </pc:sldChg>
      <pc:sldChg chg="modSp new mod">
        <pc:chgData name="Patrick Merritt" userId="b92c223c-8880-48c6-9b0c-d25ee1bca468" providerId="ADAL" clId="{FC3677FD-5D87-43E9-A71A-9AA53A82D2C2}" dt="2023-12-18T13:42:07.776" v="6913" actId="20577"/>
        <pc:sldMkLst>
          <pc:docMk/>
          <pc:sldMk cId="405829582" sldId="28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109730789" sldId="287"/>
        </pc:sldMkLst>
      </pc:sldChg>
      <pc:sldChg chg="modSp new mod">
        <pc:chgData name="Patrick Merritt" userId="b92c223c-8880-48c6-9b0c-d25ee1bca468" providerId="ADAL" clId="{FC3677FD-5D87-43E9-A71A-9AA53A82D2C2}" dt="2023-12-18T13:46:21.594" v="7165" actId="20577"/>
        <pc:sldMkLst>
          <pc:docMk/>
          <pc:sldMk cId="2928451974" sldId="288"/>
        </pc:sldMkLst>
      </pc:sldChg>
    </pc:docChg>
  </pc:docChgLst>
  <pc:docChgLst>
    <pc:chgData name="Patrick Merritt" userId="b92c223c-8880-48c6-9b0c-d25ee1bca468" providerId="ADAL" clId="{EC30A3C0-84D3-4FB3-B4EE-5DD230CBE5F1}"/>
    <pc:docChg chg="undo custSel addSld delSld modSld sldOrd">
      <pc:chgData name="Patrick Merritt" userId="b92c223c-8880-48c6-9b0c-d25ee1bca468" providerId="ADAL" clId="{EC30A3C0-84D3-4FB3-B4EE-5DD230CBE5F1}" dt="2024-02-28T15:33:04.590" v="1242" actId="207"/>
      <pc:docMkLst>
        <pc:docMk/>
      </pc:docMkLst>
      <pc:sldChg chg="modSp mod">
        <pc:chgData name="Patrick Merritt" userId="b92c223c-8880-48c6-9b0c-d25ee1bca468" providerId="ADAL" clId="{EC30A3C0-84D3-4FB3-B4EE-5DD230CBE5F1}" dt="2024-02-28T13:02:21.566" v="84" actId="313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EC30A3C0-84D3-4FB3-B4EE-5DD230CBE5F1}" dt="2024-02-28T13:03:29.231" v="108" actId="20577"/>
        <pc:sldMkLst>
          <pc:docMk/>
          <pc:sldMk cId="4090023474" sldId="259"/>
        </pc:sldMkLst>
      </pc:sldChg>
      <pc:sldChg chg="addSp delSp modSp new mod modClrScheme chgLayout">
        <pc:chgData name="Patrick Merritt" userId="b92c223c-8880-48c6-9b0c-d25ee1bca468" providerId="ADAL" clId="{EC30A3C0-84D3-4FB3-B4EE-5DD230CBE5F1}" dt="2024-02-28T13:12:34.391" v="371" actId="1076"/>
        <pc:sldMkLst>
          <pc:docMk/>
          <pc:sldMk cId="2410254458" sldId="260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569512027" sldId="260"/>
        </pc:sldMkLst>
      </pc:sldChg>
      <pc:sldChg chg="addSp delSp modSp new mod modClrScheme chgLayout">
        <pc:chgData name="Patrick Merritt" userId="b92c223c-8880-48c6-9b0c-d25ee1bca468" providerId="ADAL" clId="{EC30A3C0-84D3-4FB3-B4EE-5DD230CBE5F1}" dt="2024-02-28T13:11:00.879" v="187" actId="20577"/>
        <pc:sldMkLst>
          <pc:docMk/>
          <pc:sldMk cId="595966668" sldId="261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2373401095" sldId="261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267534423" sldId="262"/>
        </pc:sldMkLst>
      </pc:sldChg>
      <pc:sldChg chg="addSp delSp modSp new mod modClrScheme chgLayout">
        <pc:chgData name="Patrick Merritt" userId="b92c223c-8880-48c6-9b0c-d25ee1bca468" providerId="ADAL" clId="{EC30A3C0-84D3-4FB3-B4EE-5DD230CBE5F1}" dt="2024-02-28T13:11:42.594" v="314" actId="20577"/>
        <pc:sldMkLst>
          <pc:docMk/>
          <pc:sldMk cId="1974910284" sldId="262"/>
        </pc:sldMkLst>
      </pc:sldChg>
      <pc:sldChg chg="modSp new mod">
        <pc:chgData name="Patrick Merritt" userId="b92c223c-8880-48c6-9b0c-d25ee1bca468" providerId="ADAL" clId="{EC30A3C0-84D3-4FB3-B4EE-5DD230CBE5F1}" dt="2024-02-28T13:13:03.045" v="480" actId="20577"/>
        <pc:sldMkLst>
          <pc:docMk/>
          <pc:sldMk cId="171046264" sldId="263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616242699" sldId="263"/>
        </pc:sldMkLst>
      </pc:sldChg>
      <pc:sldChg chg="addSp delSp modSp new mod modClrScheme chgLayout">
        <pc:chgData name="Patrick Merritt" userId="b92c223c-8880-48c6-9b0c-d25ee1bca468" providerId="ADAL" clId="{EC30A3C0-84D3-4FB3-B4EE-5DD230CBE5F1}" dt="2024-02-28T13:33:42.780" v="853" actId="20577"/>
        <pc:sldMkLst>
          <pc:docMk/>
          <pc:sldMk cId="537051472" sldId="264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999326190" sldId="264"/>
        </pc:sldMkLst>
      </pc:sldChg>
      <pc:sldChg chg="addSp delSp modSp new mod">
        <pc:chgData name="Patrick Merritt" userId="b92c223c-8880-48c6-9b0c-d25ee1bca468" providerId="ADAL" clId="{EC30A3C0-84D3-4FB3-B4EE-5DD230CBE5F1}" dt="2024-02-28T13:20:49.748" v="616" actId="20577"/>
        <pc:sldMkLst>
          <pc:docMk/>
          <pc:sldMk cId="196394022" sldId="265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494792815" sldId="265"/>
        </pc:sldMkLst>
      </pc:sldChg>
      <pc:sldChg chg="addSp delSp new mod modClrScheme chgLayout">
        <pc:chgData name="Patrick Merritt" userId="b92c223c-8880-48c6-9b0c-d25ee1bca468" providerId="ADAL" clId="{EC30A3C0-84D3-4FB3-B4EE-5DD230CBE5F1}" dt="2024-02-28T13:21:12.792" v="619" actId="22"/>
        <pc:sldMkLst>
          <pc:docMk/>
          <pc:sldMk cId="476658101" sldId="266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079950984" sldId="266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717678091" sldId="267"/>
        </pc:sldMkLst>
      </pc:sldChg>
      <pc:sldChg chg="addSp modSp new mod">
        <pc:chgData name="Patrick Merritt" userId="b92c223c-8880-48c6-9b0c-d25ee1bca468" providerId="ADAL" clId="{EC30A3C0-84D3-4FB3-B4EE-5DD230CBE5F1}" dt="2024-02-28T13:32:49.911" v="659" actId="207"/>
        <pc:sldMkLst>
          <pc:docMk/>
          <pc:sldMk cId="3170401979" sldId="267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400080146" sldId="268"/>
        </pc:sldMkLst>
      </pc:sldChg>
      <pc:sldChg chg="addSp new mod">
        <pc:chgData name="Patrick Merritt" userId="b92c223c-8880-48c6-9b0c-d25ee1bca468" providerId="ADAL" clId="{EC30A3C0-84D3-4FB3-B4EE-5DD230CBE5F1}" dt="2024-02-28T13:34:06.159" v="855" actId="22"/>
        <pc:sldMkLst>
          <pc:docMk/>
          <pc:sldMk cId="3767513092" sldId="268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2112717936" sldId="269"/>
        </pc:sldMkLst>
      </pc:sldChg>
      <pc:sldChg chg="addSp modSp add mod">
        <pc:chgData name="Patrick Merritt" userId="b92c223c-8880-48c6-9b0c-d25ee1bca468" providerId="ADAL" clId="{EC30A3C0-84D3-4FB3-B4EE-5DD230CBE5F1}" dt="2024-02-28T13:36:56.129" v="1057" actId="207"/>
        <pc:sldMkLst>
          <pc:docMk/>
          <pc:sldMk cId="2199724851" sldId="269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4037738653" sldId="270"/>
        </pc:sldMkLst>
      </pc:sldChg>
      <pc:sldChg chg="addSp modSp new mod modClrScheme chgLayout">
        <pc:chgData name="Patrick Merritt" userId="b92c223c-8880-48c6-9b0c-d25ee1bca468" providerId="ADAL" clId="{EC30A3C0-84D3-4FB3-B4EE-5DD230CBE5F1}" dt="2024-02-28T15:19:40.857" v="1149" actId="20577"/>
        <pc:sldMkLst>
          <pc:docMk/>
          <pc:sldMk cId="4180453076" sldId="270"/>
        </pc:sldMkLst>
      </pc:sldChg>
      <pc:sldChg chg="addSp modSp add mod ord">
        <pc:chgData name="Patrick Merritt" userId="b92c223c-8880-48c6-9b0c-d25ee1bca468" providerId="ADAL" clId="{EC30A3C0-84D3-4FB3-B4EE-5DD230CBE5F1}" dt="2024-02-28T13:39:13.559" v="1120" actId="207"/>
        <pc:sldMkLst>
          <pc:docMk/>
          <pc:sldMk cId="3318646315" sldId="271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438953258" sldId="271"/>
        </pc:sldMkLst>
      </pc:sldChg>
      <pc:sldChg chg="addSp delSp modSp new mod modClrScheme chgLayout">
        <pc:chgData name="Patrick Merritt" userId="b92c223c-8880-48c6-9b0c-d25ee1bca468" providerId="ADAL" clId="{EC30A3C0-84D3-4FB3-B4EE-5DD230CBE5F1}" dt="2024-02-28T15:19:50.730" v="1154" actId="22"/>
        <pc:sldMkLst>
          <pc:docMk/>
          <pc:sldMk cId="253791050" sldId="272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402157570" sldId="272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934888768" sldId="273"/>
        </pc:sldMkLst>
      </pc:sldChg>
      <pc:sldChg chg="addSp modSp new mod">
        <pc:chgData name="Patrick Merritt" userId="b92c223c-8880-48c6-9b0c-d25ee1bca468" providerId="ADAL" clId="{EC30A3C0-84D3-4FB3-B4EE-5DD230CBE5F1}" dt="2024-02-28T15:33:04.590" v="1242" actId="207"/>
        <pc:sldMkLst>
          <pc:docMk/>
          <pc:sldMk cId="3889099913" sldId="273"/>
        </pc:sldMkLst>
      </pc:sldChg>
      <pc:sldChg chg="addSp new mod">
        <pc:chgData name="Patrick Merritt" userId="b92c223c-8880-48c6-9b0c-d25ee1bca468" providerId="ADAL" clId="{EC30A3C0-84D3-4FB3-B4EE-5DD230CBE5F1}" dt="2024-02-28T15:28:52.453" v="1158" actId="22"/>
        <pc:sldMkLst>
          <pc:docMk/>
          <pc:sldMk cId="828679120" sldId="274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2091103060" sldId="274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2974521360" sldId="275"/>
        </pc:sldMkLst>
      </pc:sldChg>
      <pc:sldChg chg="addSp new mod">
        <pc:chgData name="Patrick Merritt" userId="b92c223c-8880-48c6-9b0c-d25ee1bca468" providerId="ADAL" clId="{EC30A3C0-84D3-4FB3-B4EE-5DD230CBE5F1}" dt="2024-02-28T15:29:14.070" v="1160" actId="22"/>
        <pc:sldMkLst>
          <pc:docMk/>
          <pc:sldMk cId="4218717467" sldId="275"/>
        </pc:sldMkLst>
      </pc:sldChg>
      <pc:sldChg chg="addSp modSp new mod">
        <pc:chgData name="Patrick Merritt" userId="b92c223c-8880-48c6-9b0c-d25ee1bca468" providerId="ADAL" clId="{EC30A3C0-84D3-4FB3-B4EE-5DD230CBE5F1}" dt="2024-02-28T15:30:33.736" v="1166" actId="14100"/>
        <pc:sldMkLst>
          <pc:docMk/>
          <pc:sldMk cId="2438987509" sldId="276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2625136815" sldId="276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2692410870" sldId="277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610835265" sldId="278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056776035" sldId="279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958348644" sldId="280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009848713" sldId="281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064862004" sldId="282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015757081" sldId="283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32292203" sldId="284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353253882" sldId="285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890071987" sldId="286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3460072270" sldId="287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762301233" sldId="288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480151300" sldId="289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119150662" sldId="290"/>
        </pc:sldMkLst>
      </pc:sldChg>
      <pc:sldChg chg="del">
        <pc:chgData name="Patrick Merritt" userId="b92c223c-8880-48c6-9b0c-d25ee1bca468" providerId="ADAL" clId="{EC30A3C0-84D3-4FB3-B4EE-5DD230CBE5F1}" dt="2024-02-28T13:10:22.867" v="109" actId="47"/>
        <pc:sldMkLst>
          <pc:docMk/>
          <pc:sldMk cId="1001096454" sldId="291"/>
        </pc:sldMkLst>
      </pc:sldChg>
    </pc:docChg>
  </pc:docChgLst>
  <pc:docChgLst>
    <pc:chgData name="Patrick Merritt" userId="b92c223c-8880-48c6-9b0c-d25ee1bca468" providerId="ADAL" clId="{67987A1C-0F79-4101-9646-591F30880473}"/>
    <pc:docChg chg="custSel modSld">
      <pc:chgData name="Patrick Merritt" userId="b92c223c-8880-48c6-9b0c-d25ee1bca468" providerId="ADAL" clId="{67987A1C-0F79-4101-9646-591F30880473}" dt="2025-01-28T15:35:18.447" v="30"/>
      <pc:docMkLst>
        <pc:docMk/>
      </pc:docMkLst>
      <pc:sldChg chg="modSp mod">
        <pc:chgData name="Patrick Merritt" userId="b92c223c-8880-48c6-9b0c-d25ee1bca468" providerId="ADAL" clId="{67987A1C-0F79-4101-9646-591F30880473}" dt="2025-01-28T15:35:18.447" v="30"/>
        <pc:sldMkLst>
          <pc:docMk/>
          <pc:sldMk cId="357346659" sldId="256"/>
        </pc:sldMkLst>
        <pc:spChg chg="mod">
          <ac:chgData name="Patrick Merritt" userId="b92c223c-8880-48c6-9b0c-d25ee1bca468" providerId="ADAL" clId="{67987A1C-0F79-4101-9646-591F30880473}" dt="2025-01-28T15:33:44.041" v="29" actId="6549"/>
          <ac:spMkLst>
            <pc:docMk/>
            <pc:sldMk cId="357346659" sldId="256"/>
            <ac:spMk id="2" creationId="{B2975A7C-D54D-05E0-876F-826FC221EA09}"/>
          </ac:spMkLst>
        </pc:spChg>
        <pc:spChg chg="mod">
          <ac:chgData name="Patrick Merritt" userId="b92c223c-8880-48c6-9b0c-d25ee1bca468" providerId="ADAL" clId="{67987A1C-0F79-4101-9646-591F30880473}" dt="2025-01-28T15:35:18.447" v="30"/>
          <ac:spMkLst>
            <pc:docMk/>
            <pc:sldMk cId="357346659" sldId="256"/>
            <ac:spMk id="3" creationId="{36870642-29A2-1695-40D0-B1CAC0942C8E}"/>
          </ac:spMkLst>
        </pc:spChg>
      </pc:sldChg>
    </pc:docChg>
  </pc:docChgLst>
  <pc:docChgLst>
    <pc:chgData name="Patrick Merritt" userId="b92c223c-8880-48c6-9b0c-d25ee1bca468" providerId="ADAL" clId="{8487F1DF-1FBE-4FE1-B906-32D2CDBE68CD}"/>
    <pc:docChg chg="custSel addSld delSld modSld sldOrd">
      <pc:chgData name="Patrick Merritt" userId="b92c223c-8880-48c6-9b0c-d25ee1bca468" providerId="ADAL" clId="{8487F1DF-1FBE-4FE1-B906-32D2CDBE68CD}" dt="2023-12-20T12:06:35.902" v="1179" actId="47"/>
      <pc:docMkLst>
        <pc:docMk/>
      </pc:docMkLst>
      <pc:sldChg chg="modSp mod">
        <pc:chgData name="Patrick Merritt" userId="b92c223c-8880-48c6-9b0c-d25ee1bca468" providerId="ADAL" clId="{8487F1DF-1FBE-4FE1-B906-32D2CDBE68CD}" dt="2023-12-20T11:45:58.351" v="14" actId="20577"/>
        <pc:sldMkLst>
          <pc:docMk/>
          <pc:sldMk cId="357346659" sldId="256"/>
        </pc:sldMkLst>
      </pc:sldChg>
      <pc:sldChg chg="modSp new del mod">
        <pc:chgData name="Patrick Merritt" userId="b92c223c-8880-48c6-9b0c-d25ee1bca468" providerId="ADAL" clId="{8487F1DF-1FBE-4FE1-B906-32D2CDBE68CD}" dt="2023-12-20T11:46:38.704" v="20" actId="47"/>
        <pc:sldMkLst>
          <pc:docMk/>
          <pc:sldMk cId="731288465" sldId="257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4090023474" sldId="257"/>
        </pc:sldMkLst>
      </pc:sldChg>
      <pc:sldChg chg="add del">
        <pc:chgData name="Patrick Merritt" userId="b92c223c-8880-48c6-9b0c-d25ee1bca468" providerId="ADAL" clId="{8487F1DF-1FBE-4FE1-B906-32D2CDBE68CD}" dt="2023-12-20T11:46:39.602" v="21" actId="47"/>
        <pc:sldMkLst>
          <pc:docMk/>
          <pc:sldMk cId="4221430503" sldId="258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764636564" sldId="259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4090023474" sldId="259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075416141" sldId="260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171259363" sldId="260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197901773" sldId="261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983270316" sldId="261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3824764564" sldId="262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1141273340" sldId="26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193418125" sldId="26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475839904" sldId="264"/>
        </pc:sldMkLst>
      </pc:sldChg>
      <pc:sldChg chg="add del">
        <pc:chgData name="Patrick Merritt" userId="b92c223c-8880-48c6-9b0c-d25ee1bca468" providerId="ADAL" clId="{8487F1DF-1FBE-4FE1-B906-32D2CDBE68CD}" dt="2023-12-20T11:47:14.001" v="23" actId="47"/>
        <pc:sldMkLst>
          <pc:docMk/>
          <pc:sldMk cId="4124873510" sldId="264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4220806833" sldId="265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204821529" sldId="266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38283189" sldId="267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3565984026" sldId="267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606323532" sldId="268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067296891" sldId="269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000209206" sldId="270"/>
        </pc:sldMkLst>
      </pc:sldChg>
      <pc:sldChg chg="add del">
        <pc:chgData name="Patrick Merritt" userId="b92c223c-8880-48c6-9b0c-d25ee1bca468" providerId="ADAL" clId="{8487F1DF-1FBE-4FE1-B906-32D2CDBE68CD}" dt="2023-12-20T11:47:14.001" v="23" actId="47"/>
        <pc:sldMkLst>
          <pc:docMk/>
          <pc:sldMk cId="3866769334" sldId="270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7238211" sldId="271"/>
        </pc:sldMkLst>
      </pc:sldChg>
      <pc:sldChg chg="add del">
        <pc:chgData name="Patrick Merritt" userId="b92c223c-8880-48c6-9b0c-d25ee1bca468" providerId="ADAL" clId="{8487F1DF-1FBE-4FE1-B906-32D2CDBE68CD}" dt="2023-12-20T11:47:14.001" v="23" actId="47"/>
        <pc:sldMkLst>
          <pc:docMk/>
          <pc:sldMk cId="635429887" sldId="271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382082173" sldId="272"/>
        </pc:sldMkLst>
      </pc:sldChg>
      <pc:sldChg chg="modSp add mod">
        <pc:chgData name="Patrick Merritt" userId="b92c223c-8880-48c6-9b0c-d25ee1bca468" providerId="ADAL" clId="{8487F1DF-1FBE-4FE1-B906-32D2CDBE68CD}" dt="2023-12-20T11:50:05.280" v="143" actId="255"/>
        <pc:sldMkLst>
          <pc:docMk/>
          <pc:sldMk cId="3125995448" sldId="272"/>
        </pc:sldMkLst>
      </pc:sldChg>
      <pc:sldChg chg="add del">
        <pc:chgData name="Patrick Merritt" userId="b92c223c-8880-48c6-9b0c-d25ee1bca468" providerId="ADAL" clId="{8487F1DF-1FBE-4FE1-B906-32D2CDBE68CD}" dt="2023-12-20T11:49:08.459" v="36" actId="47"/>
        <pc:sldMkLst>
          <pc:docMk/>
          <pc:sldMk cId="269786884" sldId="27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4199535154" sldId="27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37246477" sldId="274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2442787233" sldId="274"/>
        </pc:sldMkLst>
      </pc:sldChg>
      <pc:sldChg chg="add ord">
        <pc:chgData name="Patrick Merritt" userId="b92c223c-8880-48c6-9b0c-d25ee1bca468" providerId="ADAL" clId="{8487F1DF-1FBE-4FE1-B906-32D2CDBE68CD}" dt="2023-12-20T11:58:51.374" v="1165"/>
        <pc:sldMkLst>
          <pc:docMk/>
          <pc:sldMk cId="324901865" sldId="275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585922048" sldId="275"/>
        </pc:sldMkLst>
      </pc:sldChg>
      <pc:sldChg chg="modSp add del mod">
        <pc:chgData name="Patrick Merritt" userId="b92c223c-8880-48c6-9b0c-d25ee1bca468" providerId="ADAL" clId="{8487F1DF-1FBE-4FE1-B906-32D2CDBE68CD}" dt="2023-12-20T11:58:27.733" v="1155" actId="47"/>
        <pc:sldMkLst>
          <pc:docMk/>
          <pc:sldMk cId="897306204" sldId="276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987770348" sldId="276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190732726" sldId="277"/>
        </pc:sldMkLst>
      </pc:sldChg>
      <pc:sldChg chg="add del">
        <pc:chgData name="Patrick Merritt" userId="b92c223c-8880-48c6-9b0c-d25ee1bca468" providerId="ADAL" clId="{8487F1DF-1FBE-4FE1-B906-32D2CDBE68CD}" dt="2023-12-20T11:58:33.202" v="1156" actId="47"/>
        <pc:sldMkLst>
          <pc:docMk/>
          <pc:sldMk cId="1671767789" sldId="277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056294071" sldId="278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541414701" sldId="278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732513907" sldId="279"/>
        </pc:sldMkLst>
      </pc:sldChg>
      <pc:sldChg chg="delSp add del setBg delDesignElem">
        <pc:chgData name="Patrick Merritt" userId="b92c223c-8880-48c6-9b0c-d25ee1bca468" providerId="ADAL" clId="{8487F1DF-1FBE-4FE1-B906-32D2CDBE68CD}" dt="2023-12-20T12:06:35.902" v="1179" actId="47"/>
        <pc:sldMkLst>
          <pc:docMk/>
          <pc:sldMk cId="481169942" sldId="280"/>
        </pc:sldMkLst>
      </pc:sldChg>
      <pc:sldChg chg="modSp add mod">
        <pc:chgData name="Patrick Merritt" userId="b92c223c-8880-48c6-9b0c-d25ee1bca468" providerId="ADAL" clId="{8487F1DF-1FBE-4FE1-B906-32D2CDBE68CD}" dt="2023-12-20T11:49:56.578" v="142" actId="255"/>
        <pc:sldMkLst>
          <pc:docMk/>
          <pc:sldMk cId="50183293" sldId="281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57437478" sldId="281"/>
        </pc:sldMkLst>
      </pc:sldChg>
      <pc:sldChg chg="modSp new mod">
        <pc:chgData name="Patrick Merritt" userId="b92c223c-8880-48c6-9b0c-d25ee1bca468" providerId="ADAL" clId="{8487F1DF-1FBE-4FE1-B906-32D2CDBE68CD}" dt="2023-12-20T11:51:01.843" v="166" actId="20577"/>
        <pc:sldMkLst>
          <pc:docMk/>
          <pc:sldMk cId="946047" sldId="282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4085231695" sldId="282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639206012" sldId="283"/>
        </pc:sldMkLst>
      </pc:sldChg>
      <pc:sldChg chg="new del">
        <pc:chgData name="Patrick Merritt" userId="b92c223c-8880-48c6-9b0c-d25ee1bca468" providerId="ADAL" clId="{8487F1DF-1FBE-4FE1-B906-32D2CDBE68CD}" dt="2023-12-20T11:51:24.158" v="169" actId="47"/>
        <pc:sldMkLst>
          <pc:docMk/>
          <pc:sldMk cId="1616339128" sldId="283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2747582081" sldId="284"/>
        </pc:sldMkLst>
      </pc:sldChg>
      <pc:sldChg chg="modSp add mod">
        <pc:chgData name="Patrick Merritt" userId="b92c223c-8880-48c6-9b0c-d25ee1bca468" providerId="ADAL" clId="{8487F1DF-1FBE-4FE1-B906-32D2CDBE68CD}" dt="2023-12-20T11:53:41.573" v="441" actId="20577"/>
        <pc:sldMkLst>
          <pc:docMk/>
          <pc:sldMk cId="4067051680" sldId="284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861414133" sldId="285"/>
        </pc:sldMkLst>
      </pc:sldChg>
      <pc:sldChg chg="modSp add mod">
        <pc:chgData name="Patrick Merritt" userId="b92c223c-8880-48c6-9b0c-d25ee1bca468" providerId="ADAL" clId="{8487F1DF-1FBE-4FE1-B906-32D2CDBE68CD}" dt="2023-12-20T11:58:41.112" v="1163" actId="20577"/>
        <pc:sldMkLst>
          <pc:docMk/>
          <pc:sldMk cId="2951863759" sldId="285"/>
        </pc:sldMkLst>
      </pc:sldChg>
      <pc:sldChg chg="modSp new del mod">
        <pc:chgData name="Patrick Merritt" userId="b92c223c-8880-48c6-9b0c-d25ee1bca468" providerId="ADAL" clId="{8487F1DF-1FBE-4FE1-B906-32D2CDBE68CD}" dt="2023-12-20T11:54:29.807" v="478" actId="47"/>
        <pc:sldMkLst>
          <pc:docMk/>
          <pc:sldMk cId="590796289" sldId="286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690954885" sldId="286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478102423" sldId="287"/>
        </pc:sldMkLst>
      </pc:sldChg>
      <pc:sldChg chg="add">
        <pc:chgData name="Patrick Merritt" userId="b92c223c-8880-48c6-9b0c-d25ee1bca468" providerId="ADAL" clId="{8487F1DF-1FBE-4FE1-B906-32D2CDBE68CD}" dt="2023-12-20T11:54:28.425" v="476"/>
        <pc:sldMkLst>
          <pc:docMk/>
          <pc:sldMk cId="3866769334" sldId="287"/>
        </pc:sldMkLst>
      </pc:sldChg>
      <pc:sldChg chg="modSp add mod">
        <pc:chgData name="Patrick Merritt" userId="b92c223c-8880-48c6-9b0c-d25ee1bca468" providerId="ADAL" clId="{8487F1DF-1FBE-4FE1-B906-32D2CDBE68CD}" dt="2023-12-20T11:54:59.504" v="540" actId="20577"/>
        <pc:sldMkLst>
          <pc:docMk/>
          <pc:sldMk cId="157197811" sldId="288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4225291369" sldId="288"/>
        </pc:sldMkLst>
      </pc:sldChg>
      <pc:sldChg chg="modSp add mod">
        <pc:chgData name="Patrick Merritt" userId="b92c223c-8880-48c6-9b0c-d25ee1bca468" providerId="ADAL" clId="{8487F1DF-1FBE-4FE1-B906-32D2CDBE68CD}" dt="2023-12-20T11:55:25.448" v="601" actId="20577"/>
        <pc:sldMkLst>
          <pc:docMk/>
          <pc:sldMk cId="893304074" sldId="289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932368986" sldId="289"/>
        </pc:sldMkLst>
      </pc:sldChg>
      <pc:sldChg chg="modSp new mod">
        <pc:chgData name="Patrick Merritt" userId="b92c223c-8880-48c6-9b0c-d25ee1bca468" providerId="ADAL" clId="{8487F1DF-1FBE-4FE1-B906-32D2CDBE68CD}" dt="2023-12-20T11:58:12.658" v="1153" actId="20577"/>
        <pc:sldMkLst>
          <pc:docMk/>
          <pc:sldMk cId="2257472396" sldId="290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2373353585" sldId="290"/>
        </pc:sldMkLst>
      </pc:sldChg>
      <pc:sldChg chg="addSp delSp new del mod modClrScheme chgLayout">
        <pc:chgData name="Patrick Merritt" userId="b92c223c-8880-48c6-9b0c-d25ee1bca468" providerId="ADAL" clId="{8487F1DF-1FBE-4FE1-B906-32D2CDBE68CD}" dt="2023-12-20T12:02:40.768" v="1174" actId="47"/>
        <pc:sldMkLst>
          <pc:docMk/>
          <pc:sldMk cId="884093486" sldId="291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920045742" sldId="291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357407568" sldId="292"/>
        </pc:sldMkLst>
      </pc:sldChg>
      <pc:sldChg chg="addSp delSp modSp new">
        <pc:chgData name="Patrick Merritt" userId="b92c223c-8880-48c6-9b0c-d25ee1bca468" providerId="ADAL" clId="{8487F1DF-1FBE-4FE1-B906-32D2CDBE68CD}" dt="2023-12-20T12:04:20.756" v="1176"/>
        <pc:sldMkLst>
          <pc:docMk/>
          <pc:sldMk cId="1413556152" sldId="292"/>
        </pc:sldMkLst>
      </pc:sldChg>
      <pc:sldChg chg="addSp new">
        <pc:chgData name="Patrick Merritt" userId="b92c223c-8880-48c6-9b0c-d25ee1bca468" providerId="ADAL" clId="{8487F1DF-1FBE-4FE1-B906-32D2CDBE68CD}" dt="2023-12-20T12:04:50.845" v="1178"/>
        <pc:sldMkLst>
          <pc:docMk/>
          <pc:sldMk cId="1764408726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44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7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90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20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08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1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3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42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75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220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354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407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58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334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857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972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66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26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678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382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2209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4622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017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510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050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740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087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349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2276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542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7146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493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205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6141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593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864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7438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1401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449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31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6937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8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0572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92036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58474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37275C8-4AE2-4455-B865-B825CDA7C26E}" type="datetimeFigureOut">
              <a:rPr lang="en-GB" smtClean="0"/>
              <a:pPr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5018A7C-E6E8-40A8-9043-D805FF32AC5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01933B-D66D-4E21-A340-59EE4E4FBA19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A516EF1-0331-4462-A818-21927B12836E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  <p:pic>
        <p:nvPicPr>
          <p:cNvPr id="12" name="Picture 11" descr="A picture containing icon&#10;&#10;Description automatically generated">
            <a:extLst>
              <a:ext uri="{FF2B5EF4-FFF2-40B4-BE49-F238E27FC236}">
                <a16:creationId xmlns:a16="http://schemas.microsoft.com/office/drawing/2014/main" id="{E609A9DB-4A7B-4D92-AD69-730A31C67E0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8371"/>
            <a:ext cx="987568" cy="100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5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unrealengine.com/4.26/en-US/RenderingAndGraphics/Materials/Functions/Reference/Blends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5A7C-D54D-05E0-876F-826FC221E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Week 19 </a:t>
            </a:r>
            <a:r>
              <a:rPr lang="en-GB" dirty="0"/>
              <a:t>- 1</a:t>
            </a:r>
            <a:br>
              <a:rPr lang="en-GB" dirty="0"/>
            </a:br>
            <a:r>
              <a:rPr lang="en-GB" dirty="0"/>
              <a:t>Blending and Stencils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70642-29A2-1695-40D0-B1CAC0942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/>
              <a:t>5CM503 Virtual Environment Development</a:t>
            </a:r>
          </a:p>
          <a:p>
            <a:r>
              <a:rPr lang="en-GB"/>
              <a:t>Dr </a:t>
            </a:r>
            <a:r>
              <a:rPr lang="en-GB" dirty="0"/>
              <a:t>Patrick Merritt</a:t>
            </a:r>
          </a:p>
        </p:txBody>
      </p:sp>
    </p:spTree>
    <p:extLst>
      <p:ext uri="{BB962C8B-B14F-4D97-AF65-F5344CB8AC3E}">
        <p14:creationId xmlns:p14="http://schemas.microsoft.com/office/powerpoint/2010/main" val="35734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DDA9-BF2F-C31C-71F9-063B78F4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70D2-6382-ECA1-DC16-2F4F53037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Mathematical functions for shaders.</a:t>
            </a:r>
          </a:p>
          <a:p>
            <a:endParaRPr lang="en-GB" dirty="0"/>
          </a:p>
          <a:p>
            <a:r>
              <a:rPr lang="en-GB" dirty="0"/>
              <a:t>Stencils</a:t>
            </a:r>
          </a:p>
          <a:p>
            <a:endParaRPr lang="en-GB" dirty="0"/>
          </a:p>
          <a:p>
            <a:r>
              <a:rPr lang="en-GB" dirty="0"/>
              <a:t>Blending</a:t>
            </a:r>
          </a:p>
        </p:txBody>
      </p:sp>
    </p:spTree>
    <p:extLst>
      <p:ext uri="{BB962C8B-B14F-4D97-AF65-F5344CB8AC3E}">
        <p14:creationId xmlns:p14="http://schemas.microsoft.com/office/powerpoint/2010/main" val="409002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0BB4-6C3E-CE2C-130A-007CDBD9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Blending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A3391-D935-0E21-85E4-F9E843ECA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Transitions between effects</a:t>
            </a:r>
          </a:p>
        </p:txBody>
      </p:sp>
    </p:spTree>
    <p:extLst>
      <p:ext uri="{BB962C8B-B14F-4D97-AF65-F5344CB8AC3E}">
        <p14:creationId xmlns:p14="http://schemas.microsoft.com/office/powerpoint/2010/main" val="103459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70A41D-F3E9-FC56-4970-736587C9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story so far…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F56947-2487-C28F-474C-41299A29F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 far, we have made effects with very hard transitions.</a:t>
            </a:r>
          </a:p>
          <a:p>
            <a:endParaRPr lang="en-GB" dirty="0"/>
          </a:p>
          <a:p>
            <a:r>
              <a:rPr lang="en-GB" dirty="0"/>
              <a:t>When one effect ends another begins.</a:t>
            </a:r>
          </a:p>
          <a:p>
            <a:endParaRPr lang="en-GB" dirty="0"/>
          </a:p>
          <a:p>
            <a:r>
              <a:rPr lang="en-GB" dirty="0"/>
              <a:t>Often not the desired effect, we want to transition between effects in a controlled way. </a:t>
            </a:r>
          </a:p>
        </p:txBody>
      </p:sp>
    </p:spTree>
    <p:extLst>
      <p:ext uri="{BB962C8B-B14F-4D97-AF65-F5344CB8AC3E}">
        <p14:creationId xmlns:p14="http://schemas.microsoft.com/office/powerpoint/2010/main" val="1886463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F8EA07-2636-8A0F-D01B-D9BDC5C7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Lerp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506E65-6C04-F074-AFA6-C6970ACE06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Linear interpolation.</a:t>
            </a:r>
          </a:p>
          <a:p>
            <a:endParaRPr lang="en-GB" dirty="0"/>
          </a:p>
          <a:p>
            <a:r>
              <a:rPr lang="en-GB" dirty="0"/>
              <a:t>Blend input A with input B based on an alpha value. </a:t>
            </a:r>
          </a:p>
          <a:p>
            <a:endParaRPr lang="en-GB" dirty="0"/>
          </a:p>
          <a:p>
            <a:r>
              <a:rPr lang="en-GB" dirty="0"/>
              <a:t>Bias to A or B adjusted via the alpha value (0 – 1)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AAFD79C-76D7-F142-FBB5-DD3E160E1A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21359"/>
          <a:stretch/>
        </p:blipFill>
        <p:spPr>
          <a:xfrm>
            <a:off x="5806200" y="1222075"/>
            <a:ext cx="6385800" cy="4413849"/>
          </a:xfrm>
        </p:spPr>
      </p:pic>
    </p:spTree>
    <p:extLst>
      <p:ext uri="{BB962C8B-B14F-4D97-AF65-F5344CB8AC3E}">
        <p14:creationId xmlns:p14="http://schemas.microsoft.com/office/powerpoint/2010/main" val="195113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F8EA07-2636-8A0F-D01B-D9BDC5C7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Lerp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6AA3AA1-6286-27FA-2337-71236FC4E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15"/>
            <a:ext cx="12192000" cy="662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5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F8EA07-2636-8A0F-D01B-D9BDC5C7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Lerp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B67212-7BEE-EC8F-0E98-D624F835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8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80D6-72EC-721A-6088-D2051593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D9CC-220E-6BAF-B4A4-65C87C2557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61C0D-3A48-2900-740B-DF0AEF6C28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3A066-A644-9EF8-789D-C0EFFB205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1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33F6-D72C-ED36-D979-AEF67CC5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Smooth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D1649-1F9A-CB65-5C29-D88E244A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Like Step, but with extra steps.</a:t>
            </a:r>
          </a:p>
          <a:p>
            <a:endParaRPr lang="en-GB" dirty="0"/>
          </a:p>
          <a:p>
            <a:r>
              <a:rPr lang="en-GB" dirty="0"/>
              <a:t>Below minimum value becomes 0.</a:t>
            </a:r>
          </a:p>
          <a:p>
            <a:endParaRPr lang="en-GB" dirty="0"/>
          </a:p>
          <a:p>
            <a:r>
              <a:rPr lang="en-GB" dirty="0"/>
              <a:t>Above the maximum value becomes 1</a:t>
            </a:r>
          </a:p>
          <a:p>
            <a:endParaRPr lang="en-GB" dirty="0"/>
          </a:p>
          <a:p>
            <a:r>
              <a:rPr lang="en-GB" dirty="0"/>
              <a:t>In between, become a gradient.</a:t>
            </a:r>
          </a:p>
        </p:txBody>
      </p:sp>
    </p:spTree>
    <p:extLst>
      <p:ext uri="{BB962C8B-B14F-4D97-AF65-F5344CB8AC3E}">
        <p14:creationId xmlns:p14="http://schemas.microsoft.com/office/powerpoint/2010/main" val="403333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62985A-3678-8EC6-02F0-A46997981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9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6DD887-B9CF-DB41-CC67-4E2CEA91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Noise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A08E58-889B-E120-D709-725D199749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Sometimes, we don’t want effects to be clean and uniform.</a:t>
            </a:r>
          </a:p>
          <a:p>
            <a:endParaRPr lang="en-GB" dirty="0"/>
          </a:p>
          <a:p>
            <a:r>
              <a:rPr lang="en-GB" dirty="0"/>
              <a:t>We add noise to break up the uniformity.</a:t>
            </a:r>
          </a:p>
          <a:p>
            <a:endParaRPr lang="en-GB" dirty="0"/>
          </a:p>
          <a:p>
            <a:r>
              <a:rPr lang="en-GB" dirty="0"/>
              <a:t>http://kitfox.com/projects/perlinNoiseMaker/</a:t>
            </a:r>
          </a:p>
        </p:txBody>
      </p:sp>
      <p:pic>
        <p:nvPicPr>
          <p:cNvPr id="8" name="Content Placeholder 7" descr="A close-up of a grey and black background&#10;&#10;Description automatically generated">
            <a:extLst>
              <a:ext uri="{FF2B5EF4-FFF2-40B4-BE49-F238E27FC236}">
                <a16:creationId xmlns:a16="http://schemas.microsoft.com/office/drawing/2014/main" id="{A8257B83-EFE6-EFC2-2395-8CACA55CC4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019" y="1103313"/>
            <a:ext cx="4876800" cy="4876800"/>
          </a:xfrm>
        </p:spPr>
      </p:pic>
    </p:spTree>
    <p:extLst>
      <p:ext uri="{BB962C8B-B14F-4D97-AF65-F5344CB8AC3E}">
        <p14:creationId xmlns:p14="http://schemas.microsoft.com/office/powerpoint/2010/main" val="470909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6CD3-C301-FFB1-835A-07CC1446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Blend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840D-00A3-A204-8BC5-0033D0B693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These are a series of mathematical functions which perform common complex blends.</a:t>
            </a:r>
          </a:p>
          <a:p>
            <a:endParaRPr lang="en-GB" dirty="0"/>
          </a:p>
          <a:p>
            <a:r>
              <a:rPr lang="en-GB" dirty="0"/>
              <a:t>Similar to Photoshop blends.</a:t>
            </a:r>
          </a:p>
          <a:p>
            <a:endParaRPr lang="en-GB" dirty="0"/>
          </a:p>
          <a:p>
            <a:r>
              <a:rPr lang="en-GB" dirty="0"/>
              <a:t>Documentation is here. Go and read this!</a:t>
            </a:r>
          </a:p>
          <a:p>
            <a:pPr lvl="1"/>
            <a:r>
              <a:rPr lang="en-GB" dirty="0">
                <a:hlinkClick r:id="rId2"/>
              </a:rPr>
              <a:t>https://docs.unrealengine.com/4.26/en-US/RenderingAndGraphics/Materials/Functions/Reference/Blends/</a:t>
            </a:r>
            <a:endParaRPr lang="en-GB" dirty="0"/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F5F23B-DE3C-60EB-875B-DBD812BE97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794" y="1589088"/>
            <a:ext cx="3905250" cy="390525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78F05A-84AE-B643-6320-6124FC807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85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23C051-0285-2012-54EB-BEB8A61E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5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434611-C52C-CE01-E003-2C86F269A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452B1E-D092-BDE0-0EC6-FB30EEB4F92D}"/>
              </a:ext>
            </a:extLst>
          </p:cNvPr>
          <p:cNvSpPr txBox="1"/>
          <p:nvPr/>
        </p:nvSpPr>
        <p:spPr>
          <a:xfrm>
            <a:off x="4702752" y="1714500"/>
            <a:ext cx="2786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This one is for you to play around with in your own time ;)</a:t>
            </a:r>
          </a:p>
        </p:txBody>
      </p:sp>
    </p:spTree>
    <p:extLst>
      <p:ext uri="{BB962C8B-B14F-4D97-AF65-F5344CB8AC3E}">
        <p14:creationId xmlns:p14="http://schemas.microsoft.com/office/powerpoint/2010/main" val="24774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83ABB8-2DEB-8FB7-9D13-F9129B57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Stencils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E501B-C929-BE13-16B9-34A4D077F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Masking things post process</a:t>
            </a:r>
          </a:p>
        </p:txBody>
      </p:sp>
    </p:spTree>
    <p:extLst>
      <p:ext uri="{BB962C8B-B14F-4D97-AF65-F5344CB8AC3E}">
        <p14:creationId xmlns:p14="http://schemas.microsoft.com/office/powerpoint/2010/main" val="595966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EF4F-A7CC-E03C-9247-8098E1A9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Stencils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49CCC-EAF8-69C7-D0DF-D2F46FAE8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Stencils allow us to mask certain areas of the display to alter rendering effects in those areas.</a:t>
            </a:r>
          </a:p>
        </p:txBody>
      </p:sp>
    </p:spTree>
    <p:extLst>
      <p:ext uri="{BB962C8B-B14F-4D97-AF65-F5344CB8AC3E}">
        <p14:creationId xmlns:p14="http://schemas.microsoft.com/office/powerpoint/2010/main" val="1974910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39E0-A897-27B2-D0B3-73515F98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C9672-0911-8293-8C88-88E87E877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a post-processing volume to a part of the scene we wish to apply the effect to.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4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A82A6-FD78-C56D-767A-7B0386E6D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AFC63C8-6AF2-E8A3-E1A8-69C2702F50DE}"/>
              </a:ext>
            </a:extLst>
          </p:cNvPr>
          <p:cNvSpPr/>
          <p:nvPr/>
        </p:nvSpPr>
        <p:spPr>
          <a:xfrm rot="9428709">
            <a:off x="6953934" y="3566434"/>
            <a:ext cx="2323322" cy="942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4E19A-1392-7052-2B40-1E8AF3DBFF98}"/>
              </a:ext>
            </a:extLst>
          </p:cNvPr>
          <p:cNvSpPr txBox="1"/>
          <p:nvPr/>
        </p:nvSpPr>
        <p:spPr>
          <a:xfrm>
            <a:off x="9369068" y="3595456"/>
            <a:ext cx="2175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Set this or nothing happens</a:t>
            </a:r>
          </a:p>
        </p:txBody>
      </p:sp>
    </p:spTree>
    <p:extLst>
      <p:ext uri="{BB962C8B-B14F-4D97-AF65-F5344CB8AC3E}">
        <p14:creationId xmlns:p14="http://schemas.microsoft.com/office/powerpoint/2010/main" val="2410254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F94340-69C4-37A9-8FC7-FBD4AADD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Enable a custom depth pass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516336-2CAC-2C04-CBE8-0730E91C57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The stencil values here specify different masks.</a:t>
            </a:r>
          </a:p>
          <a:p>
            <a:endParaRPr lang="en-GB" dirty="0"/>
          </a:p>
          <a:p>
            <a:r>
              <a:rPr lang="en-GB" dirty="0"/>
              <a:t>We can filter on these later to apply different effects.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19D86A4-C2CC-FDAC-02AF-1FFBE92629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46775" y="1187650"/>
            <a:ext cx="4967288" cy="4708125"/>
          </a:xfrm>
        </p:spPr>
      </p:pic>
    </p:spTree>
    <p:extLst>
      <p:ext uri="{BB962C8B-B14F-4D97-AF65-F5344CB8AC3E}">
        <p14:creationId xmlns:p14="http://schemas.microsoft.com/office/powerpoint/2010/main" val="537051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8413-106A-CCD5-5331-DA2A20D6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Check its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26738-227C-144D-D6D7-C601362CA1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Change the view mode to buffer visualisation, custom stencil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9B68F7-CACB-DE4D-E7D4-6E4DF0F1D5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52973" y="1394925"/>
            <a:ext cx="1839083" cy="492125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512073-C81A-D4F1-2492-672BD7C6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268" y="499673"/>
            <a:ext cx="2343150" cy="498157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94CEA4B-D71D-5F9E-F5C8-2F8F887F7737}"/>
              </a:ext>
            </a:extLst>
          </p:cNvPr>
          <p:cNvSpPr/>
          <p:nvPr/>
        </p:nvSpPr>
        <p:spPr>
          <a:xfrm>
            <a:off x="4895849" y="2881709"/>
            <a:ext cx="1271522" cy="59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4E58959-515F-286E-EB6E-BD2D93B411EF}"/>
              </a:ext>
            </a:extLst>
          </p:cNvPr>
          <p:cNvSpPr/>
          <p:nvPr/>
        </p:nvSpPr>
        <p:spPr>
          <a:xfrm rot="8193901">
            <a:off x="10074486" y="1628811"/>
            <a:ext cx="1271522" cy="59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94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9731DD-91C6-E994-6403-BD6D1BD62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58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024FF0-0671-5D2D-5287-AF8F2F504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D6BE22AA-83C6-3B89-04E5-6CBBE477A3FF}"/>
              </a:ext>
            </a:extLst>
          </p:cNvPr>
          <p:cNvSpPr/>
          <p:nvPr/>
        </p:nvSpPr>
        <p:spPr>
          <a:xfrm rot="8947542">
            <a:off x="2279222" y="4676102"/>
            <a:ext cx="1396390" cy="350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14119-FFF2-8CBD-1351-4AB83645E3EF}"/>
              </a:ext>
            </a:extLst>
          </p:cNvPr>
          <p:cNvSpPr txBox="1"/>
          <p:nvPr/>
        </p:nvSpPr>
        <p:spPr>
          <a:xfrm>
            <a:off x="3923930" y="3696286"/>
            <a:ext cx="171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New Material Post Process</a:t>
            </a:r>
          </a:p>
        </p:txBody>
      </p:sp>
    </p:spTree>
    <p:extLst>
      <p:ext uri="{BB962C8B-B14F-4D97-AF65-F5344CB8AC3E}">
        <p14:creationId xmlns:p14="http://schemas.microsoft.com/office/powerpoint/2010/main" val="3170401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46105C-8B80-CB20-688E-71C3DEE9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13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031F-2EA9-D339-2B2A-4FB27D9E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C9F674-5830-76A7-7AEF-7900CE5F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DB3572E8-2B15-691A-31E9-0704434F8D45}"/>
              </a:ext>
            </a:extLst>
          </p:cNvPr>
          <p:cNvSpPr/>
          <p:nvPr/>
        </p:nvSpPr>
        <p:spPr>
          <a:xfrm rot="3657955">
            <a:off x="5853684" y="1065321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FF90D-115D-9DE6-F1D6-6B4212DD05E1}"/>
              </a:ext>
            </a:extLst>
          </p:cNvPr>
          <p:cNvSpPr txBox="1"/>
          <p:nvPr/>
        </p:nvSpPr>
        <p:spPr>
          <a:xfrm>
            <a:off x="6641330" y="1105235"/>
            <a:ext cx="40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Gets the scene colour values prior to applying the post-processing effect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E138850C-8CE4-EE3F-D256-C791D5494575}"/>
              </a:ext>
            </a:extLst>
          </p:cNvPr>
          <p:cNvSpPr/>
          <p:nvPr/>
        </p:nvSpPr>
        <p:spPr>
          <a:xfrm rot="10174233">
            <a:off x="4981483" y="3339484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237CA-A02C-034F-4336-E8BDE8753C28}"/>
              </a:ext>
            </a:extLst>
          </p:cNvPr>
          <p:cNvSpPr txBox="1"/>
          <p:nvPr/>
        </p:nvSpPr>
        <p:spPr>
          <a:xfrm>
            <a:off x="5069150" y="4353675"/>
            <a:ext cx="2823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Gets the stencil numbers of different parts of the scene</a:t>
            </a:r>
          </a:p>
        </p:txBody>
      </p:sp>
    </p:spTree>
    <p:extLst>
      <p:ext uri="{BB962C8B-B14F-4D97-AF65-F5344CB8AC3E}">
        <p14:creationId xmlns:p14="http://schemas.microsoft.com/office/powerpoint/2010/main" val="2199724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8CF73-CEF8-CBFB-A5E5-DFFF4C49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0CBEB-1DEF-BFE7-EA25-779E8191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040E71-895A-E149-CAD3-69C37C94418D}"/>
              </a:ext>
            </a:extLst>
          </p:cNvPr>
          <p:cNvSpPr txBox="1"/>
          <p:nvPr/>
        </p:nvSpPr>
        <p:spPr>
          <a:xfrm>
            <a:off x="4711083" y="3879542"/>
            <a:ext cx="276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Mask removes data channels we do not want.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848A3DF-0E58-0EB1-CECD-DFDCB992FEDA}"/>
              </a:ext>
            </a:extLst>
          </p:cNvPr>
          <p:cNvSpPr/>
          <p:nvPr/>
        </p:nvSpPr>
        <p:spPr>
          <a:xfrm rot="16801864">
            <a:off x="5674479" y="3020444"/>
            <a:ext cx="897084" cy="9587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646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0D313F-EEF0-B82A-8254-847873EE6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69D48B5-A5A0-11CB-139A-2BC5CFF5ECEE}"/>
              </a:ext>
            </a:extLst>
          </p:cNvPr>
          <p:cNvSpPr/>
          <p:nvPr/>
        </p:nvSpPr>
        <p:spPr>
          <a:xfrm rot="8736677">
            <a:off x="10500103" y="4519165"/>
            <a:ext cx="1420653" cy="7812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750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5AB88-6823-072E-CF92-5B2F2D7F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D7DD2-36B7-AF3C-7257-B4DB503E8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Adjusting at runtime</a:t>
            </a:r>
          </a:p>
        </p:txBody>
      </p:sp>
    </p:spTree>
    <p:extLst>
      <p:ext uri="{BB962C8B-B14F-4D97-AF65-F5344CB8AC3E}">
        <p14:creationId xmlns:p14="http://schemas.microsoft.com/office/powerpoint/2010/main" val="4180453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23FAD-3291-E011-4170-81040A55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 couple of notes here:-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CFCEF5-FB8F-D540-7B93-FBFFB17BA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As this is rather difficult, I have provided a sample project.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It uses blueprints so you will have to convert it to C++ to use it in your assignment…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 may or may not attempt this live, it depends how brave I feel at the time. 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3333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CB31FD-A509-94BF-31E6-76C6748F1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7F6E17-072D-1378-48D9-E9261D1F2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17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7BC0F-0032-684A-C9AF-35F11FCF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0"/>
            <a:ext cx="12192000" cy="6627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11360E-36DB-5231-0BBC-835DEFE50237}"/>
              </a:ext>
            </a:extLst>
          </p:cNvPr>
          <p:cNvSpPr txBox="1"/>
          <p:nvPr/>
        </p:nvSpPr>
        <p:spPr>
          <a:xfrm>
            <a:off x="5202314" y="1509204"/>
            <a:ext cx="3355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Dynamic Material means we can change the settings at runtime =)</a:t>
            </a:r>
          </a:p>
        </p:txBody>
      </p:sp>
    </p:spTree>
    <p:extLst>
      <p:ext uri="{BB962C8B-B14F-4D97-AF65-F5344CB8AC3E}">
        <p14:creationId xmlns:p14="http://schemas.microsoft.com/office/powerpoint/2010/main" val="3889099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9F65674-6C07-9344-AA1C-FB5483E5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11360E-36DB-5231-0BBC-835DEFE50237}"/>
              </a:ext>
            </a:extLst>
          </p:cNvPr>
          <p:cNvSpPr txBox="1"/>
          <p:nvPr/>
        </p:nvSpPr>
        <p:spPr>
          <a:xfrm>
            <a:off x="2954415" y="1147254"/>
            <a:ext cx="2836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You need to turn on Post Process Materials here to expose the pin!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8DE14B6-64A0-F741-06AA-846DC831395A}"/>
              </a:ext>
            </a:extLst>
          </p:cNvPr>
          <p:cNvSpPr/>
          <p:nvPr/>
        </p:nvSpPr>
        <p:spPr>
          <a:xfrm>
            <a:off x="4910138" y="1775904"/>
            <a:ext cx="628650" cy="9233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DC3140-51A7-81ED-B14F-2049285F9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560" y="2837343"/>
            <a:ext cx="3905250" cy="390525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37E61E9-E2D5-C76F-2991-D554827CDE04}"/>
              </a:ext>
            </a:extLst>
          </p:cNvPr>
          <p:cNvSpPr/>
          <p:nvPr/>
        </p:nvSpPr>
        <p:spPr>
          <a:xfrm rot="10800000">
            <a:off x="6419849" y="3705225"/>
            <a:ext cx="1609725" cy="628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CE4B58-1A94-F9A0-9C29-C5A6F466EAE0}"/>
              </a:ext>
            </a:extLst>
          </p:cNvPr>
          <p:cNvSpPr txBox="1"/>
          <p:nvPr/>
        </p:nvSpPr>
        <p:spPr>
          <a:xfrm>
            <a:off x="6315075" y="4333875"/>
            <a:ext cx="1949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Drag off here to find this in context-sensitive mode!</a:t>
            </a:r>
          </a:p>
        </p:txBody>
      </p:sp>
    </p:spTree>
    <p:extLst>
      <p:ext uri="{BB962C8B-B14F-4D97-AF65-F5344CB8AC3E}">
        <p14:creationId xmlns:p14="http://schemas.microsoft.com/office/powerpoint/2010/main" val="1901837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C7488F-3E89-EAAA-63EF-2E083DB7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79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E0BD0-543F-5B45-D695-A627AAB6C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396C0D-D327-5F68-3807-7D4D2354A284}"/>
              </a:ext>
            </a:extLst>
          </p:cNvPr>
          <p:cNvSpPr txBox="1"/>
          <p:nvPr/>
        </p:nvSpPr>
        <p:spPr>
          <a:xfrm>
            <a:off x="3755254" y="5282214"/>
            <a:ext cx="677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https://www.parallelcube.com/2018/12/09/post-process-volume/</a:t>
            </a:r>
          </a:p>
        </p:txBody>
      </p:sp>
    </p:spTree>
    <p:extLst>
      <p:ext uri="{BB962C8B-B14F-4D97-AF65-F5344CB8AC3E}">
        <p14:creationId xmlns:p14="http://schemas.microsoft.com/office/powerpoint/2010/main" val="24389875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1199</TotalTime>
  <Words>455</Words>
  <Application>Microsoft Office PowerPoint</Application>
  <PresentationFormat>Widescreen</PresentationFormat>
  <Paragraphs>78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Custom Design</vt:lpstr>
      <vt:lpstr>1_Custom Design</vt:lpstr>
      <vt:lpstr>2_Custom Design</vt:lpstr>
      <vt:lpstr>3_Custom Design</vt:lpstr>
      <vt:lpstr>Week 19 - 1 Blending and Stencils</vt:lpstr>
      <vt:lpstr>Contents</vt:lpstr>
      <vt:lpstr>Blending</vt:lpstr>
      <vt:lpstr>The story so far…</vt:lpstr>
      <vt:lpstr>Lerp</vt:lpstr>
      <vt:lpstr>Lerp</vt:lpstr>
      <vt:lpstr>Lerp</vt:lpstr>
      <vt:lpstr>PowerPoint Presentation</vt:lpstr>
      <vt:lpstr>Smooth Step</vt:lpstr>
      <vt:lpstr>PowerPoint Presentation</vt:lpstr>
      <vt:lpstr>Noise</vt:lpstr>
      <vt:lpstr>Blend functions</vt:lpstr>
      <vt:lpstr>PowerPoint Presentation</vt:lpstr>
      <vt:lpstr>PowerPoint Presentation</vt:lpstr>
      <vt:lpstr>Stencils</vt:lpstr>
      <vt:lpstr>Stencils </vt:lpstr>
      <vt:lpstr>Setup</vt:lpstr>
      <vt:lpstr>PowerPoint Presentation</vt:lpstr>
      <vt:lpstr>Enable a custom depth pass</vt:lpstr>
      <vt:lpstr>Check its 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Dynamics</vt:lpstr>
      <vt:lpstr>A couple of notes here:-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Patrick Merritt</dc:creator>
  <cp:lastModifiedBy>Patrick Merritt</cp:lastModifiedBy>
  <cp:revision>6</cp:revision>
  <dcterms:created xsi:type="dcterms:W3CDTF">2021-09-13T14:48:00Z</dcterms:created>
  <dcterms:modified xsi:type="dcterms:W3CDTF">2025-01-28T15:35:21Z</dcterms:modified>
</cp:coreProperties>
</file>